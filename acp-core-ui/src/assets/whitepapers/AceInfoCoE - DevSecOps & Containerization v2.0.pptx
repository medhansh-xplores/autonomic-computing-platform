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263" r:id="rId3"/>
    <p:sldId id="264" r:id="rId4"/>
    <p:sldId id="265" r:id="rId5"/>
    <p:sldId id="268" r:id="rId6"/>
    <p:sldId id="267" r:id="rId7"/>
    <p:sldId id="271" r:id="rId8"/>
    <p:sldId id="272" r:id="rId9"/>
    <p:sldId id="274" r:id="rId10"/>
    <p:sldId id="270" r:id="rId11"/>
    <p:sldId id="273" r:id="rId12"/>
    <p:sldId id="266" r:id="rId13"/>
    <p:sldId id="276" r:id="rId14"/>
    <p:sldId id="275" r:id="rId15"/>
    <p:sldId id="278" r:id="rId16"/>
  </p:sldIdLst>
  <p:sldSz cx="20104100" cy="11309350"/>
  <p:notesSz cx="20104100" cy="113093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7F7F7"/>
    <a:srgbClr val="DEEFE7"/>
    <a:srgbClr val="134260"/>
    <a:srgbClr val="0376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80" autoAdjust="0"/>
    <p:restoredTop sz="90424" autoAdjust="0"/>
  </p:normalViewPr>
  <p:slideViewPr>
    <p:cSldViewPr>
      <p:cViewPr varScale="1">
        <p:scale>
          <a:sx n="75" d="100"/>
          <a:sy n="75" d="100"/>
        </p:scale>
        <p:origin x="816" y="55"/>
      </p:cViewPr>
      <p:guideLst>
        <p:guide orient="horz" pos="2880"/>
        <p:guide pos="2160"/>
      </p:guideLst>
    </p:cSldViewPr>
  </p:slideViewPr>
  <p:notesTextViewPr>
    <p:cViewPr>
      <p:scale>
        <a:sx n="100" d="100"/>
        <a:sy n="100" d="100"/>
      </p:scale>
      <p:origin x="0" y="0"/>
    </p:cViewPr>
  </p:notesTextViewPr>
  <p:notesViewPr>
    <p:cSldViewPr>
      <p:cViewPr varScale="1">
        <p:scale>
          <a:sx n="100" d="100"/>
          <a:sy n="100" d="100"/>
        </p:scale>
        <p:origin x="1228" y="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284DF1D-9528-4BD3-B08F-DCA111FE804E}"/>
              </a:ext>
            </a:extLst>
          </p:cNvPr>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9EA4454-3C07-4E86-B513-D5F6F2CE7A9F}"/>
              </a:ext>
            </a:extLst>
          </p:cNvPr>
          <p:cNvSpPr>
            <a:spLocks noGrp="1"/>
          </p:cNvSpPr>
          <p:nvPr>
            <p:ph type="dt" sz="quarter" idx="1"/>
          </p:nvPr>
        </p:nvSpPr>
        <p:spPr>
          <a:xfrm>
            <a:off x="11387138" y="0"/>
            <a:ext cx="8712200" cy="566738"/>
          </a:xfrm>
          <a:prstGeom prst="rect">
            <a:avLst/>
          </a:prstGeom>
        </p:spPr>
        <p:txBody>
          <a:bodyPr vert="horz" lIns="91440" tIns="45720" rIns="91440" bIns="45720" rtlCol="0"/>
          <a:lstStyle>
            <a:lvl1pPr algn="r">
              <a:defRPr sz="1200"/>
            </a:lvl1pPr>
          </a:lstStyle>
          <a:p>
            <a:fld id="{E1071D3B-B614-45DE-9276-4CDE1478930D}" type="datetimeFigureOut">
              <a:rPr lang="en-US" smtClean="0"/>
              <a:t>3/4/2020</a:t>
            </a:fld>
            <a:endParaRPr lang="en-US"/>
          </a:p>
        </p:txBody>
      </p:sp>
      <p:sp>
        <p:nvSpPr>
          <p:cNvPr id="4" name="Footer Placeholder 3">
            <a:extLst>
              <a:ext uri="{FF2B5EF4-FFF2-40B4-BE49-F238E27FC236}">
                <a16:creationId xmlns:a16="http://schemas.microsoft.com/office/drawing/2014/main" id="{0FCBD135-7707-4081-9A55-E2570DDAD3ED}"/>
              </a:ext>
            </a:extLst>
          </p:cNvPr>
          <p:cNvSpPr>
            <a:spLocks noGrp="1"/>
          </p:cNvSpPr>
          <p:nvPr>
            <p:ph type="ftr" sz="quarter" idx="2"/>
          </p:nvPr>
        </p:nvSpPr>
        <p:spPr>
          <a:xfrm>
            <a:off x="0" y="10742613"/>
            <a:ext cx="8712200" cy="56673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88B6156-DC29-473A-A2F0-5630789CFA3D}"/>
              </a:ext>
            </a:extLst>
          </p:cNvPr>
          <p:cNvSpPr>
            <a:spLocks noGrp="1"/>
          </p:cNvSpPr>
          <p:nvPr>
            <p:ph type="sldNum" sz="quarter" idx="3"/>
          </p:nvPr>
        </p:nvSpPr>
        <p:spPr>
          <a:xfrm>
            <a:off x="11387138" y="10742613"/>
            <a:ext cx="8712200" cy="566737"/>
          </a:xfrm>
          <a:prstGeom prst="rect">
            <a:avLst/>
          </a:prstGeom>
        </p:spPr>
        <p:txBody>
          <a:bodyPr vert="horz" lIns="91440" tIns="45720" rIns="91440" bIns="45720" rtlCol="0" anchor="b"/>
          <a:lstStyle>
            <a:lvl1pPr algn="r">
              <a:defRPr sz="1200"/>
            </a:lvl1pPr>
          </a:lstStyle>
          <a:p>
            <a:fld id="{C2ED7096-943D-4E78-A84B-7ED967CA9A47}" type="slidenum">
              <a:rPr lang="en-US" smtClean="0"/>
              <a:t>‹#›</a:t>
            </a:fld>
            <a:endParaRPr lang="en-US"/>
          </a:p>
        </p:txBody>
      </p:sp>
    </p:spTree>
    <p:extLst>
      <p:ext uri="{BB962C8B-B14F-4D97-AF65-F5344CB8AC3E}">
        <p14:creationId xmlns:p14="http://schemas.microsoft.com/office/powerpoint/2010/main" val="30184867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D7EF500C-77DE-4713-991E-6B27AC53EF0A}" type="datetimeFigureOut">
              <a:rPr lang="en-US" smtClean="0"/>
              <a:t>3/4/2020</a:t>
            </a:fld>
            <a:endParaRPr lang="en-US"/>
          </a:p>
        </p:txBody>
      </p:sp>
      <p:sp>
        <p:nvSpPr>
          <p:cNvPr id="4" name="Slide Image Placeholder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14451916-ED4B-415C-A764-4F9FB5A8E2D4}" type="slidenum">
              <a:rPr lang="en-US" smtClean="0"/>
              <a:t>‹#›</a:t>
            </a:fld>
            <a:endParaRPr lang="en-US"/>
          </a:p>
        </p:txBody>
      </p:sp>
    </p:spTree>
    <p:extLst>
      <p:ext uri="{BB962C8B-B14F-4D97-AF65-F5344CB8AC3E}">
        <p14:creationId xmlns:p14="http://schemas.microsoft.com/office/powerpoint/2010/main" val="3762204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b="1" spc="15" dirty="0">
              <a:solidFill>
                <a:srgbClr val="093E5E"/>
              </a:solidFill>
              <a:latin typeface="Montserrat SemiBold" panose="00000700000000000000" pitchFamily="50" charset="0"/>
            </a:endParaRPr>
          </a:p>
        </p:txBody>
      </p:sp>
      <p:sp>
        <p:nvSpPr>
          <p:cNvPr id="4" name="Slide Number Placeholder 3"/>
          <p:cNvSpPr>
            <a:spLocks noGrp="1"/>
          </p:cNvSpPr>
          <p:nvPr>
            <p:ph type="sldNum" sz="quarter" idx="5"/>
          </p:nvPr>
        </p:nvSpPr>
        <p:spPr/>
        <p:txBody>
          <a:bodyPr/>
          <a:lstStyle/>
          <a:p>
            <a:fld id="{14451916-ED4B-415C-A764-4F9FB5A8E2D4}" type="slidenum">
              <a:rPr lang="en-US" smtClean="0"/>
              <a:t>5</a:t>
            </a:fld>
            <a:endParaRPr lang="en-US"/>
          </a:p>
        </p:txBody>
      </p:sp>
    </p:spTree>
    <p:extLst>
      <p:ext uri="{BB962C8B-B14F-4D97-AF65-F5344CB8AC3E}">
        <p14:creationId xmlns:p14="http://schemas.microsoft.com/office/powerpoint/2010/main" val="197137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b="1" spc="15" dirty="0">
              <a:solidFill>
                <a:srgbClr val="093E5E"/>
              </a:solidFill>
              <a:latin typeface="Montserrat SemiBold" panose="00000700000000000000" pitchFamily="50" charset="0"/>
            </a:endParaRPr>
          </a:p>
        </p:txBody>
      </p:sp>
      <p:sp>
        <p:nvSpPr>
          <p:cNvPr id="4" name="Slide Number Placeholder 3"/>
          <p:cNvSpPr>
            <a:spLocks noGrp="1"/>
          </p:cNvSpPr>
          <p:nvPr>
            <p:ph type="sldNum" sz="quarter" idx="5"/>
          </p:nvPr>
        </p:nvSpPr>
        <p:spPr/>
        <p:txBody>
          <a:bodyPr/>
          <a:lstStyle/>
          <a:p>
            <a:fld id="{14451916-ED4B-415C-A764-4F9FB5A8E2D4}" type="slidenum">
              <a:rPr lang="en-US" smtClean="0"/>
              <a:t>6</a:t>
            </a:fld>
            <a:endParaRPr lang="en-US"/>
          </a:p>
        </p:txBody>
      </p:sp>
    </p:spTree>
    <p:extLst>
      <p:ext uri="{BB962C8B-B14F-4D97-AF65-F5344CB8AC3E}">
        <p14:creationId xmlns:p14="http://schemas.microsoft.com/office/powerpoint/2010/main" val="3947882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b="1" spc="15" dirty="0">
              <a:solidFill>
                <a:srgbClr val="093E5E"/>
              </a:solidFill>
              <a:latin typeface="Montserrat SemiBold" panose="00000700000000000000" pitchFamily="50" charset="0"/>
            </a:endParaRPr>
          </a:p>
        </p:txBody>
      </p:sp>
      <p:sp>
        <p:nvSpPr>
          <p:cNvPr id="4" name="Slide Number Placeholder 3"/>
          <p:cNvSpPr>
            <a:spLocks noGrp="1"/>
          </p:cNvSpPr>
          <p:nvPr>
            <p:ph type="sldNum" sz="quarter" idx="5"/>
          </p:nvPr>
        </p:nvSpPr>
        <p:spPr/>
        <p:txBody>
          <a:bodyPr/>
          <a:lstStyle/>
          <a:p>
            <a:fld id="{14451916-ED4B-415C-A764-4F9FB5A8E2D4}" type="slidenum">
              <a:rPr lang="en-US" smtClean="0"/>
              <a:t>7</a:t>
            </a:fld>
            <a:endParaRPr lang="en-US"/>
          </a:p>
        </p:txBody>
      </p:sp>
    </p:spTree>
    <p:extLst>
      <p:ext uri="{BB962C8B-B14F-4D97-AF65-F5344CB8AC3E}">
        <p14:creationId xmlns:p14="http://schemas.microsoft.com/office/powerpoint/2010/main" val="4075985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b="1" spc="15" dirty="0">
              <a:solidFill>
                <a:srgbClr val="093E5E"/>
              </a:solidFill>
              <a:latin typeface="Montserrat SemiBold" panose="00000700000000000000" pitchFamily="50" charset="0"/>
            </a:endParaRPr>
          </a:p>
        </p:txBody>
      </p:sp>
      <p:sp>
        <p:nvSpPr>
          <p:cNvPr id="4" name="Slide Number Placeholder 3"/>
          <p:cNvSpPr>
            <a:spLocks noGrp="1"/>
          </p:cNvSpPr>
          <p:nvPr>
            <p:ph type="sldNum" sz="quarter" idx="5"/>
          </p:nvPr>
        </p:nvSpPr>
        <p:spPr/>
        <p:txBody>
          <a:bodyPr/>
          <a:lstStyle/>
          <a:p>
            <a:fld id="{14451916-ED4B-415C-A764-4F9FB5A8E2D4}" type="slidenum">
              <a:rPr lang="en-US" smtClean="0"/>
              <a:t>8</a:t>
            </a:fld>
            <a:endParaRPr lang="en-US"/>
          </a:p>
        </p:txBody>
      </p:sp>
    </p:spTree>
    <p:extLst>
      <p:ext uri="{BB962C8B-B14F-4D97-AF65-F5344CB8AC3E}">
        <p14:creationId xmlns:p14="http://schemas.microsoft.com/office/powerpoint/2010/main" val="1472472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b="1" spc="15" dirty="0">
              <a:solidFill>
                <a:srgbClr val="093E5E"/>
              </a:solidFill>
              <a:latin typeface="Montserrat SemiBold" panose="00000700000000000000" pitchFamily="50" charset="0"/>
            </a:endParaRPr>
          </a:p>
        </p:txBody>
      </p:sp>
      <p:sp>
        <p:nvSpPr>
          <p:cNvPr id="4" name="Slide Number Placeholder 3"/>
          <p:cNvSpPr>
            <a:spLocks noGrp="1"/>
          </p:cNvSpPr>
          <p:nvPr>
            <p:ph type="sldNum" sz="quarter" idx="5"/>
          </p:nvPr>
        </p:nvSpPr>
        <p:spPr/>
        <p:txBody>
          <a:bodyPr/>
          <a:lstStyle/>
          <a:p>
            <a:fld id="{14451916-ED4B-415C-A764-4F9FB5A8E2D4}" type="slidenum">
              <a:rPr lang="en-US" smtClean="0"/>
              <a:t>9</a:t>
            </a:fld>
            <a:endParaRPr lang="en-US"/>
          </a:p>
        </p:txBody>
      </p:sp>
    </p:spTree>
    <p:extLst>
      <p:ext uri="{BB962C8B-B14F-4D97-AF65-F5344CB8AC3E}">
        <p14:creationId xmlns:p14="http://schemas.microsoft.com/office/powerpoint/2010/main" val="2381728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b="1" spc="15" dirty="0">
              <a:solidFill>
                <a:srgbClr val="093E5E"/>
              </a:solidFill>
              <a:latin typeface="Montserrat SemiBold" panose="00000700000000000000" pitchFamily="50" charset="0"/>
            </a:endParaRPr>
          </a:p>
        </p:txBody>
      </p:sp>
      <p:sp>
        <p:nvSpPr>
          <p:cNvPr id="4" name="Slide Number Placeholder 3"/>
          <p:cNvSpPr>
            <a:spLocks noGrp="1"/>
          </p:cNvSpPr>
          <p:nvPr>
            <p:ph type="sldNum" sz="quarter" idx="5"/>
          </p:nvPr>
        </p:nvSpPr>
        <p:spPr/>
        <p:txBody>
          <a:bodyPr/>
          <a:lstStyle/>
          <a:p>
            <a:fld id="{14451916-ED4B-415C-A764-4F9FB5A8E2D4}" type="slidenum">
              <a:rPr lang="en-US" smtClean="0"/>
              <a:t>10</a:t>
            </a:fld>
            <a:endParaRPr lang="en-US"/>
          </a:p>
        </p:txBody>
      </p:sp>
    </p:spTree>
    <p:extLst>
      <p:ext uri="{BB962C8B-B14F-4D97-AF65-F5344CB8AC3E}">
        <p14:creationId xmlns:p14="http://schemas.microsoft.com/office/powerpoint/2010/main" val="1725397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b="1" spc="15" dirty="0">
              <a:solidFill>
                <a:srgbClr val="093E5E"/>
              </a:solidFill>
              <a:latin typeface="Montserrat SemiBold" panose="00000700000000000000" pitchFamily="50" charset="0"/>
            </a:endParaRPr>
          </a:p>
        </p:txBody>
      </p:sp>
      <p:sp>
        <p:nvSpPr>
          <p:cNvPr id="4" name="Slide Number Placeholder 3"/>
          <p:cNvSpPr>
            <a:spLocks noGrp="1"/>
          </p:cNvSpPr>
          <p:nvPr>
            <p:ph type="sldNum" sz="quarter" idx="5"/>
          </p:nvPr>
        </p:nvSpPr>
        <p:spPr/>
        <p:txBody>
          <a:bodyPr/>
          <a:lstStyle/>
          <a:p>
            <a:fld id="{14451916-ED4B-415C-A764-4F9FB5A8E2D4}" type="slidenum">
              <a:rPr lang="en-US" smtClean="0"/>
              <a:t>11</a:t>
            </a:fld>
            <a:endParaRPr lang="en-US"/>
          </a:p>
        </p:txBody>
      </p:sp>
    </p:spTree>
    <p:extLst>
      <p:ext uri="{BB962C8B-B14F-4D97-AF65-F5344CB8AC3E}">
        <p14:creationId xmlns:p14="http://schemas.microsoft.com/office/powerpoint/2010/main" val="967313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b="1" spc="15" dirty="0">
              <a:solidFill>
                <a:srgbClr val="093E5E"/>
              </a:solidFill>
              <a:latin typeface="Montserrat SemiBold" panose="00000700000000000000" pitchFamily="50" charset="0"/>
            </a:endParaRPr>
          </a:p>
        </p:txBody>
      </p:sp>
      <p:sp>
        <p:nvSpPr>
          <p:cNvPr id="4" name="Slide Number Placeholder 3"/>
          <p:cNvSpPr>
            <a:spLocks noGrp="1"/>
          </p:cNvSpPr>
          <p:nvPr>
            <p:ph type="sldNum" sz="quarter" idx="5"/>
          </p:nvPr>
        </p:nvSpPr>
        <p:spPr/>
        <p:txBody>
          <a:bodyPr/>
          <a:lstStyle/>
          <a:p>
            <a:fld id="{14451916-ED4B-415C-A764-4F9FB5A8E2D4}" type="slidenum">
              <a:rPr lang="en-US" smtClean="0"/>
              <a:t>13</a:t>
            </a:fld>
            <a:endParaRPr lang="en-US"/>
          </a:p>
        </p:txBody>
      </p:sp>
    </p:spTree>
    <p:extLst>
      <p:ext uri="{BB962C8B-B14F-4D97-AF65-F5344CB8AC3E}">
        <p14:creationId xmlns:p14="http://schemas.microsoft.com/office/powerpoint/2010/main" val="2600087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b="1" spc="15" dirty="0">
              <a:solidFill>
                <a:srgbClr val="093E5E"/>
              </a:solidFill>
              <a:latin typeface="Montserrat SemiBold" panose="00000700000000000000" pitchFamily="50" charset="0"/>
            </a:endParaRPr>
          </a:p>
        </p:txBody>
      </p:sp>
      <p:sp>
        <p:nvSpPr>
          <p:cNvPr id="4" name="Slide Number Placeholder 3"/>
          <p:cNvSpPr>
            <a:spLocks noGrp="1"/>
          </p:cNvSpPr>
          <p:nvPr>
            <p:ph type="sldNum" sz="quarter" idx="5"/>
          </p:nvPr>
        </p:nvSpPr>
        <p:spPr/>
        <p:txBody>
          <a:bodyPr/>
          <a:lstStyle/>
          <a:p>
            <a:fld id="{14451916-ED4B-415C-A764-4F9FB5A8E2D4}" type="slidenum">
              <a:rPr lang="en-US" smtClean="0"/>
              <a:t>14</a:t>
            </a:fld>
            <a:endParaRPr lang="en-US"/>
          </a:p>
        </p:txBody>
      </p:sp>
    </p:spTree>
    <p:extLst>
      <p:ext uri="{BB962C8B-B14F-4D97-AF65-F5344CB8AC3E}">
        <p14:creationId xmlns:p14="http://schemas.microsoft.com/office/powerpoint/2010/main" val="37301260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b="1" spc="15" dirty="0">
              <a:solidFill>
                <a:srgbClr val="093E5E"/>
              </a:solidFill>
              <a:latin typeface="Montserrat SemiBold" panose="00000700000000000000" pitchFamily="50" charset="0"/>
            </a:endParaRPr>
          </a:p>
        </p:txBody>
      </p:sp>
      <p:sp>
        <p:nvSpPr>
          <p:cNvPr id="4" name="Slide Number Placeholder 3"/>
          <p:cNvSpPr>
            <a:spLocks noGrp="1"/>
          </p:cNvSpPr>
          <p:nvPr>
            <p:ph type="sldNum" sz="quarter" idx="5"/>
          </p:nvPr>
        </p:nvSpPr>
        <p:spPr/>
        <p:txBody>
          <a:bodyPr/>
          <a:lstStyle/>
          <a:p>
            <a:fld id="{14451916-ED4B-415C-A764-4F9FB5A8E2D4}" type="slidenum">
              <a:rPr lang="en-US" smtClean="0"/>
              <a:t>15</a:t>
            </a:fld>
            <a:endParaRPr lang="en-US"/>
          </a:p>
        </p:txBody>
      </p:sp>
    </p:spTree>
    <p:extLst>
      <p:ext uri="{BB962C8B-B14F-4D97-AF65-F5344CB8AC3E}">
        <p14:creationId xmlns:p14="http://schemas.microsoft.com/office/powerpoint/2010/main" val="19556657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http://www.aceinfosolutions.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www.aceinfosolutions.com/"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www.aceinfosolutions.com/"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aceinfosolutions.com/"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a:lvl1pPr>
          </a:lstStyle>
          <a:p>
            <a:endParaRPr/>
          </a:p>
        </p:txBody>
      </p:sp>
      <p:sp>
        <p:nvSpPr>
          <p:cNvPr id="7" name="object 323">
            <a:extLst>
              <a:ext uri="{FF2B5EF4-FFF2-40B4-BE49-F238E27FC236}">
                <a16:creationId xmlns:a16="http://schemas.microsoft.com/office/drawing/2014/main" id="{E53CABDF-5E94-4FE0-9B29-E9FED0DBAACC}"/>
              </a:ext>
            </a:extLst>
          </p:cNvPr>
          <p:cNvSpPr txBox="1"/>
          <p:nvPr userDrawn="1"/>
        </p:nvSpPr>
        <p:spPr>
          <a:xfrm>
            <a:off x="2279650" y="10403205"/>
            <a:ext cx="15011400" cy="509270"/>
          </a:xfrm>
          <a:prstGeom prst="rect">
            <a:avLst/>
          </a:prstGeom>
        </p:spPr>
        <p:txBody>
          <a:bodyPr vert="horz" wrap="square" lIns="0" tIns="11430" rIns="0" bIns="0" rtlCol="0">
            <a:spAutoFit/>
          </a:bodyPr>
          <a:lstStyle/>
          <a:p>
            <a:pPr marL="12700">
              <a:lnSpc>
                <a:spcPct val="100000"/>
              </a:lnSpc>
              <a:spcBef>
                <a:spcPts val="90"/>
              </a:spcBef>
            </a:pPr>
            <a:r>
              <a:rPr sz="1400" spc="-5" dirty="0">
                <a:solidFill>
                  <a:srgbClr val="6D6E71"/>
                </a:solidFill>
                <a:latin typeface="Montserrat"/>
                <a:cs typeface="Montserrat"/>
              </a:rPr>
              <a:t>DHS</a:t>
            </a:r>
            <a:r>
              <a:rPr sz="1400" spc="-75" dirty="0">
                <a:solidFill>
                  <a:srgbClr val="6D6E71"/>
                </a:solidFill>
                <a:latin typeface="Montserrat"/>
                <a:cs typeface="Montserrat"/>
              </a:rPr>
              <a:t> </a:t>
            </a:r>
            <a:r>
              <a:rPr sz="1400" spc="-15" dirty="0">
                <a:solidFill>
                  <a:srgbClr val="6D6E71"/>
                </a:solidFill>
                <a:latin typeface="Montserrat"/>
                <a:cs typeface="Montserrat"/>
              </a:rPr>
              <a:t>EAGLE</a:t>
            </a:r>
            <a:r>
              <a:rPr sz="1400" spc="-75" dirty="0">
                <a:solidFill>
                  <a:srgbClr val="6D6E71"/>
                </a:solidFill>
                <a:latin typeface="Montserrat"/>
                <a:cs typeface="Montserrat"/>
              </a:rPr>
              <a:t> </a:t>
            </a:r>
            <a:r>
              <a:rPr sz="1400" spc="-20" dirty="0">
                <a:solidFill>
                  <a:srgbClr val="6D6E71"/>
                </a:solidFill>
                <a:latin typeface="Montserrat"/>
                <a:cs typeface="Montserrat"/>
              </a:rPr>
              <a:t>II,</a:t>
            </a:r>
            <a:r>
              <a:rPr sz="1400" spc="-75" dirty="0">
                <a:solidFill>
                  <a:srgbClr val="6D6E71"/>
                </a:solidFill>
                <a:latin typeface="Montserrat"/>
                <a:cs typeface="Montserrat"/>
              </a:rPr>
              <a:t> </a:t>
            </a:r>
            <a:r>
              <a:rPr sz="1400" spc="-5" dirty="0">
                <a:solidFill>
                  <a:srgbClr val="6D6E71"/>
                </a:solidFill>
                <a:latin typeface="Montserrat"/>
                <a:cs typeface="Montserrat"/>
              </a:rPr>
              <a:t>GSA</a:t>
            </a:r>
            <a:r>
              <a:rPr sz="1400" spc="-75" dirty="0">
                <a:solidFill>
                  <a:srgbClr val="6D6E71"/>
                </a:solidFill>
                <a:latin typeface="Montserrat"/>
                <a:cs typeface="Montserrat"/>
              </a:rPr>
              <a:t> </a:t>
            </a:r>
            <a:r>
              <a:rPr sz="1400" spc="-25" dirty="0">
                <a:solidFill>
                  <a:srgbClr val="6D6E71"/>
                </a:solidFill>
                <a:latin typeface="Montserrat"/>
                <a:cs typeface="Montserrat"/>
              </a:rPr>
              <a:t>Alliant</a:t>
            </a:r>
            <a:r>
              <a:rPr sz="1400" spc="-75" dirty="0">
                <a:solidFill>
                  <a:srgbClr val="6D6E71"/>
                </a:solidFill>
                <a:latin typeface="Montserrat"/>
                <a:cs typeface="Montserrat"/>
              </a:rPr>
              <a:t> </a:t>
            </a:r>
            <a:r>
              <a:rPr sz="1400" spc="-20" dirty="0">
                <a:solidFill>
                  <a:srgbClr val="6D6E71"/>
                </a:solidFill>
                <a:latin typeface="Montserrat"/>
                <a:cs typeface="Montserrat"/>
              </a:rPr>
              <a:t>II,</a:t>
            </a:r>
            <a:r>
              <a:rPr sz="1400" spc="-75" dirty="0">
                <a:solidFill>
                  <a:srgbClr val="6D6E71"/>
                </a:solidFill>
                <a:latin typeface="Montserrat"/>
                <a:cs typeface="Montserrat"/>
              </a:rPr>
              <a:t> </a:t>
            </a:r>
            <a:r>
              <a:rPr sz="1400" spc="-5" dirty="0">
                <a:solidFill>
                  <a:srgbClr val="6D6E71"/>
                </a:solidFill>
                <a:latin typeface="Montserrat"/>
                <a:cs typeface="Montserrat"/>
              </a:rPr>
              <a:t>GSA</a:t>
            </a:r>
            <a:r>
              <a:rPr sz="1400" spc="-75" dirty="0">
                <a:solidFill>
                  <a:srgbClr val="6D6E71"/>
                </a:solidFill>
                <a:latin typeface="Montserrat"/>
                <a:cs typeface="Montserrat"/>
              </a:rPr>
              <a:t> </a:t>
            </a:r>
            <a:r>
              <a:rPr sz="1400" spc="-15" dirty="0">
                <a:solidFill>
                  <a:srgbClr val="6D6E71"/>
                </a:solidFill>
                <a:latin typeface="Montserrat"/>
                <a:cs typeface="Montserrat"/>
              </a:rPr>
              <a:t>OASIS,</a:t>
            </a:r>
            <a:r>
              <a:rPr sz="1400" spc="-75" dirty="0">
                <a:solidFill>
                  <a:srgbClr val="6D6E71"/>
                </a:solidFill>
                <a:latin typeface="Montserrat"/>
                <a:cs typeface="Montserrat"/>
              </a:rPr>
              <a:t> </a:t>
            </a:r>
            <a:r>
              <a:rPr sz="1400" spc="-20" dirty="0">
                <a:solidFill>
                  <a:srgbClr val="6D6E71"/>
                </a:solidFill>
                <a:latin typeface="Montserrat"/>
                <a:cs typeface="Montserrat"/>
              </a:rPr>
              <a:t>Schedule</a:t>
            </a:r>
            <a:r>
              <a:rPr sz="1400" spc="-75" dirty="0">
                <a:solidFill>
                  <a:srgbClr val="6D6E71"/>
                </a:solidFill>
                <a:latin typeface="Montserrat"/>
                <a:cs typeface="Montserrat"/>
              </a:rPr>
              <a:t> </a:t>
            </a:r>
            <a:r>
              <a:rPr sz="1400" spc="-30" dirty="0">
                <a:solidFill>
                  <a:srgbClr val="6D6E71"/>
                </a:solidFill>
                <a:latin typeface="Montserrat"/>
                <a:cs typeface="Montserrat"/>
              </a:rPr>
              <a:t>70,</a:t>
            </a:r>
            <a:r>
              <a:rPr sz="1400" spc="-75" dirty="0">
                <a:solidFill>
                  <a:srgbClr val="6D6E71"/>
                </a:solidFill>
                <a:latin typeface="Montserrat"/>
                <a:cs typeface="Montserrat"/>
              </a:rPr>
              <a:t> </a:t>
            </a:r>
            <a:r>
              <a:rPr sz="1400" spc="-15" dirty="0">
                <a:solidFill>
                  <a:srgbClr val="6D6E71"/>
                </a:solidFill>
                <a:latin typeface="Montserrat"/>
                <a:cs typeface="Montserrat"/>
              </a:rPr>
              <a:t>DISA</a:t>
            </a:r>
            <a:r>
              <a:rPr sz="1400" spc="-75" dirty="0">
                <a:solidFill>
                  <a:srgbClr val="6D6E71"/>
                </a:solidFill>
                <a:latin typeface="Montserrat"/>
                <a:cs typeface="Montserrat"/>
              </a:rPr>
              <a:t> </a:t>
            </a:r>
            <a:r>
              <a:rPr sz="1400" spc="-15" dirty="0">
                <a:solidFill>
                  <a:srgbClr val="6D6E71"/>
                </a:solidFill>
                <a:latin typeface="Montserrat"/>
                <a:cs typeface="Montserrat"/>
              </a:rPr>
              <a:t>ENCORE</a:t>
            </a:r>
            <a:r>
              <a:rPr sz="1400" spc="-75" dirty="0">
                <a:solidFill>
                  <a:srgbClr val="6D6E71"/>
                </a:solidFill>
                <a:latin typeface="Montserrat"/>
                <a:cs typeface="Montserrat"/>
              </a:rPr>
              <a:t> </a:t>
            </a:r>
            <a:r>
              <a:rPr sz="1400" spc="-25" dirty="0">
                <a:solidFill>
                  <a:srgbClr val="6D6E71"/>
                </a:solidFill>
                <a:latin typeface="Montserrat"/>
                <a:cs typeface="Montserrat"/>
              </a:rPr>
              <a:t>III,</a:t>
            </a:r>
            <a:r>
              <a:rPr sz="1400" spc="-75" dirty="0">
                <a:solidFill>
                  <a:srgbClr val="6D6E71"/>
                </a:solidFill>
                <a:latin typeface="Montserrat"/>
                <a:cs typeface="Montserrat"/>
              </a:rPr>
              <a:t> </a:t>
            </a:r>
            <a:r>
              <a:rPr sz="1400" spc="-10" dirty="0">
                <a:solidFill>
                  <a:srgbClr val="6D6E71"/>
                </a:solidFill>
                <a:latin typeface="Montserrat"/>
                <a:cs typeface="Montserrat"/>
              </a:rPr>
              <a:t>DOJ</a:t>
            </a:r>
            <a:r>
              <a:rPr sz="1400" spc="-70" dirty="0">
                <a:solidFill>
                  <a:srgbClr val="6D6E71"/>
                </a:solidFill>
                <a:latin typeface="Montserrat"/>
                <a:cs typeface="Montserrat"/>
              </a:rPr>
              <a:t> </a:t>
            </a:r>
            <a:r>
              <a:rPr sz="1400" spc="-20" dirty="0">
                <a:solidFill>
                  <a:srgbClr val="6D6E71"/>
                </a:solidFill>
                <a:latin typeface="Montserrat"/>
                <a:cs typeface="Montserrat"/>
              </a:rPr>
              <a:t>ITSS</a:t>
            </a:r>
            <a:r>
              <a:rPr sz="1400" spc="-75" dirty="0">
                <a:solidFill>
                  <a:srgbClr val="6D6E71"/>
                </a:solidFill>
                <a:latin typeface="Montserrat"/>
                <a:cs typeface="Montserrat"/>
              </a:rPr>
              <a:t> </a:t>
            </a:r>
            <a:r>
              <a:rPr sz="1400" spc="-10" dirty="0">
                <a:solidFill>
                  <a:srgbClr val="6D6E71"/>
                </a:solidFill>
                <a:latin typeface="Montserrat"/>
                <a:cs typeface="Montserrat"/>
              </a:rPr>
              <a:t>IV</a:t>
            </a:r>
            <a:r>
              <a:rPr sz="1400" spc="-75" dirty="0">
                <a:solidFill>
                  <a:srgbClr val="6D6E71"/>
                </a:solidFill>
                <a:latin typeface="Montserrat"/>
                <a:cs typeface="Montserrat"/>
              </a:rPr>
              <a:t> </a:t>
            </a:r>
            <a:r>
              <a:rPr sz="1400" spc="-35" dirty="0">
                <a:solidFill>
                  <a:srgbClr val="6D6E71"/>
                </a:solidFill>
                <a:latin typeface="Montserrat"/>
                <a:cs typeface="Montserrat"/>
              </a:rPr>
              <a:t>Vehicles</a:t>
            </a:r>
            <a:r>
              <a:rPr sz="1400" spc="265" dirty="0">
                <a:solidFill>
                  <a:srgbClr val="6D6E71"/>
                </a:solidFill>
                <a:latin typeface="Montserrat"/>
                <a:cs typeface="Montserrat"/>
              </a:rPr>
              <a:t> </a:t>
            </a:r>
            <a:r>
              <a:rPr sz="1400" spc="10" dirty="0">
                <a:solidFill>
                  <a:srgbClr val="6D6E71"/>
                </a:solidFill>
                <a:latin typeface="Montserrat"/>
                <a:cs typeface="Montserrat"/>
              </a:rPr>
              <a:t>|</a:t>
            </a:r>
            <a:r>
              <a:rPr sz="1400" spc="270" dirty="0">
                <a:solidFill>
                  <a:srgbClr val="6D6E71"/>
                </a:solidFill>
                <a:latin typeface="Montserrat"/>
                <a:cs typeface="Montserrat"/>
              </a:rPr>
              <a:t> </a:t>
            </a:r>
            <a:r>
              <a:rPr sz="1400" spc="-10" dirty="0">
                <a:solidFill>
                  <a:srgbClr val="6D6E71"/>
                </a:solidFill>
                <a:latin typeface="Montserrat"/>
                <a:cs typeface="Montserrat"/>
              </a:rPr>
              <a:t>ISO</a:t>
            </a:r>
            <a:r>
              <a:rPr sz="1400" spc="-75" dirty="0">
                <a:solidFill>
                  <a:srgbClr val="6D6E71"/>
                </a:solidFill>
                <a:latin typeface="Montserrat"/>
                <a:cs typeface="Montserrat"/>
              </a:rPr>
              <a:t> </a:t>
            </a:r>
            <a:r>
              <a:rPr sz="1400" spc="-25" dirty="0">
                <a:solidFill>
                  <a:srgbClr val="6D6E71"/>
                </a:solidFill>
                <a:latin typeface="Montserrat"/>
                <a:cs typeface="Montserrat"/>
              </a:rPr>
              <a:t>9001</a:t>
            </a:r>
            <a:r>
              <a:rPr sz="1400" spc="-75" dirty="0">
                <a:solidFill>
                  <a:srgbClr val="6D6E71"/>
                </a:solidFill>
                <a:latin typeface="Montserrat"/>
                <a:cs typeface="Montserrat"/>
              </a:rPr>
              <a:t> </a:t>
            </a:r>
            <a:r>
              <a:rPr sz="1400" spc="-25" dirty="0">
                <a:solidFill>
                  <a:srgbClr val="6D6E71"/>
                </a:solidFill>
                <a:latin typeface="Montserrat"/>
                <a:cs typeface="Montserrat"/>
              </a:rPr>
              <a:t>ISO/IEC</a:t>
            </a:r>
            <a:r>
              <a:rPr sz="1400" spc="-75" dirty="0">
                <a:solidFill>
                  <a:srgbClr val="6D6E71"/>
                </a:solidFill>
                <a:latin typeface="Montserrat"/>
                <a:cs typeface="Montserrat"/>
              </a:rPr>
              <a:t> </a:t>
            </a:r>
            <a:r>
              <a:rPr sz="1400" spc="-20" dirty="0">
                <a:solidFill>
                  <a:srgbClr val="6D6E71"/>
                </a:solidFill>
                <a:latin typeface="Montserrat"/>
                <a:cs typeface="Montserrat"/>
              </a:rPr>
              <a:t>20000;</a:t>
            </a:r>
            <a:r>
              <a:rPr sz="1400" spc="-75" dirty="0">
                <a:solidFill>
                  <a:srgbClr val="6D6E71"/>
                </a:solidFill>
                <a:latin typeface="Montserrat"/>
                <a:cs typeface="Montserrat"/>
              </a:rPr>
              <a:t> </a:t>
            </a:r>
            <a:r>
              <a:rPr sz="1400" spc="-10" dirty="0">
                <a:solidFill>
                  <a:srgbClr val="6D6E71"/>
                </a:solidFill>
                <a:latin typeface="Montserrat"/>
                <a:cs typeface="Montserrat"/>
              </a:rPr>
              <a:t>CMMI</a:t>
            </a:r>
            <a:r>
              <a:rPr sz="1400" spc="-75" dirty="0">
                <a:solidFill>
                  <a:srgbClr val="6D6E71"/>
                </a:solidFill>
                <a:latin typeface="Montserrat"/>
                <a:cs typeface="Montserrat"/>
              </a:rPr>
              <a:t> </a:t>
            </a:r>
            <a:r>
              <a:rPr sz="1400" spc="-30" dirty="0">
                <a:solidFill>
                  <a:srgbClr val="6D6E71"/>
                </a:solidFill>
                <a:latin typeface="Montserrat"/>
                <a:cs typeface="Montserrat"/>
              </a:rPr>
              <a:t>Level</a:t>
            </a:r>
            <a:r>
              <a:rPr sz="1400" spc="-75" dirty="0">
                <a:solidFill>
                  <a:srgbClr val="6D6E71"/>
                </a:solidFill>
                <a:latin typeface="Montserrat"/>
                <a:cs typeface="Montserrat"/>
              </a:rPr>
              <a:t> </a:t>
            </a:r>
            <a:r>
              <a:rPr sz="1400" spc="20" dirty="0">
                <a:solidFill>
                  <a:srgbClr val="6D6E71"/>
                </a:solidFill>
                <a:latin typeface="Montserrat"/>
                <a:cs typeface="Montserrat"/>
              </a:rPr>
              <a:t>3</a:t>
            </a:r>
            <a:r>
              <a:rPr sz="1400" spc="270" dirty="0">
                <a:solidFill>
                  <a:srgbClr val="6D6E71"/>
                </a:solidFill>
                <a:latin typeface="Montserrat"/>
                <a:cs typeface="Montserrat"/>
              </a:rPr>
              <a:t> </a:t>
            </a:r>
            <a:r>
              <a:rPr sz="1400" spc="10" dirty="0">
                <a:solidFill>
                  <a:srgbClr val="6D6E71"/>
                </a:solidFill>
                <a:latin typeface="Montserrat"/>
                <a:cs typeface="Montserrat"/>
              </a:rPr>
              <a:t>|</a:t>
            </a:r>
            <a:r>
              <a:rPr sz="1400" spc="270" dirty="0">
                <a:solidFill>
                  <a:srgbClr val="6D6E71"/>
                </a:solidFill>
                <a:latin typeface="Montserrat"/>
                <a:cs typeface="Montserrat"/>
              </a:rPr>
              <a:t> </a:t>
            </a:r>
            <a:r>
              <a:rPr sz="1400" spc="-20" dirty="0">
                <a:solidFill>
                  <a:srgbClr val="6D6E71"/>
                </a:solidFill>
                <a:latin typeface="Montserrat"/>
                <a:cs typeface="Montserrat"/>
              </a:rPr>
              <a:t>ITIL</a:t>
            </a:r>
            <a:r>
              <a:rPr sz="1400" spc="-75" dirty="0">
                <a:solidFill>
                  <a:srgbClr val="6D6E71"/>
                </a:solidFill>
                <a:latin typeface="Montserrat"/>
                <a:cs typeface="Montserrat"/>
              </a:rPr>
              <a:t> </a:t>
            </a:r>
            <a:r>
              <a:rPr sz="1400" spc="-25" dirty="0">
                <a:solidFill>
                  <a:srgbClr val="6D6E71"/>
                </a:solidFill>
                <a:latin typeface="Montserrat"/>
                <a:cs typeface="Montserrat"/>
              </a:rPr>
              <a:t>Authorized</a:t>
            </a:r>
            <a:r>
              <a:rPr sz="1400" spc="-75" dirty="0">
                <a:solidFill>
                  <a:srgbClr val="6D6E71"/>
                </a:solidFill>
                <a:latin typeface="Montserrat"/>
                <a:cs typeface="Montserrat"/>
              </a:rPr>
              <a:t> </a:t>
            </a:r>
            <a:r>
              <a:rPr sz="1400" spc="-25" dirty="0">
                <a:solidFill>
                  <a:srgbClr val="6D6E71"/>
                </a:solidFill>
                <a:latin typeface="Montserrat"/>
                <a:cs typeface="Montserrat"/>
              </a:rPr>
              <a:t>Training</a:t>
            </a:r>
            <a:r>
              <a:rPr sz="1400" spc="-75" dirty="0">
                <a:solidFill>
                  <a:srgbClr val="6D6E71"/>
                </a:solidFill>
                <a:latin typeface="Montserrat"/>
                <a:cs typeface="Montserrat"/>
              </a:rPr>
              <a:t> </a:t>
            </a:r>
            <a:r>
              <a:rPr sz="1400" spc="-25" dirty="0">
                <a:solidFill>
                  <a:srgbClr val="6D6E71"/>
                </a:solidFill>
                <a:latin typeface="Montserrat"/>
                <a:cs typeface="Montserrat"/>
              </a:rPr>
              <a:t>Associate</a:t>
            </a:r>
            <a:r>
              <a:rPr sz="1400" spc="-75" dirty="0">
                <a:solidFill>
                  <a:srgbClr val="6D6E71"/>
                </a:solidFill>
                <a:latin typeface="Montserrat"/>
                <a:cs typeface="Montserrat"/>
              </a:rPr>
              <a:t> </a:t>
            </a:r>
            <a:r>
              <a:rPr sz="1400" spc="-45" dirty="0">
                <a:solidFill>
                  <a:srgbClr val="6D6E71"/>
                </a:solidFill>
                <a:latin typeface="Montserrat"/>
                <a:cs typeface="Montserrat"/>
              </a:rPr>
              <a:t>(ATA)</a:t>
            </a:r>
            <a:endParaRPr sz="1400" dirty="0">
              <a:latin typeface="Montserrat"/>
              <a:cs typeface="Montserrat"/>
            </a:endParaRPr>
          </a:p>
          <a:p>
            <a:pPr marL="12700">
              <a:lnSpc>
                <a:spcPct val="100000"/>
              </a:lnSpc>
              <a:spcBef>
                <a:spcPts val="375"/>
              </a:spcBef>
            </a:pPr>
            <a:r>
              <a:rPr sz="1400" spc="-20" dirty="0">
                <a:solidFill>
                  <a:srgbClr val="6D6E71"/>
                </a:solidFill>
                <a:latin typeface="Montserrat"/>
                <a:cs typeface="Montserrat"/>
              </a:rPr>
              <a:t>11490 </a:t>
            </a:r>
            <a:r>
              <a:rPr sz="1400" spc="-25" dirty="0">
                <a:solidFill>
                  <a:srgbClr val="6D6E71"/>
                </a:solidFill>
                <a:latin typeface="Montserrat"/>
                <a:cs typeface="Montserrat"/>
              </a:rPr>
              <a:t>Commerce </a:t>
            </a:r>
            <a:r>
              <a:rPr sz="1400" spc="-20" dirty="0">
                <a:solidFill>
                  <a:srgbClr val="6D6E71"/>
                </a:solidFill>
                <a:latin typeface="Montserrat"/>
                <a:cs typeface="Montserrat"/>
              </a:rPr>
              <a:t>Park </a:t>
            </a:r>
            <a:r>
              <a:rPr sz="1400" spc="-25" dirty="0">
                <a:solidFill>
                  <a:srgbClr val="6D6E71"/>
                </a:solidFill>
                <a:latin typeface="Montserrat"/>
                <a:cs typeface="Montserrat"/>
              </a:rPr>
              <a:t>Drive, Suite </a:t>
            </a:r>
            <a:r>
              <a:rPr sz="1400" spc="-20" dirty="0">
                <a:solidFill>
                  <a:srgbClr val="6D6E71"/>
                </a:solidFill>
                <a:latin typeface="Montserrat"/>
                <a:cs typeface="Montserrat"/>
              </a:rPr>
              <a:t>340, </a:t>
            </a:r>
            <a:r>
              <a:rPr sz="1400" spc="-25" dirty="0">
                <a:solidFill>
                  <a:srgbClr val="6D6E71"/>
                </a:solidFill>
                <a:latin typeface="Montserrat"/>
                <a:cs typeface="Montserrat"/>
              </a:rPr>
              <a:t>Reston, VA </a:t>
            </a:r>
            <a:r>
              <a:rPr sz="1400" spc="-20" dirty="0">
                <a:solidFill>
                  <a:srgbClr val="6D6E71"/>
                </a:solidFill>
                <a:latin typeface="Montserrat"/>
                <a:cs typeface="Montserrat"/>
              </a:rPr>
              <a:t>20191 </a:t>
            </a:r>
            <a:r>
              <a:rPr sz="1400" spc="10" dirty="0">
                <a:solidFill>
                  <a:srgbClr val="6D6E71"/>
                </a:solidFill>
                <a:latin typeface="Montserrat"/>
                <a:cs typeface="Montserrat"/>
              </a:rPr>
              <a:t>| </a:t>
            </a:r>
            <a:r>
              <a:rPr sz="1400" spc="-5" dirty="0">
                <a:solidFill>
                  <a:srgbClr val="6D6E71"/>
                </a:solidFill>
                <a:latin typeface="Montserrat"/>
                <a:cs typeface="Montserrat"/>
              </a:rPr>
              <a:t>Office: </a:t>
            </a:r>
            <a:r>
              <a:rPr sz="1400" spc="-30" dirty="0">
                <a:solidFill>
                  <a:srgbClr val="6D6E71"/>
                </a:solidFill>
                <a:latin typeface="Montserrat"/>
                <a:cs typeface="Montserrat"/>
              </a:rPr>
              <a:t>(703) </a:t>
            </a:r>
            <a:r>
              <a:rPr sz="1400" spc="-25" dirty="0">
                <a:solidFill>
                  <a:srgbClr val="6D6E71"/>
                </a:solidFill>
                <a:latin typeface="Montserrat"/>
                <a:cs typeface="Montserrat"/>
              </a:rPr>
              <a:t>391-2800 </a:t>
            </a:r>
            <a:r>
              <a:rPr sz="1400" spc="10" dirty="0">
                <a:solidFill>
                  <a:srgbClr val="6D6E71"/>
                </a:solidFill>
                <a:latin typeface="Montserrat"/>
                <a:cs typeface="Montserrat"/>
              </a:rPr>
              <a:t>| </a:t>
            </a:r>
            <a:r>
              <a:rPr sz="1400" spc="-30" dirty="0">
                <a:solidFill>
                  <a:srgbClr val="6D6E71"/>
                </a:solidFill>
                <a:latin typeface="Montserrat"/>
                <a:cs typeface="Montserrat"/>
              </a:rPr>
              <a:t>Fax: (703) </a:t>
            </a:r>
            <a:r>
              <a:rPr sz="1400" spc="-25" dirty="0">
                <a:solidFill>
                  <a:srgbClr val="6D6E71"/>
                </a:solidFill>
                <a:latin typeface="Montserrat"/>
                <a:cs typeface="Montserrat"/>
              </a:rPr>
              <a:t>391-2833 </a:t>
            </a:r>
            <a:r>
              <a:rPr sz="1400" spc="10" dirty="0">
                <a:solidFill>
                  <a:srgbClr val="6D6E71"/>
                </a:solidFill>
                <a:latin typeface="Montserrat"/>
                <a:cs typeface="Montserrat"/>
              </a:rPr>
              <a:t>|</a:t>
            </a:r>
            <a:r>
              <a:rPr sz="1400" spc="-100" dirty="0">
                <a:solidFill>
                  <a:srgbClr val="6D6E71"/>
                </a:solidFill>
                <a:latin typeface="Montserrat"/>
                <a:cs typeface="Montserrat"/>
              </a:rPr>
              <a:t> </a:t>
            </a:r>
            <a:r>
              <a:rPr sz="1400" spc="-30" dirty="0">
                <a:solidFill>
                  <a:srgbClr val="6D6E71"/>
                </a:solidFill>
                <a:latin typeface="Montserrat"/>
                <a:cs typeface="Montserrat"/>
                <a:hlinkClick r:id="rId2"/>
              </a:rPr>
              <a:t>www.aceinfosolutions.com</a:t>
            </a:r>
            <a:endParaRPr sz="1400" dirty="0">
              <a:latin typeface="Montserrat"/>
              <a:cs typeface="Montserrat"/>
            </a:endParaRPr>
          </a:p>
        </p:txBody>
      </p:sp>
      <p:sp>
        <p:nvSpPr>
          <p:cNvPr id="8" name="object 324">
            <a:extLst>
              <a:ext uri="{FF2B5EF4-FFF2-40B4-BE49-F238E27FC236}">
                <a16:creationId xmlns:a16="http://schemas.microsoft.com/office/drawing/2014/main" id="{799D9B8E-1240-4897-ADB1-EEB2F771B9A7}"/>
              </a:ext>
            </a:extLst>
          </p:cNvPr>
          <p:cNvSpPr txBox="1">
            <a:spLocks/>
          </p:cNvSpPr>
          <p:nvPr userDrawn="1"/>
        </p:nvSpPr>
        <p:spPr>
          <a:xfrm>
            <a:off x="18596293" y="10455275"/>
            <a:ext cx="449350" cy="250710"/>
          </a:xfrm>
          <a:prstGeom prst="rect">
            <a:avLst/>
          </a:prstGeom>
        </p:spPr>
        <p:txBody>
          <a:bodyPr vert="horz" wrap="square" lIns="0" tIns="4445" rIns="0" bIns="0" rtlCol="0">
            <a:spAutoFit/>
          </a:bodyPr>
          <a:lstStyle>
            <a:defPPr>
              <a:defRPr lang="en-US"/>
            </a:defPPr>
            <a:lvl1pPr marL="0" algn="l" defTabSz="914400" rtl="0" eaLnBrk="1" latinLnBrk="0" hangingPunct="1">
              <a:defRPr sz="2450" b="0" i="0" kern="1200">
                <a:solidFill>
                  <a:srgbClr val="939598"/>
                </a:solidFill>
                <a:latin typeface="Montserrat"/>
                <a:ea typeface="+mn-ea"/>
                <a:cs typeface="Montserra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400">
              <a:spcBef>
                <a:spcPts val="35"/>
              </a:spcBef>
            </a:pPr>
            <a:fld id="{81D60167-4931-47E6-BA6A-407CBD079E47}" type="slidenum">
              <a:rPr lang="en-US" sz="1600" b="0" kern="1200" spc="-25" smtClean="0">
                <a:solidFill>
                  <a:srgbClr val="6D6E71"/>
                </a:solidFill>
                <a:latin typeface="Montserrat"/>
                <a:ea typeface="+mn-ea"/>
              </a:rPr>
              <a:pPr marL="25400">
                <a:spcBef>
                  <a:spcPts val="35"/>
                </a:spcBef>
              </a:pPr>
              <a:t>‹#›</a:t>
            </a:fld>
            <a:endParaRPr lang="en-US" sz="1400" b="0" kern="1200" spc="-25" dirty="0">
              <a:solidFill>
                <a:srgbClr val="6D6E71"/>
              </a:solidFill>
              <a:latin typeface="Montserrat"/>
              <a:ea typeface="+mn-e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14" name="object 323">
            <a:extLst>
              <a:ext uri="{FF2B5EF4-FFF2-40B4-BE49-F238E27FC236}">
                <a16:creationId xmlns:a16="http://schemas.microsoft.com/office/drawing/2014/main" id="{0F3B2649-CD6F-414E-98EC-19D05EF0B31A}"/>
              </a:ext>
            </a:extLst>
          </p:cNvPr>
          <p:cNvSpPr txBox="1"/>
          <p:nvPr userDrawn="1"/>
        </p:nvSpPr>
        <p:spPr>
          <a:xfrm>
            <a:off x="2279650" y="10403205"/>
            <a:ext cx="15011400" cy="509270"/>
          </a:xfrm>
          <a:prstGeom prst="rect">
            <a:avLst/>
          </a:prstGeom>
        </p:spPr>
        <p:txBody>
          <a:bodyPr vert="horz" wrap="square" lIns="0" tIns="11430" rIns="0" bIns="0" rtlCol="0">
            <a:spAutoFit/>
          </a:bodyPr>
          <a:lstStyle/>
          <a:p>
            <a:pPr marL="12700">
              <a:lnSpc>
                <a:spcPct val="100000"/>
              </a:lnSpc>
              <a:spcBef>
                <a:spcPts val="90"/>
              </a:spcBef>
            </a:pPr>
            <a:r>
              <a:rPr sz="1400" spc="-5" dirty="0">
                <a:solidFill>
                  <a:srgbClr val="6D6E71"/>
                </a:solidFill>
                <a:latin typeface="Montserrat"/>
                <a:cs typeface="Montserrat"/>
              </a:rPr>
              <a:t>DHS</a:t>
            </a:r>
            <a:r>
              <a:rPr sz="1400" spc="-75" dirty="0">
                <a:solidFill>
                  <a:srgbClr val="6D6E71"/>
                </a:solidFill>
                <a:latin typeface="Montserrat"/>
                <a:cs typeface="Montserrat"/>
              </a:rPr>
              <a:t> </a:t>
            </a:r>
            <a:r>
              <a:rPr sz="1400" spc="-15" dirty="0">
                <a:solidFill>
                  <a:srgbClr val="6D6E71"/>
                </a:solidFill>
                <a:latin typeface="Montserrat"/>
                <a:cs typeface="Montserrat"/>
              </a:rPr>
              <a:t>EAGLE</a:t>
            </a:r>
            <a:r>
              <a:rPr sz="1400" spc="-75" dirty="0">
                <a:solidFill>
                  <a:srgbClr val="6D6E71"/>
                </a:solidFill>
                <a:latin typeface="Montserrat"/>
                <a:cs typeface="Montserrat"/>
              </a:rPr>
              <a:t> </a:t>
            </a:r>
            <a:r>
              <a:rPr sz="1400" spc="-20" dirty="0">
                <a:solidFill>
                  <a:srgbClr val="6D6E71"/>
                </a:solidFill>
                <a:latin typeface="Montserrat"/>
                <a:cs typeface="Montserrat"/>
              </a:rPr>
              <a:t>II,</a:t>
            </a:r>
            <a:r>
              <a:rPr sz="1400" spc="-75" dirty="0">
                <a:solidFill>
                  <a:srgbClr val="6D6E71"/>
                </a:solidFill>
                <a:latin typeface="Montserrat"/>
                <a:cs typeface="Montserrat"/>
              </a:rPr>
              <a:t> </a:t>
            </a:r>
            <a:r>
              <a:rPr sz="1400" spc="-5" dirty="0">
                <a:solidFill>
                  <a:srgbClr val="6D6E71"/>
                </a:solidFill>
                <a:latin typeface="Montserrat"/>
                <a:cs typeface="Montserrat"/>
              </a:rPr>
              <a:t>GSA</a:t>
            </a:r>
            <a:r>
              <a:rPr sz="1400" spc="-75" dirty="0">
                <a:solidFill>
                  <a:srgbClr val="6D6E71"/>
                </a:solidFill>
                <a:latin typeface="Montserrat"/>
                <a:cs typeface="Montserrat"/>
              </a:rPr>
              <a:t> </a:t>
            </a:r>
            <a:r>
              <a:rPr sz="1400" spc="-25" dirty="0">
                <a:solidFill>
                  <a:srgbClr val="6D6E71"/>
                </a:solidFill>
                <a:latin typeface="Montserrat"/>
                <a:cs typeface="Montserrat"/>
              </a:rPr>
              <a:t>Alliant</a:t>
            </a:r>
            <a:r>
              <a:rPr sz="1400" spc="-75" dirty="0">
                <a:solidFill>
                  <a:srgbClr val="6D6E71"/>
                </a:solidFill>
                <a:latin typeface="Montserrat"/>
                <a:cs typeface="Montserrat"/>
              </a:rPr>
              <a:t> </a:t>
            </a:r>
            <a:r>
              <a:rPr sz="1400" spc="-20" dirty="0">
                <a:solidFill>
                  <a:srgbClr val="6D6E71"/>
                </a:solidFill>
                <a:latin typeface="Montserrat"/>
                <a:cs typeface="Montserrat"/>
              </a:rPr>
              <a:t>II,</a:t>
            </a:r>
            <a:r>
              <a:rPr sz="1400" spc="-75" dirty="0">
                <a:solidFill>
                  <a:srgbClr val="6D6E71"/>
                </a:solidFill>
                <a:latin typeface="Montserrat"/>
                <a:cs typeface="Montserrat"/>
              </a:rPr>
              <a:t> </a:t>
            </a:r>
            <a:r>
              <a:rPr sz="1400" spc="-5" dirty="0">
                <a:solidFill>
                  <a:srgbClr val="6D6E71"/>
                </a:solidFill>
                <a:latin typeface="Montserrat"/>
                <a:cs typeface="Montserrat"/>
              </a:rPr>
              <a:t>GSA</a:t>
            </a:r>
            <a:r>
              <a:rPr sz="1400" spc="-75" dirty="0">
                <a:solidFill>
                  <a:srgbClr val="6D6E71"/>
                </a:solidFill>
                <a:latin typeface="Montserrat"/>
                <a:cs typeface="Montserrat"/>
              </a:rPr>
              <a:t> </a:t>
            </a:r>
            <a:r>
              <a:rPr sz="1400" spc="-15" dirty="0">
                <a:solidFill>
                  <a:srgbClr val="6D6E71"/>
                </a:solidFill>
                <a:latin typeface="Montserrat"/>
                <a:cs typeface="Montserrat"/>
              </a:rPr>
              <a:t>OASIS,</a:t>
            </a:r>
            <a:r>
              <a:rPr sz="1400" spc="-75" dirty="0">
                <a:solidFill>
                  <a:srgbClr val="6D6E71"/>
                </a:solidFill>
                <a:latin typeface="Montserrat"/>
                <a:cs typeface="Montserrat"/>
              </a:rPr>
              <a:t> </a:t>
            </a:r>
            <a:r>
              <a:rPr sz="1400" spc="-20" dirty="0">
                <a:solidFill>
                  <a:srgbClr val="6D6E71"/>
                </a:solidFill>
                <a:latin typeface="Montserrat"/>
                <a:cs typeface="Montserrat"/>
              </a:rPr>
              <a:t>Schedule</a:t>
            </a:r>
            <a:r>
              <a:rPr sz="1400" spc="-75" dirty="0">
                <a:solidFill>
                  <a:srgbClr val="6D6E71"/>
                </a:solidFill>
                <a:latin typeface="Montserrat"/>
                <a:cs typeface="Montserrat"/>
              </a:rPr>
              <a:t> </a:t>
            </a:r>
            <a:r>
              <a:rPr sz="1400" spc="-30" dirty="0">
                <a:solidFill>
                  <a:srgbClr val="6D6E71"/>
                </a:solidFill>
                <a:latin typeface="Montserrat"/>
                <a:cs typeface="Montserrat"/>
              </a:rPr>
              <a:t>70,</a:t>
            </a:r>
            <a:r>
              <a:rPr sz="1400" spc="-75" dirty="0">
                <a:solidFill>
                  <a:srgbClr val="6D6E71"/>
                </a:solidFill>
                <a:latin typeface="Montserrat"/>
                <a:cs typeface="Montserrat"/>
              </a:rPr>
              <a:t> </a:t>
            </a:r>
            <a:r>
              <a:rPr sz="1400" spc="-15" dirty="0">
                <a:solidFill>
                  <a:srgbClr val="6D6E71"/>
                </a:solidFill>
                <a:latin typeface="Montserrat"/>
                <a:cs typeface="Montserrat"/>
              </a:rPr>
              <a:t>DISA</a:t>
            </a:r>
            <a:r>
              <a:rPr sz="1400" spc="-75" dirty="0">
                <a:solidFill>
                  <a:srgbClr val="6D6E71"/>
                </a:solidFill>
                <a:latin typeface="Montserrat"/>
                <a:cs typeface="Montserrat"/>
              </a:rPr>
              <a:t> </a:t>
            </a:r>
            <a:r>
              <a:rPr sz="1400" spc="-15" dirty="0">
                <a:solidFill>
                  <a:srgbClr val="6D6E71"/>
                </a:solidFill>
                <a:latin typeface="Montserrat"/>
                <a:cs typeface="Montserrat"/>
              </a:rPr>
              <a:t>ENCORE</a:t>
            </a:r>
            <a:r>
              <a:rPr sz="1400" spc="-75" dirty="0">
                <a:solidFill>
                  <a:srgbClr val="6D6E71"/>
                </a:solidFill>
                <a:latin typeface="Montserrat"/>
                <a:cs typeface="Montserrat"/>
              </a:rPr>
              <a:t> </a:t>
            </a:r>
            <a:r>
              <a:rPr sz="1400" spc="-25" dirty="0">
                <a:solidFill>
                  <a:srgbClr val="6D6E71"/>
                </a:solidFill>
                <a:latin typeface="Montserrat"/>
                <a:cs typeface="Montserrat"/>
              </a:rPr>
              <a:t>III,</a:t>
            </a:r>
            <a:r>
              <a:rPr sz="1400" spc="-75" dirty="0">
                <a:solidFill>
                  <a:srgbClr val="6D6E71"/>
                </a:solidFill>
                <a:latin typeface="Montserrat"/>
                <a:cs typeface="Montserrat"/>
              </a:rPr>
              <a:t> </a:t>
            </a:r>
            <a:r>
              <a:rPr sz="1400" spc="-10" dirty="0">
                <a:solidFill>
                  <a:srgbClr val="6D6E71"/>
                </a:solidFill>
                <a:latin typeface="Montserrat"/>
                <a:cs typeface="Montserrat"/>
              </a:rPr>
              <a:t>DOJ</a:t>
            </a:r>
            <a:r>
              <a:rPr sz="1400" spc="-70" dirty="0">
                <a:solidFill>
                  <a:srgbClr val="6D6E71"/>
                </a:solidFill>
                <a:latin typeface="Montserrat"/>
                <a:cs typeface="Montserrat"/>
              </a:rPr>
              <a:t> </a:t>
            </a:r>
            <a:r>
              <a:rPr sz="1400" spc="-20" dirty="0">
                <a:solidFill>
                  <a:srgbClr val="6D6E71"/>
                </a:solidFill>
                <a:latin typeface="Montserrat"/>
                <a:cs typeface="Montserrat"/>
              </a:rPr>
              <a:t>ITSS</a:t>
            </a:r>
            <a:r>
              <a:rPr sz="1400" spc="-75" dirty="0">
                <a:solidFill>
                  <a:srgbClr val="6D6E71"/>
                </a:solidFill>
                <a:latin typeface="Montserrat"/>
                <a:cs typeface="Montserrat"/>
              </a:rPr>
              <a:t> </a:t>
            </a:r>
            <a:r>
              <a:rPr sz="1400" spc="-10" dirty="0">
                <a:solidFill>
                  <a:srgbClr val="6D6E71"/>
                </a:solidFill>
                <a:latin typeface="Montserrat"/>
                <a:cs typeface="Montserrat"/>
              </a:rPr>
              <a:t>IV</a:t>
            </a:r>
            <a:r>
              <a:rPr sz="1400" spc="-75" dirty="0">
                <a:solidFill>
                  <a:srgbClr val="6D6E71"/>
                </a:solidFill>
                <a:latin typeface="Montserrat"/>
                <a:cs typeface="Montserrat"/>
              </a:rPr>
              <a:t> </a:t>
            </a:r>
            <a:r>
              <a:rPr sz="1400" spc="-35" dirty="0">
                <a:solidFill>
                  <a:srgbClr val="6D6E71"/>
                </a:solidFill>
                <a:latin typeface="Montserrat"/>
                <a:cs typeface="Montserrat"/>
              </a:rPr>
              <a:t>Vehicles</a:t>
            </a:r>
            <a:r>
              <a:rPr sz="1400" spc="265" dirty="0">
                <a:solidFill>
                  <a:srgbClr val="6D6E71"/>
                </a:solidFill>
                <a:latin typeface="Montserrat"/>
                <a:cs typeface="Montserrat"/>
              </a:rPr>
              <a:t> </a:t>
            </a:r>
            <a:r>
              <a:rPr sz="1400" spc="10" dirty="0">
                <a:solidFill>
                  <a:srgbClr val="6D6E71"/>
                </a:solidFill>
                <a:latin typeface="Montserrat"/>
                <a:cs typeface="Montserrat"/>
              </a:rPr>
              <a:t>|</a:t>
            </a:r>
            <a:r>
              <a:rPr sz="1400" spc="270" dirty="0">
                <a:solidFill>
                  <a:srgbClr val="6D6E71"/>
                </a:solidFill>
                <a:latin typeface="Montserrat"/>
                <a:cs typeface="Montserrat"/>
              </a:rPr>
              <a:t> </a:t>
            </a:r>
            <a:r>
              <a:rPr sz="1400" spc="-10" dirty="0">
                <a:solidFill>
                  <a:srgbClr val="6D6E71"/>
                </a:solidFill>
                <a:latin typeface="Montserrat"/>
                <a:cs typeface="Montserrat"/>
              </a:rPr>
              <a:t>ISO</a:t>
            </a:r>
            <a:r>
              <a:rPr sz="1400" spc="-75" dirty="0">
                <a:solidFill>
                  <a:srgbClr val="6D6E71"/>
                </a:solidFill>
                <a:latin typeface="Montserrat"/>
                <a:cs typeface="Montserrat"/>
              </a:rPr>
              <a:t> </a:t>
            </a:r>
            <a:r>
              <a:rPr sz="1400" spc="-25" dirty="0">
                <a:solidFill>
                  <a:srgbClr val="6D6E71"/>
                </a:solidFill>
                <a:latin typeface="Montserrat"/>
                <a:cs typeface="Montserrat"/>
              </a:rPr>
              <a:t>9001</a:t>
            </a:r>
            <a:r>
              <a:rPr sz="1400" spc="-75" dirty="0">
                <a:solidFill>
                  <a:srgbClr val="6D6E71"/>
                </a:solidFill>
                <a:latin typeface="Montserrat"/>
                <a:cs typeface="Montserrat"/>
              </a:rPr>
              <a:t> </a:t>
            </a:r>
            <a:r>
              <a:rPr sz="1400" spc="-25" dirty="0">
                <a:solidFill>
                  <a:srgbClr val="6D6E71"/>
                </a:solidFill>
                <a:latin typeface="Montserrat"/>
                <a:cs typeface="Montserrat"/>
              </a:rPr>
              <a:t>ISO/IEC</a:t>
            </a:r>
            <a:r>
              <a:rPr sz="1400" spc="-75" dirty="0">
                <a:solidFill>
                  <a:srgbClr val="6D6E71"/>
                </a:solidFill>
                <a:latin typeface="Montserrat"/>
                <a:cs typeface="Montserrat"/>
              </a:rPr>
              <a:t> </a:t>
            </a:r>
            <a:r>
              <a:rPr sz="1400" spc="-20" dirty="0">
                <a:solidFill>
                  <a:srgbClr val="6D6E71"/>
                </a:solidFill>
                <a:latin typeface="Montserrat"/>
                <a:cs typeface="Montserrat"/>
              </a:rPr>
              <a:t>20000;</a:t>
            </a:r>
            <a:r>
              <a:rPr sz="1400" spc="-75" dirty="0">
                <a:solidFill>
                  <a:srgbClr val="6D6E71"/>
                </a:solidFill>
                <a:latin typeface="Montserrat"/>
                <a:cs typeface="Montserrat"/>
              </a:rPr>
              <a:t> </a:t>
            </a:r>
            <a:r>
              <a:rPr sz="1400" spc="-10" dirty="0">
                <a:solidFill>
                  <a:srgbClr val="6D6E71"/>
                </a:solidFill>
                <a:latin typeface="Montserrat"/>
                <a:cs typeface="Montserrat"/>
              </a:rPr>
              <a:t>CMMI</a:t>
            </a:r>
            <a:r>
              <a:rPr sz="1400" spc="-75" dirty="0">
                <a:solidFill>
                  <a:srgbClr val="6D6E71"/>
                </a:solidFill>
                <a:latin typeface="Montserrat"/>
                <a:cs typeface="Montserrat"/>
              </a:rPr>
              <a:t> </a:t>
            </a:r>
            <a:r>
              <a:rPr sz="1400" spc="-30" dirty="0">
                <a:solidFill>
                  <a:srgbClr val="6D6E71"/>
                </a:solidFill>
                <a:latin typeface="Montserrat"/>
                <a:cs typeface="Montserrat"/>
              </a:rPr>
              <a:t>Level</a:t>
            </a:r>
            <a:r>
              <a:rPr sz="1400" spc="-75" dirty="0">
                <a:solidFill>
                  <a:srgbClr val="6D6E71"/>
                </a:solidFill>
                <a:latin typeface="Montserrat"/>
                <a:cs typeface="Montserrat"/>
              </a:rPr>
              <a:t> </a:t>
            </a:r>
            <a:r>
              <a:rPr sz="1400" spc="20" dirty="0">
                <a:solidFill>
                  <a:srgbClr val="6D6E71"/>
                </a:solidFill>
                <a:latin typeface="Montserrat"/>
                <a:cs typeface="Montserrat"/>
              </a:rPr>
              <a:t>3</a:t>
            </a:r>
            <a:r>
              <a:rPr sz="1400" spc="270" dirty="0">
                <a:solidFill>
                  <a:srgbClr val="6D6E71"/>
                </a:solidFill>
                <a:latin typeface="Montserrat"/>
                <a:cs typeface="Montserrat"/>
              </a:rPr>
              <a:t> </a:t>
            </a:r>
            <a:r>
              <a:rPr sz="1400" spc="10" dirty="0">
                <a:solidFill>
                  <a:srgbClr val="6D6E71"/>
                </a:solidFill>
                <a:latin typeface="Montserrat"/>
                <a:cs typeface="Montserrat"/>
              </a:rPr>
              <a:t>|</a:t>
            </a:r>
            <a:r>
              <a:rPr sz="1400" spc="270" dirty="0">
                <a:solidFill>
                  <a:srgbClr val="6D6E71"/>
                </a:solidFill>
                <a:latin typeface="Montserrat"/>
                <a:cs typeface="Montserrat"/>
              </a:rPr>
              <a:t> </a:t>
            </a:r>
            <a:r>
              <a:rPr sz="1400" spc="-20" dirty="0">
                <a:solidFill>
                  <a:srgbClr val="6D6E71"/>
                </a:solidFill>
                <a:latin typeface="Montserrat"/>
                <a:cs typeface="Montserrat"/>
              </a:rPr>
              <a:t>ITIL</a:t>
            </a:r>
            <a:r>
              <a:rPr sz="1400" spc="-75" dirty="0">
                <a:solidFill>
                  <a:srgbClr val="6D6E71"/>
                </a:solidFill>
                <a:latin typeface="Montserrat"/>
                <a:cs typeface="Montserrat"/>
              </a:rPr>
              <a:t> </a:t>
            </a:r>
            <a:r>
              <a:rPr sz="1400" spc="-25" dirty="0">
                <a:solidFill>
                  <a:srgbClr val="6D6E71"/>
                </a:solidFill>
                <a:latin typeface="Montserrat"/>
                <a:cs typeface="Montserrat"/>
              </a:rPr>
              <a:t>Authorized</a:t>
            </a:r>
            <a:r>
              <a:rPr sz="1400" spc="-75" dirty="0">
                <a:solidFill>
                  <a:srgbClr val="6D6E71"/>
                </a:solidFill>
                <a:latin typeface="Montserrat"/>
                <a:cs typeface="Montserrat"/>
              </a:rPr>
              <a:t> </a:t>
            </a:r>
            <a:r>
              <a:rPr sz="1400" spc="-25" dirty="0">
                <a:solidFill>
                  <a:srgbClr val="6D6E71"/>
                </a:solidFill>
                <a:latin typeface="Montserrat"/>
                <a:cs typeface="Montserrat"/>
              </a:rPr>
              <a:t>Training</a:t>
            </a:r>
            <a:r>
              <a:rPr sz="1400" spc="-75" dirty="0">
                <a:solidFill>
                  <a:srgbClr val="6D6E71"/>
                </a:solidFill>
                <a:latin typeface="Montserrat"/>
                <a:cs typeface="Montserrat"/>
              </a:rPr>
              <a:t> </a:t>
            </a:r>
            <a:r>
              <a:rPr sz="1400" spc="-25" dirty="0">
                <a:solidFill>
                  <a:srgbClr val="6D6E71"/>
                </a:solidFill>
                <a:latin typeface="Montserrat"/>
                <a:cs typeface="Montserrat"/>
              </a:rPr>
              <a:t>Associate</a:t>
            </a:r>
            <a:r>
              <a:rPr sz="1400" spc="-75" dirty="0">
                <a:solidFill>
                  <a:srgbClr val="6D6E71"/>
                </a:solidFill>
                <a:latin typeface="Montserrat"/>
                <a:cs typeface="Montserrat"/>
              </a:rPr>
              <a:t> </a:t>
            </a:r>
            <a:r>
              <a:rPr sz="1400" spc="-45" dirty="0">
                <a:solidFill>
                  <a:srgbClr val="6D6E71"/>
                </a:solidFill>
                <a:latin typeface="Montserrat"/>
                <a:cs typeface="Montserrat"/>
              </a:rPr>
              <a:t>(ATA)</a:t>
            </a:r>
            <a:endParaRPr sz="1400" dirty="0">
              <a:latin typeface="Montserrat"/>
              <a:cs typeface="Montserrat"/>
            </a:endParaRPr>
          </a:p>
          <a:p>
            <a:pPr marL="12700">
              <a:lnSpc>
                <a:spcPct val="100000"/>
              </a:lnSpc>
              <a:spcBef>
                <a:spcPts val="375"/>
              </a:spcBef>
            </a:pPr>
            <a:r>
              <a:rPr sz="1400" spc="-20" dirty="0">
                <a:solidFill>
                  <a:srgbClr val="6D6E71"/>
                </a:solidFill>
                <a:latin typeface="Montserrat"/>
                <a:cs typeface="Montserrat"/>
              </a:rPr>
              <a:t>11490 </a:t>
            </a:r>
            <a:r>
              <a:rPr sz="1400" spc="-25" dirty="0">
                <a:solidFill>
                  <a:srgbClr val="6D6E71"/>
                </a:solidFill>
                <a:latin typeface="Montserrat"/>
                <a:cs typeface="Montserrat"/>
              </a:rPr>
              <a:t>Commerce </a:t>
            </a:r>
            <a:r>
              <a:rPr sz="1400" spc="-20" dirty="0">
                <a:solidFill>
                  <a:srgbClr val="6D6E71"/>
                </a:solidFill>
                <a:latin typeface="Montserrat"/>
                <a:cs typeface="Montserrat"/>
              </a:rPr>
              <a:t>Park </a:t>
            </a:r>
            <a:r>
              <a:rPr sz="1400" spc="-25" dirty="0">
                <a:solidFill>
                  <a:srgbClr val="6D6E71"/>
                </a:solidFill>
                <a:latin typeface="Montserrat"/>
                <a:cs typeface="Montserrat"/>
              </a:rPr>
              <a:t>Drive, Suite </a:t>
            </a:r>
            <a:r>
              <a:rPr sz="1400" spc="-20" dirty="0">
                <a:solidFill>
                  <a:srgbClr val="6D6E71"/>
                </a:solidFill>
                <a:latin typeface="Montserrat"/>
                <a:cs typeface="Montserrat"/>
              </a:rPr>
              <a:t>340, </a:t>
            </a:r>
            <a:r>
              <a:rPr sz="1400" spc="-25" dirty="0">
                <a:solidFill>
                  <a:srgbClr val="6D6E71"/>
                </a:solidFill>
                <a:latin typeface="Montserrat"/>
                <a:cs typeface="Montserrat"/>
              </a:rPr>
              <a:t>Reston, VA </a:t>
            </a:r>
            <a:r>
              <a:rPr sz="1400" spc="-20" dirty="0">
                <a:solidFill>
                  <a:srgbClr val="6D6E71"/>
                </a:solidFill>
                <a:latin typeface="Montserrat"/>
                <a:cs typeface="Montserrat"/>
              </a:rPr>
              <a:t>20191 </a:t>
            </a:r>
            <a:r>
              <a:rPr sz="1400" spc="10" dirty="0">
                <a:solidFill>
                  <a:srgbClr val="6D6E71"/>
                </a:solidFill>
                <a:latin typeface="Montserrat"/>
                <a:cs typeface="Montserrat"/>
              </a:rPr>
              <a:t>| </a:t>
            </a:r>
            <a:r>
              <a:rPr sz="1400" spc="-5" dirty="0">
                <a:solidFill>
                  <a:srgbClr val="6D6E71"/>
                </a:solidFill>
                <a:latin typeface="Montserrat"/>
                <a:cs typeface="Montserrat"/>
              </a:rPr>
              <a:t>Office: </a:t>
            </a:r>
            <a:r>
              <a:rPr sz="1400" spc="-30" dirty="0">
                <a:solidFill>
                  <a:srgbClr val="6D6E71"/>
                </a:solidFill>
                <a:latin typeface="Montserrat"/>
                <a:cs typeface="Montserrat"/>
              </a:rPr>
              <a:t>(703) </a:t>
            </a:r>
            <a:r>
              <a:rPr sz="1400" spc="-25" dirty="0">
                <a:solidFill>
                  <a:srgbClr val="6D6E71"/>
                </a:solidFill>
                <a:latin typeface="Montserrat"/>
                <a:cs typeface="Montserrat"/>
              </a:rPr>
              <a:t>391-2800 </a:t>
            </a:r>
            <a:r>
              <a:rPr sz="1400" spc="10" dirty="0">
                <a:solidFill>
                  <a:srgbClr val="6D6E71"/>
                </a:solidFill>
                <a:latin typeface="Montserrat"/>
                <a:cs typeface="Montserrat"/>
              </a:rPr>
              <a:t>| </a:t>
            </a:r>
            <a:r>
              <a:rPr sz="1400" spc="-30" dirty="0">
                <a:solidFill>
                  <a:srgbClr val="6D6E71"/>
                </a:solidFill>
                <a:latin typeface="Montserrat"/>
                <a:cs typeface="Montserrat"/>
              </a:rPr>
              <a:t>Fax: (703) </a:t>
            </a:r>
            <a:r>
              <a:rPr sz="1400" spc="-25" dirty="0">
                <a:solidFill>
                  <a:srgbClr val="6D6E71"/>
                </a:solidFill>
                <a:latin typeface="Montserrat"/>
                <a:cs typeface="Montserrat"/>
              </a:rPr>
              <a:t>391-2833 </a:t>
            </a:r>
            <a:r>
              <a:rPr sz="1400" spc="10" dirty="0">
                <a:solidFill>
                  <a:srgbClr val="6D6E71"/>
                </a:solidFill>
                <a:latin typeface="Montserrat"/>
                <a:cs typeface="Montserrat"/>
              </a:rPr>
              <a:t>|</a:t>
            </a:r>
            <a:r>
              <a:rPr sz="1400" spc="-100" dirty="0">
                <a:solidFill>
                  <a:srgbClr val="6D6E71"/>
                </a:solidFill>
                <a:latin typeface="Montserrat"/>
                <a:cs typeface="Montserrat"/>
              </a:rPr>
              <a:t> </a:t>
            </a:r>
            <a:r>
              <a:rPr sz="1400" spc="-30" dirty="0">
                <a:solidFill>
                  <a:srgbClr val="6D6E71"/>
                </a:solidFill>
                <a:latin typeface="Montserrat"/>
                <a:cs typeface="Montserrat"/>
                <a:hlinkClick r:id="rId2"/>
              </a:rPr>
              <a:t>www.aceinfosolutions.com</a:t>
            </a:r>
            <a:endParaRPr sz="1400" dirty="0">
              <a:latin typeface="Montserrat"/>
              <a:cs typeface="Montserrat"/>
            </a:endParaRPr>
          </a:p>
        </p:txBody>
      </p:sp>
      <p:sp>
        <p:nvSpPr>
          <p:cNvPr id="15" name="object 324">
            <a:extLst>
              <a:ext uri="{FF2B5EF4-FFF2-40B4-BE49-F238E27FC236}">
                <a16:creationId xmlns:a16="http://schemas.microsoft.com/office/drawing/2014/main" id="{DF4D98FF-641D-4DFB-91B7-C9A834BBC7A9}"/>
              </a:ext>
            </a:extLst>
          </p:cNvPr>
          <p:cNvSpPr txBox="1">
            <a:spLocks/>
          </p:cNvSpPr>
          <p:nvPr userDrawn="1"/>
        </p:nvSpPr>
        <p:spPr>
          <a:xfrm>
            <a:off x="18596293" y="10455275"/>
            <a:ext cx="449350" cy="250710"/>
          </a:xfrm>
          <a:prstGeom prst="rect">
            <a:avLst/>
          </a:prstGeom>
        </p:spPr>
        <p:txBody>
          <a:bodyPr vert="horz" wrap="square" lIns="0" tIns="4445" rIns="0" bIns="0" rtlCol="0">
            <a:spAutoFit/>
          </a:bodyPr>
          <a:lstStyle>
            <a:defPPr>
              <a:defRPr lang="en-US"/>
            </a:defPPr>
            <a:lvl1pPr marL="0" algn="l" defTabSz="914400" rtl="0" eaLnBrk="1" latinLnBrk="0" hangingPunct="1">
              <a:defRPr sz="2450" b="0" i="0" kern="1200">
                <a:solidFill>
                  <a:srgbClr val="939598"/>
                </a:solidFill>
                <a:latin typeface="Montserrat"/>
                <a:ea typeface="+mn-ea"/>
                <a:cs typeface="Montserra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400">
              <a:spcBef>
                <a:spcPts val="35"/>
              </a:spcBef>
            </a:pPr>
            <a:fld id="{81D60167-4931-47E6-BA6A-407CBD079E47}" type="slidenum">
              <a:rPr lang="en-US" sz="1600" b="0" kern="1200" spc="-25" smtClean="0">
                <a:solidFill>
                  <a:srgbClr val="6D6E71"/>
                </a:solidFill>
                <a:latin typeface="Montserrat"/>
                <a:ea typeface="+mn-ea"/>
              </a:rPr>
              <a:pPr marL="25400">
                <a:spcBef>
                  <a:spcPts val="35"/>
                </a:spcBef>
              </a:pPr>
              <a:t>‹#›</a:t>
            </a:fld>
            <a:endParaRPr lang="en-US" sz="1400" b="0" kern="1200" spc="-25" dirty="0">
              <a:solidFill>
                <a:srgbClr val="6D6E71"/>
              </a:solidFill>
              <a:latin typeface="Montserrat"/>
              <a:ea typeface="+mn-e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11" name="object 323">
            <a:extLst>
              <a:ext uri="{FF2B5EF4-FFF2-40B4-BE49-F238E27FC236}">
                <a16:creationId xmlns:a16="http://schemas.microsoft.com/office/drawing/2014/main" id="{590C28A3-0431-4EFF-A026-4A85D12ACD51}"/>
              </a:ext>
            </a:extLst>
          </p:cNvPr>
          <p:cNvSpPr txBox="1"/>
          <p:nvPr userDrawn="1"/>
        </p:nvSpPr>
        <p:spPr>
          <a:xfrm>
            <a:off x="2279650" y="10403205"/>
            <a:ext cx="15011400" cy="509270"/>
          </a:xfrm>
          <a:prstGeom prst="rect">
            <a:avLst/>
          </a:prstGeom>
        </p:spPr>
        <p:txBody>
          <a:bodyPr vert="horz" wrap="square" lIns="0" tIns="11430" rIns="0" bIns="0" rtlCol="0">
            <a:spAutoFit/>
          </a:bodyPr>
          <a:lstStyle/>
          <a:p>
            <a:pPr marL="12700">
              <a:lnSpc>
                <a:spcPct val="100000"/>
              </a:lnSpc>
              <a:spcBef>
                <a:spcPts val="90"/>
              </a:spcBef>
            </a:pPr>
            <a:r>
              <a:rPr sz="1400" spc="-5" dirty="0">
                <a:solidFill>
                  <a:srgbClr val="6D6E71"/>
                </a:solidFill>
                <a:latin typeface="Montserrat"/>
                <a:cs typeface="Montserrat"/>
              </a:rPr>
              <a:t>DHS</a:t>
            </a:r>
            <a:r>
              <a:rPr sz="1400" spc="-75" dirty="0">
                <a:solidFill>
                  <a:srgbClr val="6D6E71"/>
                </a:solidFill>
                <a:latin typeface="Montserrat"/>
                <a:cs typeface="Montserrat"/>
              </a:rPr>
              <a:t> </a:t>
            </a:r>
            <a:r>
              <a:rPr sz="1400" spc="-15" dirty="0">
                <a:solidFill>
                  <a:srgbClr val="6D6E71"/>
                </a:solidFill>
                <a:latin typeface="Montserrat"/>
                <a:cs typeface="Montserrat"/>
              </a:rPr>
              <a:t>EAGLE</a:t>
            </a:r>
            <a:r>
              <a:rPr sz="1400" spc="-75" dirty="0">
                <a:solidFill>
                  <a:srgbClr val="6D6E71"/>
                </a:solidFill>
                <a:latin typeface="Montserrat"/>
                <a:cs typeface="Montserrat"/>
              </a:rPr>
              <a:t> </a:t>
            </a:r>
            <a:r>
              <a:rPr sz="1400" spc="-20" dirty="0">
                <a:solidFill>
                  <a:srgbClr val="6D6E71"/>
                </a:solidFill>
                <a:latin typeface="Montserrat"/>
                <a:cs typeface="Montserrat"/>
              </a:rPr>
              <a:t>II,</a:t>
            </a:r>
            <a:r>
              <a:rPr sz="1400" spc="-75" dirty="0">
                <a:solidFill>
                  <a:srgbClr val="6D6E71"/>
                </a:solidFill>
                <a:latin typeface="Montserrat"/>
                <a:cs typeface="Montserrat"/>
              </a:rPr>
              <a:t> </a:t>
            </a:r>
            <a:r>
              <a:rPr sz="1400" spc="-5" dirty="0">
                <a:solidFill>
                  <a:srgbClr val="6D6E71"/>
                </a:solidFill>
                <a:latin typeface="Montserrat"/>
                <a:cs typeface="Montserrat"/>
              </a:rPr>
              <a:t>GSA</a:t>
            </a:r>
            <a:r>
              <a:rPr sz="1400" spc="-75" dirty="0">
                <a:solidFill>
                  <a:srgbClr val="6D6E71"/>
                </a:solidFill>
                <a:latin typeface="Montserrat"/>
                <a:cs typeface="Montserrat"/>
              </a:rPr>
              <a:t> </a:t>
            </a:r>
            <a:r>
              <a:rPr sz="1400" spc="-25" dirty="0">
                <a:solidFill>
                  <a:srgbClr val="6D6E71"/>
                </a:solidFill>
                <a:latin typeface="Montserrat"/>
                <a:cs typeface="Montserrat"/>
              </a:rPr>
              <a:t>Alliant</a:t>
            </a:r>
            <a:r>
              <a:rPr sz="1400" spc="-75" dirty="0">
                <a:solidFill>
                  <a:srgbClr val="6D6E71"/>
                </a:solidFill>
                <a:latin typeface="Montserrat"/>
                <a:cs typeface="Montserrat"/>
              </a:rPr>
              <a:t> </a:t>
            </a:r>
            <a:r>
              <a:rPr sz="1400" spc="-20" dirty="0">
                <a:solidFill>
                  <a:srgbClr val="6D6E71"/>
                </a:solidFill>
                <a:latin typeface="Montserrat"/>
                <a:cs typeface="Montserrat"/>
              </a:rPr>
              <a:t>II,</a:t>
            </a:r>
            <a:r>
              <a:rPr sz="1400" spc="-75" dirty="0">
                <a:solidFill>
                  <a:srgbClr val="6D6E71"/>
                </a:solidFill>
                <a:latin typeface="Montserrat"/>
                <a:cs typeface="Montserrat"/>
              </a:rPr>
              <a:t> </a:t>
            </a:r>
            <a:r>
              <a:rPr sz="1400" spc="-5" dirty="0">
                <a:solidFill>
                  <a:srgbClr val="6D6E71"/>
                </a:solidFill>
                <a:latin typeface="Montserrat"/>
                <a:cs typeface="Montserrat"/>
              </a:rPr>
              <a:t>GSA</a:t>
            </a:r>
            <a:r>
              <a:rPr sz="1400" spc="-75" dirty="0">
                <a:solidFill>
                  <a:srgbClr val="6D6E71"/>
                </a:solidFill>
                <a:latin typeface="Montserrat"/>
                <a:cs typeface="Montserrat"/>
              </a:rPr>
              <a:t> </a:t>
            </a:r>
            <a:r>
              <a:rPr sz="1400" spc="-15" dirty="0">
                <a:solidFill>
                  <a:srgbClr val="6D6E71"/>
                </a:solidFill>
                <a:latin typeface="Montserrat"/>
                <a:cs typeface="Montserrat"/>
              </a:rPr>
              <a:t>OASIS,</a:t>
            </a:r>
            <a:r>
              <a:rPr sz="1400" spc="-75" dirty="0">
                <a:solidFill>
                  <a:srgbClr val="6D6E71"/>
                </a:solidFill>
                <a:latin typeface="Montserrat"/>
                <a:cs typeface="Montserrat"/>
              </a:rPr>
              <a:t> </a:t>
            </a:r>
            <a:r>
              <a:rPr sz="1400" spc="-20" dirty="0">
                <a:solidFill>
                  <a:srgbClr val="6D6E71"/>
                </a:solidFill>
                <a:latin typeface="Montserrat"/>
                <a:cs typeface="Montserrat"/>
              </a:rPr>
              <a:t>Schedule</a:t>
            </a:r>
            <a:r>
              <a:rPr sz="1400" spc="-75" dirty="0">
                <a:solidFill>
                  <a:srgbClr val="6D6E71"/>
                </a:solidFill>
                <a:latin typeface="Montserrat"/>
                <a:cs typeface="Montserrat"/>
              </a:rPr>
              <a:t> </a:t>
            </a:r>
            <a:r>
              <a:rPr sz="1400" spc="-30" dirty="0">
                <a:solidFill>
                  <a:srgbClr val="6D6E71"/>
                </a:solidFill>
                <a:latin typeface="Montserrat"/>
                <a:cs typeface="Montserrat"/>
              </a:rPr>
              <a:t>70,</a:t>
            </a:r>
            <a:r>
              <a:rPr sz="1400" spc="-75" dirty="0">
                <a:solidFill>
                  <a:srgbClr val="6D6E71"/>
                </a:solidFill>
                <a:latin typeface="Montserrat"/>
                <a:cs typeface="Montserrat"/>
              </a:rPr>
              <a:t> </a:t>
            </a:r>
            <a:r>
              <a:rPr sz="1400" spc="-15" dirty="0">
                <a:solidFill>
                  <a:srgbClr val="6D6E71"/>
                </a:solidFill>
                <a:latin typeface="Montserrat"/>
                <a:cs typeface="Montserrat"/>
              </a:rPr>
              <a:t>DISA</a:t>
            </a:r>
            <a:r>
              <a:rPr sz="1400" spc="-75" dirty="0">
                <a:solidFill>
                  <a:srgbClr val="6D6E71"/>
                </a:solidFill>
                <a:latin typeface="Montserrat"/>
                <a:cs typeface="Montserrat"/>
              </a:rPr>
              <a:t> </a:t>
            </a:r>
            <a:r>
              <a:rPr sz="1400" spc="-15" dirty="0">
                <a:solidFill>
                  <a:srgbClr val="6D6E71"/>
                </a:solidFill>
                <a:latin typeface="Montserrat"/>
                <a:cs typeface="Montserrat"/>
              </a:rPr>
              <a:t>ENCORE</a:t>
            </a:r>
            <a:r>
              <a:rPr sz="1400" spc="-75" dirty="0">
                <a:solidFill>
                  <a:srgbClr val="6D6E71"/>
                </a:solidFill>
                <a:latin typeface="Montserrat"/>
                <a:cs typeface="Montserrat"/>
              </a:rPr>
              <a:t> </a:t>
            </a:r>
            <a:r>
              <a:rPr sz="1400" spc="-25" dirty="0">
                <a:solidFill>
                  <a:srgbClr val="6D6E71"/>
                </a:solidFill>
                <a:latin typeface="Montserrat"/>
                <a:cs typeface="Montserrat"/>
              </a:rPr>
              <a:t>III,</a:t>
            </a:r>
            <a:r>
              <a:rPr sz="1400" spc="-75" dirty="0">
                <a:solidFill>
                  <a:srgbClr val="6D6E71"/>
                </a:solidFill>
                <a:latin typeface="Montserrat"/>
                <a:cs typeface="Montserrat"/>
              </a:rPr>
              <a:t> </a:t>
            </a:r>
            <a:r>
              <a:rPr sz="1400" spc="-10" dirty="0">
                <a:solidFill>
                  <a:srgbClr val="6D6E71"/>
                </a:solidFill>
                <a:latin typeface="Montserrat"/>
                <a:cs typeface="Montserrat"/>
              </a:rPr>
              <a:t>DOJ</a:t>
            </a:r>
            <a:r>
              <a:rPr sz="1400" spc="-70" dirty="0">
                <a:solidFill>
                  <a:srgbClr val="6D6E71"/>
                </a:solidFill>
                <a:latin typeface="Montserrat"/>
                <a:cs typeface="Montserrat"/>
              </a:rPr>
              <a:t> </a:t>
            </a:r>
            <a:r>
              <a:rPr sz="1400" spc="-20" dirty="0">
                <a:solidFill>
                  <a:srgbClr val="6D6E71"/>
                </a:solidFill>
                <a:latin typeface="Montserrat"/>
                <a:cs typeface="Montserrat"/>
              </a:rPr>
              <a:t>ITSS</a:t>
            </a:r>
            <a:r>
              <a:rPr sz="1400" spc="-75" dirty="0">
                <a:solidFill>
                  <a:srgbClr val="6D6E71"/>
                </a:solidFill>
                <a:latin typeface="Montserrat"/>
                <a:cs typeface="Montserrat"/>
              </a:rPr>
              <a:t> </a:t>
            </a:r>
            <a:r>
              <a:rPr sz="1400" spc="-10" dirty="0">
                <a:solidFill>
                  <a:srgbClr val="6D6E71"/>
                </a:solidFill>
                <a:latin typeface="Montserrat"/>
                <a:cs typeface="Montserrat"/>
              </a:rPr>
              <a:t>IV</a:t>
            </a:r>
            <a:r>
              <a:rPr sz="1400" spc="-75" dirty="0">
                <a:solidFill>
                  <a:srgbClr val="6D6E71"/>
                </a:solidFill>
                <a:latin typeface="Montserrat"/>
                <a:cs typeface="Montserrat"/>
              </a:rPr>
              <a:t> </a:t>
            </a:r>
            <a:r>
              <a:rPr sz="1400" spc="-35" dirty="0">
                <a:solidFill>
                  <a:srgbClr val="6D6E71"/>
                </a:solidFill>
                <a:latin typeface="Montserrat"/>
                <a:cs typeface="Montserrat"/>
              </a:rPr>
              <a:t>Vehicles</a:t>
            </a:r>
            <a:r>
              <a:rPr sz="1400" spc="265" dirty="0">
                <a:solidFill>
                  <a:srgbClr val="6D6E71"/>
                </a:solidFill>
                <a:latin typeface="Montserrat"/>
                <a:cs typeface="Montserrat"/>
              </a:rPr>
              <a:t> </a:t>
            </a:r>
            <a:r>
              <a:rPr sz="1400" spc="10" dirty="0">
                <a:solidFill>
                  <a:srgbClr val="6D6E71"/>
                </a:solidFill>
                <a:latin typeface="Montserrat"/>
                <a:cs typeface="Montserrat"/>
              </a:rPr>
              <a:t>|</a:t>
            </a:r>
            <a:r>
              <a:rPr sz="1400" spc="270" dirty="0">
                <a:solidFill>
                  <a:srgbClr val="6D6E71"/>
                </a:solidFill>
                <a:latin typeface="Montserrat"/>
                <a:cs typeface="Montserrat"/>
              </a:rPr>
              <a:t> </a:t>
            </a:r>
            <a:r>
              <a:rPr sz="1400" spc="-10" dirty="0">
                <a:solidFill>
                  <a:srgbClr val="6D6E71"/>
                </a:solidFill>
                <a:latin typeface="Montserrat"/>
                <a:cs typeface="Montserrat"/>
              </a:rPr>
              <a:t>ISO</a:t>
            </a:r>
            <a:r>
              <a:rPr sz="1400" spc="-75" dirty="0">
                <a:solidFill>
                  <a:srgbClr val="6D6E71"/>
                </a:solidFill>
                <a:latin typeface="Montserrat"/>
                <a:cs typeface="Montserrat"/>
              </a:rPr>
              <a:t> </a:t>
            </a:r>
            <a:r>
              <a:rPr sz="1400" spc="-25" dirty="0">
                <a:solidFill>
                  <a:srgbClr val="6D6E71"/>
                </a:solidFill>
                <a:latin typeface="Montserrat"/>
                <a:cs typeface="Montserrat"/>
              </a:rPr>
              <a:t>9001</a:t>
            </a:r>
            <a:r>
              <a:rPr sz="1400" spc="-75" dirty="0">
                <a:solidFill>
                  <a:srgbClr val="6D6E71"/>
                </a:solidFill>
                <a:latin typeface="Montserrat"/>
                <a:cs typeface="Montserrat"/>
              </a:rPr>
              <a:t> </a:t>
            </a:r>
            <a:r>
              <a:rPr sz="1400" spc="-25" dirty="0">
                <a:solidFill>
                  <a:srgbClr val="6D6E71"/>
                </a:solidFill>
                <a:latin typeface="Montserrat"/>
                <a:cs typeface="Montserrat"/>
              </a:rPr>
              <a:t>ISO/IEC</a:t>
            </a:r>
            <a:r>
              <a:rPr sz="1400" spc="-75" dirty="0">
                <a:solidFill>
                  <a:srgbClr val="6D6E71"/>
                </a:solidFill>
                <a:latin typeface="Montserrat"/>
                <a:cs typeface="Montserrat"/>
              </a:rPr>
              <a:t> </a:t>
            </a:r>
            <a:r>
              <a:rPr sz="1400" spc="-20" dirty="0">
                <a:solidFill>
                  <a:srgbClr val="6D6E71"/>
                </a:solidFill>
                <a:latin typeface="Montserrat"/>
                <a:cs typeface="Montserrat"/>
              </a:rPr>
              <a:t>20000;</a:t>
            </a:r>
            <a:r>
              <a:rPr sz="1400" spc="-75" dirty="0">
                <a:solidFill>
                  <a:srgbClr val="6D6E71"/>
                </a:solidFill>
                <a:latin typeface="Montserrat"/>
                <a:cs typeface="Montserrat"/>
              </a:rPr>
              <a:t> </a:t>
            </a:r>
            <a:r>
              <a:rPr sz="1400" spc="-10" dirty="0">
                <a:solidFill>
                  <a:srgbClr val="6D6E71"/>
                </a:solidFill>
                <a:latin typeface="Montserrat"/>
                <a:cs typeface="Montserrat"/>
              </a:rPr>
              <a:t>CMMI</a:t>
            </a:r>
            <a:r>
              <a:rPr sz="1400" spc="-75" dirty="0">
                <a:solidFill>
                  <a:srgbClr val="6D6E71"/>
                </a:solidFill>
                <a:latin typeface="Montserrat"/>
                <a:cs typeface="Montserrat"/>
              </a:rPr>
              <a:t> </a:t>
            </a:r>
            <a:r>
              <a:rPr sz="1400" spc="-30" dirty="0">
                <a:solidFill>
                  <a:srgbClr val="6D6E71"/>
                </a:solidFill>
                <a:latin typeface="Montserrat"/>
                <a:cs typeface="Montserrat"/>
              </a:rPr>
              <a:t>Level</a:t>
            </a:r>
            <a:r>
              <a:rPr sz="1400" spc="-75" dirty="0">
                <a:solidFill>
                  <a:srgbClr val="6D6E71"/>
                </a:solidFill>
                <a:latin typeface="Montserrat"/>
                <a:cs typeface="Montserrat"/>
              </a:rPr>
              <a:t> </a:t>
            </a:r>
            <a:r>
              <a:rPr sz="1400" spc="20" dirty="0">
                <a:solidFill>
                  <a:srgbClr val="6D6E71"/>
                </a:solidFill>
                <a:latin typeface="Montserrat"/>
                <a:cs typeface="Montserrat"/>
              </a:rPr>
              <a:t>3</a:t>
            </a:r>
            <a:r>
              <a:rPr sz="1400" spc="270" dirty="0">
                <a:solidFill>
                  <a:srgbClr val="6D6E71"/>
                </a:solidFill>
                <a:latin typeface="Montserrat"/>
                <a:cs typeface="Montserrat"/>
              </a:rPr>
              <a:t> </a:t>
            </a:r>
            <a:r>
              <a:rPr sz="1400" spc="10" dirty="0">
                <a:solidFill>
                  <a:srgbClr val="6D6E71"/>
                </a:solidFill>
                <a:latin typeface="Montserrat"/>
                <a:cs typeface="Montserrat"/>
              </a:rPr>
              <a:t>|</a:t>
            </a:r>
            <a:r>
              <a:rPr sz="1400" spc="270" dirty="0">
                <a:solidFill>
                  <a:srgbClr val="6D6E71"/>
                </a:solidFill>
                <a:latin typeface="Montserrat"/>
                <a:cs typeface="Montserrat"/>
              </a:rPr>
              <a:t> </a:t>
            </a:r>
            <a:r>
              <a:rPr sz="1400" spc="-20" dirty="0">
                <a:solidFill>
                  <a:srgbClr val="6D6E71"/>
                </a:solidFill>
                <a:latin typeface="Montserrat"/>
                <a:cs typeface="Montserrat"/>
              </a:rPr>
              <a:t>ITIL</a:t>
            </a:r>
            <a:r>
              <a:rPr sz="1400" spc="-75" dirty="0">
                <a:solidFill>
                  <a:srgbClr val="6D6E71"/>
                </a:solidFill>
                <a:latin typeface="Montserrat"/>
                <a:cs typeface="Montserrat"/>
              </a:rPr>
              <a:t> </a:t>
            </a:r>
            <a:r>
              <a:rPr sz="1400" spc="-25" dirty="0">
                <a:solidFill>
                  <a:srgbClr val="6D6E71"/>
                </a:solidFill>
                <a:latin typeface="Montserrat"/>
                <a:cs typeface="Montserrat"/>
              </a:rPr>
              <a:t>Authorized</a:t>
            </a:r>
            <a:r>
              <a:rPr sz="1400" spc="-75" dirty="0">
                <a:solidFill>
                  <a:srgbClr val="6D6E71"/>
                </a:solidFill>
                <a:latin typeface="Montserrat"/>
                <a:cs typeface="Montserrat"/>
              </a:rPr>
              <a:t> </a:t>
            </a:r>
            <a:r>
              <a:rPr sz="1400" spc="-25" dirty="0">
                <a:solidFill>
                  <a:srgbClr val="6D6E71"/>
                </a:solidFill>
                <a:latin typeface="Montserrat"/>
                <a:cs typeface="Montserrat"/>
              </a:rPr>
              <a:t>Training</a:t>
            </a:r>
            <a:r>
              <a:rPr sz="1400" spc="-75" dirty="0">
                <a:solidFill>
                  <a:srgbClr val="6D6E71"/>
                </a:solidFill>
                <a:latin typeface="Montserrat"/>
                <a:cs typeface="Montserrat"/>
              </a:rPr>
              <a:t> </a:t>
            </a:r>
            <a:r>
              <a:rPr sz="1400" spc="-25" dirty="0">
                <a:solidFill>
                  <a:srgbClr val="6D6E71"/>
                </a:solidFill>
                <a:latin typeface="Montserrat"/>
                <a:cs typeface="Montserrat"/>
              </a:rPr>
              <a:t>Associate</a:t>
            </a:r>
            <a:r>
              <a:rPr sz="1400" spc="-75" dirty="0">
                <a:solidFill>
                  <a:srgbClr val="6D6E71"/>
                </a:solidFill>
                <a:latin typeface="Montserrat"/>
                <a:cs typeface="Montserrat"/>
              </a:rPr>
              <a:t> </a:t>
            </a:r>
            <a:r>
              <a:rPr sz="1400" spc="-45" dirty="0">
                <a:solidFill>
                  <a:srgbClr val="6D6E71"/>
                </a:solidFill>
                <a:latin typeface="Montserrat"/>
                <a:cs typeface="Montserrat"/>
              </a:rPr>
              <a:t>(ATA)</a:t>
            </a:r>
            <a:endParaRPr sz="1400" dirty="0">
              <a:latin typeface="Montserrat"/>
              <a:cs typeface="Montserrat"/>
            </a:endParaRPr>
          </a:p>
          <a:p>
            <a:pPr marL="12700">
              <a:lnSpc>
                <a:spcPct val="100000"/>
              </a:lnSpc>
              <a:spcBef>
                <a:spcPts val="375"/>
              </a:spcBef>
            </a:pPr>
            <a:r>
              <a:rPr sz="1400" spc="-20" dirty="0">
                <a:solidFill>
                  <a:srgbClr val="6D6E71"/>
                </a:solidFill>
                <a:latin typeface="Montserrat"/>
                <a:cs typeface="Montserrat"/>
              </a:rPr>
              <a:t>11490 </a:t>
            </a:r>
            <a:r>
              <a:rPr sz="1400" spc="-25" dirty="0">
                <a:solidFill>
                  <a:srgbClr val="6D6E71"/>
                </a:solidFill>
                <a:latin typeface="Montserrat"/>
                <a:cs typeface="Montserrat"/>
              </a:rPr>
              <a:t>Commerce </a:t>
            </a:r>
            <a:r>
              <a:rPr sz="1400" spc="-20" dirty="0">
                <a:solidFill>
                  <a:srgbClr val="6D6E71"/>
                </a:solidFill>
                <a:latin typeface="Montserrat"/>
                <a:cs typeface="Montserrat"/>
              </a:rPr>
              <a:t>Park </a:t>
            </a:r>
            <a:r>
              <a:rPr sz="1400" spc="-25" dirty="0">
                <a:solidFill>
                  <a:srgbClr val="6D6E71"/>
                </a:solidFill>
                <a:latin typeface="Montserrat"/>
                <a:cs typeface="Montserrat"/>
              </a:rPr>
              <a:t>Drive, Suite </a:t>
            </a:r>
            <a:r>
              <a:rPr sz="1400" spc="-20" dirty="0">
                <a:solidFill>
                  <a:srgbClr val="6D6E71"/>
                </a:solidFill>
                <a:latin typeface="Montserrat"/>
                <a:cs typeface="Montserrat"/>
              </a:rPr>
              <a:t>340, </a:t>
            </a:r>
            <a:r>
              <a:rPr sz="1400" spc="-25" dirty="0">
                <a:solidFill>
                  <a:srgbClr val="6D6E71"/>
                </a:solidFill>
                <a:latin typeface="Montserrat"/>
                <a:cs typeface="Montserrat"/>
              </a:rPr>
              <a:t>Reston, VA </a:t>
            </a:r>
            <a:r>
              <a:rPr sz="1400" spc="-20" dirty="0">
                <a:solidFill>
                  <a:srgbClr val="6D6E71"/>
                </a:solidFill>
                <a:latin typeface="Montserrat"/>
                <a:cs typeface="Montserrat"/>
              </a:rPr>
              <a:t>20191 </a:t>
            </a:r>
            <a:r>
              <a:rPr sz="1400" spc="10" dirty="0">
                <a:solidFill>
                  <a:srgbClr val="6D6E71"/>
                </a:solidFill>
                <a:latin typeface="Montserrat"/>
                <a:cs typeface="Montserrat"/>
              </a:rPr>
              <a:t>| </a:t>
            </a:r>
            <a:r>
              <a:rPr sz="1400" spc="-5" dirty="0">
                <a:solidFill>
                  <a:srgbClr val="6D6E71"/>
                </a:solidFill>
                <a:latin typeface="Montserrat"/>
                <a:cs typeface="Montserrat"/>
              </a:rPr>
              <a:t>Office: </a:t>
            </a:r>
            <a:r>
              <a:rPr sz="1400" spc="-30" dirty="0">
                <a:solidFill>
                  <a:srgbClr val="6D6E71"/>
                </a:solidFill>
                <a:latin typeface="Montserrat"/>
                <a:cs typeface="Montserrat"/>
              </a:rPr>
              <a:t>(703) </a:t>
            </a:r>
            <a:r>
              <a:rPr sz="1400" spc="-25" dirty="0">
                <a:solidFill>
                  <a:srgbClr val="6D6E71"/>
                </a:solidFill>
                <a:latin typeface="Montserrat"/>
                <a:cs typeface="Montserrat"/>
              </a:rPr>
              <a:t>391-2800 </a:t>
            </a:r>
            <a:r>
              <a:rPr sz="1400" spc="10" dirty="0">
                <a:solidFill>
                  <a:srgbClr val="6D6E71"/>
                </a:solidFill>
                <a:latin typeface="Montserrat"/>
                <a:cs typeface="Montserrat"/>
              </a:rPr>
              <a:t>| </a:t>
            </a:r>
            <a:r>
              <a:rPr sz="1400" spc="-30" dirty="0">
                <a:solidFill>
                  <a:srgbClr val="6D6E71"/>
                </a:solidFill>
                <a:latin typeface="Montserrat"/>
                <a:cs typeface="Montserrat"/>
              </a:rPr>
              <a:t>Fax: (703) </a:t>
            </a:r>
            <a:r>
              <a:rPr sz="1400" spc="-25" dirty="0">
                <a:solidFill>
                  <a:srgbClr val="6D6E71"/>
                </a:solidFill>
                <a:latin typeface="Montserrat"/>
                <a:cs typeface="Montserrat"/>
              </a:rPr>
              <a:t>391-2833 </a:t>
            </a:r>
            <a:r>
              <a:rPr sz="1400" spc="10" dirty="0">
                <a:solidFill>
                  <a:srgbClr val="6D6E71"/>
                </a:solidFill>
                <a:latin typeface="Montserrat"/>
                <a:cs typeface="Montserrat"/>
              </a:rPr>
              <a:t>|</a:t>
            </a:r>
            <a:r>
              <a:rPr sz="1400" spc="-100" dirty="0">
                <a:solidFill>
                  <a:srgbClr val="6D6E71"/>
                </a:solidFill>
                <a:latin typeface="Montserrat"/>
                <a:cs typeface="Montserrat"/>
              </a:rPr>
              <a:t> </a:t>
            </a:r>
            <a:r>
              <a:rPr sz="1400" spc="-30" dirty="0">
                <a:solidFill>
                  <a:srgbClr val="6D6E71"/>
                </a:solidFill>
                <a:latin typeface="Montserrat"/>
                <a:cs typeface="Montserrat"/>
                <a:hlinkClick r:id="rId2"/>
              </a:rPr>
              <a:t>www.aceinfosolutions.com</a:t>
            </a:r>
            <a:endParaRPr sz="1400" dirty="0">
              <a:latin typeface="Montserrat"/>
              <a:cs typeface="Montserrat"/>
            </a:endParaRPr>
          </a:p>
        </p:txBody>
      </p:sp>
      <p:sp>
        <p:nvSpPr>
          <p:cNvPr id="12" name="object 324">
            <a:extLst>
              <a:ext uri="{FF2B5EF4-FFF2-40B4-BE49-F238E27FC236}">
                <a16:creationId xmlns:a16="http://schemas.microsoft.com/office/drawing/2014/main" id="{B0B5A1B1-5687-44AC-AF81-2713CF9D1C0C}"/>
              </a:ext>
            </a:extLst>
          </p:cNvPr>
          <p:cNvSpPr txBox="1">
            <a:spLocks/>
          </p:cNvSpPr>
          <p:nvPr userDrawn="1"/>
        </p:nvSpPr>
        <p:spPr>
          <a:xfrm>
            <a:off x="18596293" y="10455275"/>
            <a:ext cx="449350" cy="250710"/>
          </a:xfrm>
          <a:prstGeom prst="rect">
            <a:avLst/>
          </a:prstGeom>
        </p:spPr>
        <p:txBody>
          <a:bodyPr vert="horz" wrap="square" lIns="0" tIns="4445" rIns="0" bIns="0" rtlCol="0">
            <a:spAutoFit/>
          </a:bodyPr>
          <a:lstStyle>
            <a:defPPr>
              <a:defRPr lang="en-US"/>
            </a:defPPr>
            <a:lvl1pPr marL="0" algn="l" defTabSz="914400" rtl="0" eaLnBrk="1" latinLnBrk="0" hangingPunct="1">
              <a:defRPr sz="2450" b="0" i="0" kern="1200">
                <a:solidFill>
                  <a:srgbClr val="939598"/>
                </a:solidFill>
                <a:latin typeface="Montserrat"/>
                <a:ea typeface="+mn-ea"/>
                <a:cs typeface="Montserra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400">
              <a:spcBef>
                <a:spcPts val="35"/>
              </a:spcBef>
            </a:pPr>
            <a:fld id="{81D60167-4931-47E6-BA6A-407CBD079E47}" type="slidenum">
              <a:rPr lang="en-US" sz="1600" b="0" kern="1200" spc="-25" smtClean="0">
                <a:solidFill>
                  <a:srgbClr val="6D6E71"/>
                </a:solidFill>
                <a:latin typeface="Montserrat"/>
                <a:ea typeface="+mn-ea"/>
              </a:rPr>
              <a:pPr marL="25400">
                <a:spcBef>
                  <a:spcPts val="35"/>
                </a:spcBef>
              </a:pPr>
              <a:t>‹#›</a:t>
            </a:fld>
            <a:endParaRPr lang="en-US" sz="1400" b="0" kern="1200" spc="-25" dirty="0">
              <a:solidFill>
                <a:srgbClr val="6D6E71"/>
              </a:solidFill>
              <a:latin typeface="Montserrat"/>
              <a:ea typeface="+mn-e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userDrawn="1"/>
        </p:nvSpPr>
        <p:spPr>
          <a:xfrm>
            <a:off x="1047088" y="10261467"/>
            <a:ext cx="17989550" cy="0"/>
          </a:xfrm>
          <a:custGeom>
            <a:avLst/>
            <a:gdLst/>
            <a:ahLst/>
            <a:cxnLst/>
            <a:rect l="l" t="t" r="r" b="b"/>
            <a:pathLst>
              <a:path w="17989550">
                <a:moveTo>
                  <a:pt x="0" y="0"/>
                </a:moveTo>
                <a:lnTo>
                  <a:pt x="17988981" y="0"/>
                </a:lnTo>
              </a:path>
            </a:pathLst>
          </a:custGeom>
          <a:ln w="10429">
            <a:solidFill>
              <a:srgbClr val="939598"/>
            </a:solidFill>
          </a:ln>
        </p:spPr>
        <p:txBody>
          <a:bodyPr wrap="square" lIns="0" tIns="0" rIns="0" bIns="0" rtlCol="0"/>
          <a:lstStyle/>
          <a:p>
            <a:endParaRPr/>
          </a:p>
        </p:txBody>
      </p:sp>
      <p:sp>
        <p:nvSpPr>
          <p:cNvPr id="17" name="bk object 17"/>
          <p:cNvSpPr/>
          <p:nvPr/>
        </p:nvSpPr>
        <p:spPr>
          <a:xfrm>
            <a:off x="1047088" y="1157011"/>
            <a:ext cx="17989550" cy="0"/>
          </a:xfrm>
          <a:custGeom>
            <a:avLst/>
            <a:gdLst/>
            <a:ahLst/>
            <a:cxnLst/>
            <a:rect l="l" t="t" r="r" b="b"/>
            <a:pathLst>
              <a:path w="17989550">
                <a:moveTo>
                  <a:pt x="0" y="0"/>
                </a:moveTo>
                <a:lnTo>
                  <a:pt x="17988981" y="0"/>
                </a:lnTo>
              </a:path>
            </a:pathLst>
          </a:custGeom>
          <a:ln w="10429">
            <a:solidFill>
              <a:srgbClr val="939598"/>
            </a:solidFill>
          </a:ln>
        </p:spPr>
        <p:txBody>
          <a:bodyPr wrap="square" lIns="0" tIns="0" rIns="0" bIns="0" rtlCol="0"/>
          <a:lstStyle/>
          <a:p>
            <a:endParaRPr/>
          </a:p>
        </p:txBody>
      </p:sp>
      <p:sp>
        <p:nvSpPr>
          <p:cNvPr id="13" name="object 323">
            <a:extLst>
              <a:ext uri="{FF2B5EF4-FFF2-40B4-BE49-F238E27FC236}">
                <a16:creationId xmlns:a16="http://schemas.microsoft.com/office/drawing/2014/main" id="{DC5ADA93-C044-4E7D-B014-7C46A8598958}"/>
              </a:ext>
            </a:extLst>
          </p:cNvPr>
          <p:cNvSpPr txBox="1"/>
          <p:nvPr userDrawn="1"/>
        </p:nvSpPr>
        <p:spPr>
          <a:xfrm>
            <a:off x="2279650" y="10403205"/>
            <a:ext cx="15011400" cy="509270"/>
          </a:xfrm>
          <a:prstGeom prst="rect">
            <a:avLst/>
          </a:prstGeom>
        </p:spPr>
        <p:txBody>
          <a:bodyPr vert="horz" wrap="square" lIns="0" tIns="11430" rIns="0" bIns="0" rtlCol="0">
            <a:spAutoFit/>
          </a:bodyPr>
          <a:lstStyle/>
          <a:p>
            <a:pPr marL="12700">
              <a:lnSpc>
                <a:spcPct val="100000"/>
              </a:lnSpc>
              <a:spcBef>
                <a:spcPts val="90"/>
              </a:spcBef>
            </a:pPr>
            <a:r>
              <a:rPr sz="1400" spc="-5" dirty="0">
                <a:solidFill>
                  <a:srgbClr val="6D6E71"/>
                </a:solidFill>
                <a:latin typeface="Montserrat"/>
                <a:cs typeface="Montserrat"/>
              </a:rPr>
              <a:t>DHS</a:t>
            </a:r>
            <a:r>
              <a:rPr sz="1400" spc="-75" dirty="0">
                <a:solidFill>
                  <a:srgbClr val="6D6E71"/>
                </a:solidFill>
                <a:latin typeface="Montserrat"/>
                <a:cs typeface="Montserrat"/>
              </a:rPr>
              <a:t> </a:t>
            </a:r>
            <a:r>
              <a:rPr sz="1400" spc="-15" dirty="0">
                <a:solidFill>
                  <a:srgbClr val="6D6E71"/>
                </a:solidFill>
                <a:latin typeface="Montserrat"/>
                <a:cs typeface="Montserrat"/>
              </a:rPr>
              <a:t>EAGLE</a:t>
            </a:r>
            <a:r>
              <a:rPr sz="1400" spc="-75" dirty="0">
                <a:solidFill>
                  <a:srgbClr val="6D6E71"/>
                </a:solidFill>
                <a:latin typeface="Montserrat"/>
                <a:cs typeface="Montserrat"/>
              </a:rPr>
              <a:t> </a:t>
            </a:r>
            <a:r>
              <a:rPr sz="1400" spc="-20" dirty="0">
                <a:solidFill>
                  <a:srgbClr val="6D6E71"/>
                </a:solidFill>
                <a:latin typeface="Montserrat"/>
                <a:cs typeface="Montserrat"/>
              </a:rPr>
              <a:t>II,</a:t>
            </a:r>
            <a:r>
              <a:rPr sz="1400" spc="-75" dirty="0">
                <a:solidFill>
                  <a:srgbClr val="6D6E71"/>
                </a:solidFill>
                <a:latin typeface="Montserrat"/>
                <a:cs typeface="Montserrat"/>
              </a:rPr>
              <a:t> </a:t>
            </a:r>
            <a:r>
              <a:rPr sz="1400" spc="-5" dirty="0">
                <a:solidFill>
                  <a:srgbClr val="6D6E71"/>
                </a:solidFill>
                <a:latin typeface="Montserrat"/>
                <a:cs typeface="Montserrat"/>
              </a:rPr>
              <a:t>GSA</a:t>
            </a:r>
            <a:r>
              <a:rPr sz="1400" spc="-75" dirty="0">
                <a:solidFill>
                  <a:srgbClr val="6D6E71"/>
                </a:solidFill>
                <a:latin typeface="Montserrat"/>
                <a:cs typeface="Montserrat"/>
              </a:rPr>
              <a:t> </a:t>
            </a:r>
            <a:r>
              <a:rPr sz="1400" spc="-25" dirty="0">
                <a:solidFill>
                  <a:srgbClr val="6D6E71"/>
                </a:solidFill>
                <a:latin typeface="Montserrat"/>
                <a:cs typeface="Montserrat"/>
              </a:rPr>
              <a:t>Alliant</a:t>
            </a:r>
            <a:r>
              <a:rPr sz="1400" spc="-75" dirty="0">
                <a:solidFill>
                  <a:srgbClr val="6D6E71"/>
                </a:solidFill>
                <a:latin typeface="Montserrat"/>
                <a:cs typeface="Montserrat"/>
              </a:rPr>
              <a:t> </a:t>
            </a:r>
            <a:r>
              <a:rPr sz="1400" spc="-20" dirty="0">
                <a:solidFill>
                  <a:srgbClr val="6D6E71"/>
                </a:solidFill>
                <a:latin typeface="Montserrat"/>
                <a:cs typeface="Montserrat"/>
              </a:rPr>
              <a:t>II,</a:t>
            </a:r>
            <a:r>
              <a:rPr sz="1400" spc="-75" dirty="0">
                <a:solidFill>
                  <a:srgbClr val="6D6E71"/>
                </a:solidFill>
                <a:latin typeface="Montserrat"/>
                <a:cs typeface="Montserrat"/>
              </a:rPr>
              <a:t> </a:t>
            </a:r>
            <a:r>
              <a:rPr sz="1400" spc="-5" dirty="0">
                <a:solidFill>
                  <a:srgbClr val="6D6E71"/>
                </a:solidFill>
                <a:latin typeface="Montserrat"/>
                <a:cs typeface="Montserrat"/>
              </a:rPr>
              <a:t>GSA</a:t>
            </a:r>
            <a:r>
              <a:rPr sz="1400" spc="-75" dirty="0">
                <a:solidFill>
                  <a:srgbClr val="6D6E71"/>
                </a:solidFill>
                <a:latin typeface="Montserrat"/>
                <a:cs typeface="Montserrat"/>
              </a:rPr>
              <a:t> </a:t>
            </a:r>
            <a:r>
              <a:rPr sz="1400" spc="-15" dirty="0">
                <a:solidFill>
                  <a:srgbClr val="6D6E71"/>
                </a:solidFill>
                <a:latin typeface="Montserrat"/>
                <a:cs typeface="Montserrat"/>
              </a:rPr>
              <a:t>OASIS,</a:t>
            </a:r>
            <a:r>
              <a:rPr sz="1400" spc="-75" dirty="0">
                <a:solidFill>
                  <a:srgbClr val="6D6E71"/>
                </a:solidFill>
                <a:latin typeface="Montserrat"/>
                <a:cs typeface="Montserrat"/>
              </a:rPr>
              <a:t> </a:t>
            </a:r>
            <a:r>
              <a:rPr sz="1400" spc="-20" dirty="0">
                <a:solidFill>
                  <a:srgbClr val="6D6E71"/>
                </a:solidFill>
                <a:latin typeface="Montserrat"/>
                <a:cs typeface="Montserrat"/>
              </a:rPr>
              <a:t>Schedule</a:t>
            </a:r>
            <a:r>
              <a:rPr sz="1400" spc="-75" dirty="0">
                <a:solidFill>
                  <a:srgbClr val="6D6E71"/>
                </a:solidFill>
                <a:latin typeface="Montserrat"/>
                <a:cs typeface="Montserrat"/>
              </a:rPr>
              <a:t> </a:t>
            </a:r>
            <a:r>
              <a:rPr sz="1400" spc="-30" dirty="0">
                <a:solidFill>
                  <a:srgbClr val="6D6E71"/>
                </a:solidFill>
                <a:latin typeface="Montserrat"/>
                <a:cs typeface="Montserrat"/>
              </a:rPr>
              <a:t>70,</a:t>
            </a:r>
            <a:r>
              <a:rPr sz="1400" spc="-75" dirty="0">
                <a:solidFill>
                  <a:srgbClr val="6D6E71"/>
                </a:solidFill>
                <a:latin typeface="Montserrat"/>
                <a:cs typeface="Montserrat"/>
              </a:rPr>
              <a:t> </a:t>
            </a:r>
            <a:r>
              <a:rPr sz="1400" spc="-15" dirty="0">
                <a:solidFill>
                  <a:srgbClr val="6D6E71"/>
                </a:solidFill>
                <a:latin typeface="Montserrat"/>
                <a:cs typeface="Montserrat"/>
              </a:rPr>
              <a:t>DISA</a:t>
            </a:r>
            <a:r>
              <a:rPr sz="1400" spc="-75" dirty="0">
                <a:solidFill>
                  <a:srgbClr val="6D6E71"/>
                </a:solidFill>
                <a:latin typeface="Montserrat"/>
                <a:cs typeface="Montserrat"/>
              </a:rPr>
              <a:t> </a:t>
            </a:r>
            <a:r>
              <a:rPr sz="1400" spc="-15" dirty="0">
                <a:solidFill>
                  <a:srgbClr val="6D6E71"/>
                </a:solidFill>
                <a:latin typeface="Montserrat"/>
                <a:cs typeface="Montserrat"/>
              </a:rPr>
              <a:t>ENCORE</a:t>
            </a:r>
            <a:r>
              <a:rPr sz="1400" spc="-75" dirty="0">
                <a:solidFill>
                  <a:srgbClr val="6D6E71"/>
                </a:solidFill>
                <a:latin typeface="Montserrat"/>
                <a:cs typeface="Montserrat"/>
              </a:rPr>
              <a:t> </a:t>
            </a:r>
            <a:r>
              <a:rPr sz="1400" spc="-25" dirty="0">
                <a:solidFill>
                  <a:srgbClr val="6D6E71"/>
                </a:solidFill>
                <a:latin typeface="Montserrat"/>
                <a:cs typeface="Montserrat"/>
              </a:rPr>
              <a:t>III,</a:t>
            </a:r>
            <a:r>
              <a:rPr sz="1400" spc="-75" dirty="0">
                <a:solidFill>
                  <a:srgbClr val="6D6E71"/>
                </a:solidFill>
                <a:latin typeface="Montserrat"/>
                <a:cs typeface="Montserrat"/>
              </a:rPr>
              <a:t> </a:t>
            </a:r>
            <a:r>
              <a:rPr sz="1400" spc="-10" dirty="0">
                <a:solidFill>
                  <a:srgbClr val="6D6E71"/>
                </a:solidFill>
                <a:latin typeface="Montserrat"/>
                <a:cs typeface="Montserrat"/>
              </a:rPr>
              <a:t>DOJ</a:t>
            </a:r>
            <a:r>
              <a:rPr sz="1400" spc="-70" dirty="0">
                <a:solidFill>
                  <a:srgbClr val="6D6E71"/>
                </a:solidFill>
                <a:latin typeface="Montserrat"/>
                <a:cs typeface="Montserrat"/>
              </a:rPr>
              <a:t> </a:t>
            </a:r>
            <a:r>
              <a:rPr sz="1400" spc="-20" dirty="0">
                <a:solidFill>
                  <a:srgbClr val="6D6E71"/>
                </a:solidFill>
                <a:latin typeface="Montserrat"/>
                <a:cs typeface="Montserrat"/>
              </a:rPr>
              <a:t>ITSS</a:t>
            </a:r>
            <a:r>
              <a:rPr sz="1400" spc="-75" dirty="0">
                <a:solidFill>
                  <a:srgbClr val="6D6E71"/>
                </a:solidFill>
                <a:latin typeface="Montserrat"/>
                <a:cs typeface="Montserrat"/>
              </a:rPr>
              <a:t> </a:t>
            </a:r>
            <a:r>
              <a:rPr sz="1400" spc="-10" dirty="0">
                <a:solidFill>
                  <a:srgbClr val="6D6E71"/>
                </a:solidFill>
                <a:latin typeface="Montserrat"/>
                <a:cs typeface="Montserrat"/>
              </a:rPr>
              <a:t>IV</a:t>
            </a:r>
            <a:r>
              <a:rPr sz="1400" spc="-75" dirty="0">
                <a:solidFill>
                  <a:srgbClr val="6D6E71"/>
                </a:solidFill>
                <a:latin typeface="Montserrat"/>
                <a:cs typeface="Montserrat"/>
              </a:rPr>
              <a:t> </a:t>
            </a:r>
            <a:r>
              <a:rPr sz="1400" spc="-35" dirty="0">
                <a:solidFill>
                  <a:srgbClr val="6D6E71"/>
                </a:solidFill>
                <a:latin typeface="Montserrat"/>
                <a:cs typeface="Montserrat"/>
              </a:rPr>
              <a:t>Vehicles</a:t>
            </a:r>
            <a:r>
              <a:rPr sz="1400" spc="265" dirty="0">
                <a:solidFill>
                  <a:srgbClr val="6D6E71"/>
                </a:solidFill>
                <a:latin typeface="Montserrat"/>
                <a:cs typeface="Montserrat"/>
              </a:rPr>
              <a:t> </a:t>
            </a:r>
            <a:r>
              <a:rPr sz="1400" spc="10" dirty="0">
                <a:solidFill>
                  <a:srgbClr val="6D6E71"/>
                </a:solidFill>
                <a:latin typeface="Montserrat"/>
                <a:cs typeface="Montserrat"/>
              </a:rPr>
              <a:t>|</a:t>
            </a:r>
            <a:r>
              <a:rPr sz="1400" spc="270" dirty="0">
                <a:solidFill>
                  <a:srgbClr val="6D6E71"/>
                </a:solidFill>
                <a:latin typeface="Montserrat"/>
                <a:cs typeface="Montserrat"/>
              </a:rPr>
              <a:t> </a:t>
            </a:r>
            <a:r>
              <a:rPr sz="1400" spc="-10" dirty="0">
                <a:solidFill>
                  <a:srgbClr val="6D6E71"/>
                </a:solidFill>
                <a:latin typeface="Montserrat"/>
                <a:cs typeface="Montserrat"/>
              </a:rPr>
              <a:t>ISO</a:t>
            </a:r>
            <a:r>
              <a:rPr sz="1400" spc="-75" dirty="0">
                <a:solidFill>
                  <a:srgbClr val="6D6E71"/>
                </a:solidFill>
                <a:latin typeface="Montserrat"/>
                <a:cs typeface="Montserrat"/>
              </a:rPr>
              <a:t> </a:t>
            </a:r>
            <a:r>
              <a:rPr sz="1400" spc="-25" dirty="0">
                <a:solidFill>
                  <a:srgbClr val="6D6E71"/>
                </a:solidFill>
                <a:latin typeface="Montserrat"/>
                <a:cs typeface="Montserrat"/>
              </a:rPr>
              <a:t>9001</a:t>
            </a:r>
            <a:r>
              <a:rPr sz="1400" spc="-75" dirty="0">
                <a:solidFill>
                  <a:srgbClr val="6D6E71"/>
                </a:solidFill>
                <a:latin typeface="Montserrat"/>
                <a:cs typeface="Montserrat"/>
              </a:rPr>
              <a:t> </a:t>
            </a:r>
            <a:r>
              <a:rPr sz="1400" spc="-25" dirty="0">
                <a:solidFill>
                  <a:srgbClr val="6D6E71"/>
                </a:solidFill>
                <a:latin typeface="Montserrat"/>
                <a:cs typeface="Montserrat"/>
              </a:rPr>
              <a:t>ISO/IEC</a:t>
            </a:r>
            <a:r>
              <a:rPr sz="1400" spc="-75" dirty="0">
                <a:solidFill>
                  <a:srgbClr val="6D6E71"/>
                </a:solidFill>
                <a:latin typeface="Montserrat"/>
                <a:cs typeface="Montserrat"/>
              </a:rPr>
              <a:t> </a:t>
            </a:r>
            <a:r>
              <a:rPr sz="1400" spc="-20" dirty="0">
                <a:solidFill>
                  <a:srgbClr val="6D6E71"/>
                </a:solidFill>
                <a:latin typeface="Montserrat"/>
                <a:cs typeface="Montserrat"/>
              </a:rPr>
              <a:t>20000;</a:t>
            </a:r>
            <a:r>
              <a:rPr sz="1400" spc="-75" dirty="0">
                <a:solidFill>
                  <a:srgbClr val="6D6E71"/>
                </a:solidFill>
                <a:latin typeface="Montserrat"/>
                <a:cs typeface="Montserrat"/>
              </a:rPr>
              <a:t> </a:t>
            </a:r>
            <a:r>
              <a:rPr sz="1400" spc="-10" dirty="0">
                <a:solidFill>
                  <a:srgbClr val="6D6E71"/>
                </a:solidFill>
                <a:latin typeface="Montserrat"/>
                <a:cs typeface="Montserrat"/>
              </a:rPr>
              <a:t>CMMI</a:t>
            </a:r>
            <a:r>
              <a:rPr sz="1400" spc="-75" dirty="0">
                <a:solidFill>
                  <a:srgbClr val="6D6E71"/>
                </a:solidFill>
                <a:latin typeface="Montserrat"/>
                <a:cs typeface="Montserrat"/>
              </a:rPr>
              <a:t> </a:t>
            </a:r>
            <a:r>
              <a:rPr sz="1400" spc="-30" dirty="0">
                <a:solidFill>
                  <a:srgbClr val="6D6E71"/>
                </a:solidFill>
                <a:latin typeface="Montserrat"/>
                <a:cs typeface="Montserrat"/>
              </a:rPr>
              <a:t>Level</a:t>
            </a:r>
            <a:r>
              <a:rPr sz="1400" spc="-75" dirty="0">
                <a:solidFill>
                  <a:srgbClr val="6D6E71"/>
                </a:solidFill>
                <a:latin typeface="Montserrat"/>
                <a:cs typeface="Montserrat"/>
              </a:rPr>
              <a:t> </a:t>
            </a:r>
            <a:r>
              <a:rPr sz="1400" spc="20" dirty="0">
                <a:solidFill>
                  <a:srgbClr val="6D6E71"/>
                </a:solidFill>
                <a:latin typeface="Montserrat"/>
                <a:cs typeface="Montserrat"/>
              </a:rPr>
              <a:t>3</a:t>
            </a:r>
            <a:r>
              <a:rPr sz="1400" spc="270" dirty="0">
                <a:solidFill>
                  <a:srgbClr val="6D6E71"/>
                </a:solidFill>
                <a:latin typeface="Montserrat"/>
                <a:cs typeface="Montserrat"/>
              </a:rPr>
              <a:t> </a:t>
            </a:r>
            <a:r>
              <a:rPr sz="1400" spc="10" dirty="0">
                <a:solidFill>
                  <a:srgbClr val="6D6E71"/>
                </a:solidFill>
                <a:latin typeface="Montserrat"/>
                <a:cs typeface="Montserrat"/>
              </a:rPr>
              <a:t>|</a:t>
            </a:r>
            <a:r>
              <a:rPr sz="1400" spc="270" dirty="0">
                <a:solidFill>
                  <a:srgbClr val="6D6E71"/>
                </a:solidFill>
                <a:latin typeface="Montserrat"/>
                <a:cs typeface="Montserrat"/>
              </a:rPr>
              <a:t> </a:t>
            </a:r>
            <a:r>
              <a:rPr sz="1400" spc="-20" dirty="0">
                <a:solidFill>
                  <a:srgbClr val="6D6E71"/>
                </a:solidFill>
                <a:latin typeface="Montserrat"/>
                <a:cs typeface="Montserrat"/>
              </a:rPr>
              <a:t>ITIL</a:t>
            </a:r>
            <a:r>
              <a:rPr sz="1400" spc="-75" dirty="0">
                <a:solidFill>
                  <a:srgbClr val="6D6E71"/>
                </a:solidFill>
                <a:latin typeface="Montserrat"/>
                <a:cs typeface="Montserrat"/>
              </a:rPr>
              <a:t> </a:t>
            </a:r>
            <a:r>
              <a:rPr sz="1400" spc="-25" dirty="0">
                <a:solidFill>
                  <a:srgbClr val="6D6E71"/>
                </a:solidFill>
                <a:latin typeface="Montserrat"/>
                <a:cs typeface="Montserrat"/>
              </a:rPr>
              <a:t>Authorized</a:t>
            </a:r>
            <a:r>
              <a:rPr sz="1400" spc="-75" dirty="0">
                <a:solidFill>
                  <a:srgbClr val="6D6E71"/>
                </a:solidFill>
                <a:latin typeface="Montserrat"/>
                <a:cs typeface="Montserrat"/>
              </a:rPr>
              <a:t> </a:t>
            </a:r>
            <a:r>
              <a:rPr sz="1400" spc="-25" dirty="0">
                <a:solidFill>
                  <a:srgbClr val="6D6E71"/>
                </a:solidFill>
                <a:latin typeface="Montserrat"/>
                <a:cs typeface="Montserrat"/>
              </a:rPr>
              <a:t>Training</a:t>
            </a:r>
            <a:r>
              <a:rPr sz="1400" spc="-75" dirty="0">
                <a:solidFill>
                  <a:srgbClr val="6D6E71"/>
                </a:solidFill>
                <a:latin typeface="Montserrat"/>
                <a:cs typeface="Montserrat"/>
              </a:rPr>
              <a:t> </a:t>
            </a:r>
            <a:r>
              <a:rPr sz="1400" spc="-25" dirty="0">
                <a:solidFill>
                  <a:srgbClr val="6D6E71"/>
                </a:solidFill>
                <a:latin typeface="Montserrat"/>
                <a:cs typeface="Montserrat"/>
              </a:rPr>
              <a:t>Associate</a:t>
            </a:r>
            <a:r>
              <a:rPr sz="1400" spc="-75" dirty="0">
                <a:solidFill>
                  <a:srgbClr val="6D6E71"/>
                </a:solidFill>
                <a:latin typeface="Montserrat"/>
                <a:cs typeface="Montserrat"/>
              </a:rPr>
              <a:t> </a:t>
            </a:r>
            <a:r>
              <a:rPr sz="1400" spc="-45" dirty="0">
                <a:solidFill>
                  <a:srgbClr val="6D6E71"/>
                </a:solidFill>
                <a:latin typeface="Montserrat"/>
                <a:cs typeface="Montserrat"/>
              </a:rPr>
              <a:t>(ATA)</a:t>
            </a:r>
            <a:endParaRPr sz="1400" dirty="0">
              <a:latin typeface="Montserrat"/>
              <a:cs typeface="Montserrat"/>
            </a:endParaRPr>
          </a:p>
          <a:p>
            <a:pPr marL="12700">
              <a:lnSpc>
                <a:spcPct val="100000"/>
              </a:lnSpc>
              <a:spcBef>
                <a:spcPts val="375"/>
              </a:spcBef>
            </a:pPr>
            <a:r>
              <a:rPr sz="1400" spc="-20" dirty="0">
                <a:solidFill>
                  <a:srgbClr val="6D6E71"/>
                </a:solidFill>
                <a:latin typeface="Montserrat"/>
                <a:cs typeface="Montserrat"/>
              </a:rPr>
              <a:t>11490 </a:t>
            </a:r>
            <a:r>
              <a:rPr sz="1400" spc="-25" dirty="0">
                <a:solidFill>
                  <a:srgbClr val="6D6E71"/>
                </a:solidFill>
                <a:latin typeface="Montserrat"/>
                <a:cs typeface="Montserrat"/>
              </a:rPr>
              <a:t>Commerce </a:t>
            </a:r>
            <a:r>
              <a:rPr sz="1400" spc="-20" dirty="0">
                <a:solidFill>
                  <a:srgbClr val="6D6E71"/>
                </a:solidFill>
                <a:latin typeface="Montserrat"/>
                <a:cs typeface="Montserrat"/>
              </a:rPr>
              <a:t>Park </a:t>
            </a:r>
            <a:r>
              <a:rPr sz="1400" spc="-25" dirty="0">
                <a:solidFill>
                  <a:srgbClr val="6D6E71"/>
                </a:solidFill>
                <a:latin typeface="Montserrat"/>
                <a:cs typeface="Montserrat"/>
              </a:rPr>
              <a:t>Drive, Suite </a:t>
            </a:r>
            <a:r>
              <a:rPr sz="1400" spc="-20" dirty="0">
                <a:solidFill>
                  <a:srgbClr val="6D6E71"/>
                </a:solidFill>
                <a:latin typeface="Montserrat"/>
                <a:cs typeface="Montserrat"/>
              </a:rPr>
              <a:t>340, </a:t>
            </a:r>
            <a:r>
              <a:rPr sz="1400" spc="-25" dirty="0">
                <a:solidFill>
                  <a:srgbClr val="6D6E71"/>
                </a:solidFill>
                <a:latin typeface="Montserrat"/>
                <a:cs typeface="Montserrat"/>
              </a:rPr>
              <a:t>Reston, VA </a:t>
            </a:r>
            <a:r>
              <a:rPr sz="1400" spc="-20" dirty="0">
                <a:solidFill>
                  <a:srgbClr val="6D6E71"/>
                </a:solidFill>
                <a:latin typeface="Montserrat"/>
                <a:cs typeface="Montserrat"/>
              </a:rPr>
              <a:t>20191 </a:t>
            </a:r>
            <a:r>
              <a:rPr sz="1400" spc="10" dirty="0">
                <a:solidFill>
                  <a:srgbClr val="6D6E71"/>
                </a:solidFill>
                <a:latin typeface="Montserrat"/>
                <a:cs typeface="Montserrat"/>
              </a:rPr>
              <a:t>| </a:t>
            </a:r>
            <a:r>
              <a:rPr sz="1400" spc="-5" dirty="0">
                <a:solidFill>
                  <a:srgbClr val="6D6E71"/>
                </a:solidFill>
                <a:latin typeface="Montserrat"/>
                <a:cs typeface="Montserrat"/>
              </a:rPr>
              <a:t>Office: </a:t>
            </a:r>
            <a:r>
              <a:rPr sz="1400" spc="-30" dirty="0">
                <a:solidFill>
                  <a:srgbClr val="6D6E71"/>
                </a:solidFill>
                <a:latin typeface="Montserrat"/>
                <a:cs typeface="Montserrat"/>
              </a:rPr>
              <a:t>(703) </a:t>
            </a:r>
            <a:r>
              <a:rPr sz="1400" spc="-25" dirty="0">
                <a:solidFill>
                  <a:srgbClr val="6D6E71"/>
                </a:solidFill>
                <a:latin typeface="Montserrat"/>
                <a:cs typeface="Montserrat"/>
              </a:rPr>
              <a:t>391-2800 </a:t>
            </a:r>
            <a:r>
              <a:rPr sz="1400" spc="10" dirty="0">
                <a:solidFill>
                  <a:srgbClr val="6D6E71"/>
                </a:solidFill>
                <a:latin typeface="Montserrat"/>
                <a:cs typeface="Montserrat"/>
              </a:rPr>
              <a:t>| </a:t>
            </a:r>
            <a:r>
              <a:rPr sz="1400" spc="-30" dirty="0">
                <a:solidFill>
                  <a:srgbClr val="6D6E71"/>
                </a:solidFill>
                <a:latin typeface="Montserrat"/>
                <a:cs typeface="Montserrat"/>
              </a:rPr>
              <a:t>Fax: (703) </a:t>
            </a:r>
            <a:r>
              <a:rPr sz="1400" spc="-25" dirty="0">
                <a:solidFill>
                  <a:srgbClr val="6D6E71"/>
                </a:solidFill>
                <a:latin typeface="Montserrat"/>
                <a:cs typeface="Montserrat"/>
              </a:rPr>
              <a:t>391-2833 </a:t>
            </a:r>
            <a:r>
              <a:rPr sz="1400" spc="10" dirty="0">
                <a:solidFill>
                  <a:srgbClr val="6D6E71"/>
                </a:solidFill>
                <a:latin typeface="Montserrat"/>
                <a:cs typeface="Montserrat"/>
              </a:rPr>
              <a:t>|</a:t>
            </a:r>
            <a:r>
              <a:rPr sz="1400" spc="-100" dirty="0">
                <a:solidFill>
                  <a:srgbClr val="6D6E71"/>
                </a:solidFill>
                <a:latin typeface="Montserrat"/>
                <a:cs typeface="Montserrat"/>
              </a:rPr>
              <a:t> </a:t>
            </a:r>
            <a:r>
              <a:rPr sz="1400" spc="-30" dirty="0">
                <a:solidFill>
                  <a:srgbClr val="6D6E71"/>
                </a:solidFill>
                <a:latin typeface="Montserrat"/>
                <a:cs typeface="Montserrat"/>
                <a:hlinkClick r:id="rId2"/>
              </a:rPr>
              <a:t>www.aceinfosolutions.com</a:t>
            </a:r>
            <a:endParaRPr sz="1400" dirty="0">
              <a:latin typeface="Montserrat"/>
              <a:cs typeface="Montserrat"/>
            </a:endParaRPr>
          </a:p>
        </p:txBody>
      </p:sp>
      <p:sp>
        <p:nvSpPr>
          <p:cNvPr id="14" name="object 324">
            <a:extLst>
              <a:ext uri="{FF2B5EF4-FFF2-40B4-BE49-F238E27FC236}">
                <a16:creationId xmlns:a16="http://schemas.microsoft.com/office/drawing/2014/main" id="{CDC77530-B81F-456C-9239-A6919F0EC1EA}"/>
              </a:ext>
            </a:extLst>
          </p:cNvPr>
          <p:cNvSpPr txBox="1">
            <a:spLocks/>
          </p:cNvSpPr>
          <p:nvPr userDrawn="1"/>
        </p:nvSpPr>
        <p:spPr>
          <a:xfrm>
            <a:off x="18596293" y="10455275"/>
            <a:ext cx="449350" cy="250710"/>
          </a:xfrm>
          <a:prstGeom prst="rect">
            <a:avLst/>
          </a:prstGeom>
        </p:spPr>
        <p:txBody>
          <a:bodyPr vert="horz" wrap="square" lIns="0" tIns="4445" rIns="0" bIns="0" rtlCol="0">
            <a:spAutoFit/>
          </a:bodyPr>
          <a:lstStyle>
            <a:defPPr>
              <a:defRPr lang="en-US"/>
            </a:defPPr>
            <a:lvl1pPr marL="0" algn="l" defTabSz="914400" rtl="0" eaLnBrk="1" latinLnBrk="0" hangingPunct="1">
              <a:defRPr sz="2450" b="0" i="0" kern="1200">
                <a:solidFill>
                  <a:srgbClr val="939598"/>
                </a:solidFill>
                <a:latin typeface="Montserrat"/>
                <a:ea typeface="+mn-ea"/>
                <a:cs typeface="Montserra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400">
              <a:spcBef>
                <a:spcPts val="35"/>
              </a:spcBef>
            </a:pPr>
            <a:fld id="{81D60167-4931-47E6-BA6A-407CBD079E47}" type="slidenum">
              <a:rPr lang="en-US" sz="1600" b="0" kern="1200" spc="-25" smtClean="0">
                <a:solidFill>
                  <a:srgbClr val="6D6E71"/>
                </a:solidFill>
                <a:latin typeface="Montserrat"/>
                <a:ea typeface="+mn-ea"/>
              </a:rPr>
              <a:pPr marL="25400">
                <a:spcBef>
                  <a:spcPts val="35"/>
                </a:spcBef>
              </a:pPr>
              <a:t>‹#›</a:t>
            </a:fld>
            <a:endParaRPr lang="en-US" sz="1400" b="0" kern="1200" spc="-25" dirty="0">
              <a:solidFill>
                <a:srgbClr val="6D6E71"/>
              </a:solidFill>
              <a:latin typeface="Montserrat"/>
              <a:ea typeface="+mn-ea"/>
            </a:endParaRPr>
          </a:p>
        </p:txBody>
      </p:sp>
      <p:sp>
        <p:nvSpPr>
          <p:cNvPr id="15" name="object 3">
            <a:extLst>
              <a:ext uri="{FF2B5EF4-FFF2-40B4-BE49-F238E27FC236}">
                <a16:creationId xmlns:a16="http://schemas.microsoft.com/office/drawing/2014/main" id="{F6796CD7-EDFF-4895-BDA7-CA1CE3686FB7}"/>
              </a:ext>
            </a:extLst>
          </p:cNvPr>
          <p:cNvSpPr/>
          <p:nvPr userDrawn="1"/>
        </p:nvSpPr>
        <p:spPr>
          <a:xfrm>
            <a:off x="1047088" y="10318076"/>
            <a:ext cx="1100269" cy="670599"/>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userDrawn="1"/>
        </p:nvSpPr>
        <p:spPr>
          <a:xfrm>
            <a:off x="0" y="0"/>
            <a:ext cx="20104099" cy="11308556"/>
          </a:xfrm>
          <a:prstGeom prst="rect">
            <a:avLst/>
          </a:prstGeom>
          <a:blipFill>
            <a:blip r:embed="rId2" cstate="print"/>
            <a:stretch>
              <a:fillRect/>
            </a:stretch>
          </a:blipFill>
        </p:spPr>
        <p:txBody>
          <a:bodyPr wrap="square" lIns="0" tIns="0" rIns="0" bIns="0" rtlCol="0"/>
          <a:lstStyle/>
          <a:p>
            <a:endParaRPr/>
          </a:p>
        </p:txBody>
      </p:sp>
      <p:sp>
        <p:nvSpPr>
          <p:cNvPr id="17" name="bk object 17"/>
          <p:cNvSpPr/>
          <p:nvPr/>
        </p:nvSpPr>
        <p:spPr>
          <a:xfrm>
            <a:off x="8357849" y="3899333"/>
            <a:ext cx="604744" cy="587337"/>
          </a:xfrm>
          <a:prstGeom prst="rect">
            <a:avLst/>
          </a:prstGeom>
          <a:blipFill>
            <a:blip r:embed="rId3" cstate="print"/>
            <a:stretch>
              <a:fillRect/>
            </a:stretch>
          </a:blipFill>
        </p:spPr>
        <p:txBody>
          <a:bodyPr wrap="square" lIns="0" tIns="0" rIns="0" bIns="0" rtlCol="0"/>
          <a:lstStyle/>
          <a:p>
            <a:endParaRPr/>
          </a:p>
        </p:txBody>
      </p:sp>
      <p:sp>
        <p:nvSpPr>
          <p:cNvPr id="18" name="bk object 18"/>
          <p:cNvSpPr/>
          <p:nvPr/>
        </p:nvSpPr>
        <p:spPr>
          <a:xfrm>
            <a:off x="6301254" y="7200393"/>
            <a:ext cx="2448696" cy="1126683"/>
          </a:xfrm>
          <a:prstGeom prst="rect">
            <a:avLst/>
          </a:prstGeom>
          <a:blipFill>
            <a:blip r:embed="rId4" cstate="print"/>
            <a:stretch>
              <a:fillRect/>
            </a:stretch>
          </a:blipFill>
        </p:spPr>
        <p:txBody>
          <a:bodyPr wrap="square" lIns="0" tIns="0" rIns="0" bIns="0" rtlCol="0"/>
          <a:lstStyle/>
          <a:p>
            <a:endParaRPr/>
          </a:p>
        </p:txBody>
      </p:sp>
      <p:sp>
        <p:nvSpPr>
          <p:cNvPr id="19" name="bk object 19"/>
          <p:cNvSpPr/>
          <p:nvPr/>
        </p:nvSpPr>
        <p:spPr>
          <a:xfrm>
            <a:off x="4188366" y="4607257"/>
            <a:ext cx="1230590" cy="896069"/>
          </a:xfrm>
          <a:prstGeom prst="rect">
            <a:avLst/>
          </a:prstGeom>
          <a:blipFill>
            <a:blip r:embed="rId5" cstate="print"/>
            <a:stretch>
              <a:fillRect/>
            </a:stretch>
          </a:blipFill>
        </p:spPr>
        <p:txBody>
          <a:bodyPr wrap="square" lIns="0" tIns="0" rIns="0" bIns="0" rtlCol="0"/>
          <a:lstStyle/>
          <a:p>
            <a:endParaRPr/>
          </a:p>
        </p:txBody>
      </p:sp>
      <p:sp>
        <p:nvSpPr>
          <p:cNvPr id="20" name="bk object 20"/>
          <p:cNvSpPr/>
          <p:nvPr/>
        </p:nvSpPr>
        <p:spPr>
          <a:xfrm>
            <a:off x="1102525" y="5801996"/>
            <a:ext cx="454659" cy="733425"/>
          </a:xfrm>
          <a:custGeom>
            <a:avLst/>
            <a:gdLst/>
            <a:ahLst/>
            <a:cxnLst/>
            <a:rect l="l" t="t" r="r" b="b"/>
            <a:pathLst>
              <a:path w="454659" h="733425">
                <a:moveTo>
                  <a:pt x="424256" y="412232"/>
                </a:moveTo>
                <a:lnTo>
                  <a:pt x="150550" y="412232"/>
                </a:lnTo>
                <a:lnTo>
                  <a:pt x="151943" y="417656"/>
                </a:lnTo>
                <a:lnTo>
                  <a:pt x="153869" y="422954"/>
                </a:lnTo>
                <a:lnTo>
                  <a:pt x="156267" y="427938"/>
                </a:lnTo>
                <a:lnTo>
                  <a:pt x="152464" y="447000"/>
                </a:lnTo>
                <a:lnTo>
                  <a:pt x="159048" y="484955"/>
                </a:lnTo>
                <a:lnTo>
                  <a:pt x="193287" y="520811"/>
                </a:lnTo>
                <a:lnTo>
                  <a:pt x="219480" y="530678"/>
                </a:lnTo>
                <a:lnTo>
                  <a:pt x="225175" y="538195"/>
                </a:lnTo>
                <a:lnTo>
                  <a:pt x="261615" y="558594"/>
                </a:lnTo>
                <a:lnTo>
                  <a:pt x="262735" y="561986"/>
                </a:lnTo>
                <a:lnTo>
                  <a:pt x="264054" y="565347"/>
                </a:lnTo>
                <a:lnTo>
                  <a:pt x="266096" y="569358"/>
                </a:lnTo>
                <a:lnTo>
                  <a:pt x="266536" y="570028"/>
                </a:lnTo>
                <a:lnTo>
                  <a:pt x="266934" y="570730"/>
                </a:lnTo>
                <a:lnTo>
                  <a:pt x="261413" y="581455"/>
                </a:lnTo>
                <a:lnTo>
                  <a:pt x="258892" y="593759"/>
                </a:lnTo>
                <a:lnTo>
                  <a:pt x="259277" y="606500"/>
                </a:lnTo>
                <a:lnTo>
                  <a:pt x="262473" y="618540"/>
                </a:lnTo>
                <a:lnTo>
                  <a:pt x="264081" y="624873"/>
                </a:lnTo>
                <a:lnTo>
                  <a:pt x="266516" y="630932"/>
                </a:lnTo>
                <a:lnTo>
                  <a:pt x="269707" y="636574"/>
                </a:lnTo>
                <a:lnTo>
                  <a:pt x="273583" y="641659"/>
                </a:lnTo>
                <a:lnTo>
                  <a:pt x="272475" y="651065"/>
                </a:lnTo>
                <a:lnTo>
                  <a:pt x="273075" y="660358"/>
                </a:lnTo>
                <a:lnTo>
                  <a:pt x="275403" y="669088"/>
                </a:lnTo>
                <a:lnTo>
                  <a:pt x="279478" y="676810"/>
                </a:lnTo>
                <a:lnTo>
                  <a:pt x="277247" y="698077"/>
                </a:lnTo>
                <a:lnTo>
                  <a:pt x="284258" y="718230"/>
                </a:lnTo>
                <a:lnTo>
                  <a:pt x="299177" y="731783"/>
                </a:lnTo>
                <a:lnTo>
                  <a:pt x="320670" y="733248"/>
                </a:lnTo>
                <a:lnTo>
                  <a:pt x="385935" y="716055"/>
                </a:lnTo>
                <a:lnTo>
                  <a:pt x="390815" y="713071"/>
                </a:lnTo>
                <a:lnTo>
                  <a:pt x="394626" y="709155"/>
                </a:lnTo>
                <a:lnTo>
                  <a:pt x="400961" y="707092"/>
                </a:lnTo>
                <a:lnTo>
                  <a:pt x="413115" y="700318"/>
                </a:lnTo>
                <a:lnTo>
                  <a:pt x="421077" y="690168"/>
                </a:lnTo>
                <a:lnTo>
                  <a:pt x="425138" y="677878"/>
                </a:lnTo>
                <a:lnTo>
                  <a:pt x="425589" y="664685"/>
                </a:lnTo>
                <a:lnTo>
                  <a:pt x="431460" y="657936"/>
                </a:lnTo>
                <a:lnTo>
                  <a:pt x="437154" y="650882"/>
                </a:lnTo>
                <a:lnTo>
                  <a:pt x="442675" y="643517"/>
                </a:lnTo>
                <a:lnTo>
                  <a:pt x="448028" y="635837"/>
                </a:lnTo>
                <a:lnTo>
                  <a:pt x="454137" y="621105"/>
                </a:lnTo>
                <a:lnTo>
                  <a:pt x="453610" y="607016"/>
                </a:lnTo>
                <a:lnTo>
                  <a:pt x="447847" y="594538"/>
                </a:lnTo>
                <a:lnTo>
                  <a:pt x="438248" y="584635"/>
                </a:lnTo>
                <a:lnTo>
                  <a:pt x="439368" y="573563"/>
                </a:lnTo>
                <a:lnTo>
                  <a:pt x="437898" y="562821"/>
                </a:lnTo>
                <a:lnTo>
                  <a:pt x="434153" y="552947"/>
                </a:lnTo>
                <a:lnTo>
                  <a:pt x="428447" y="544479"/>
                </a:lnTo>
                <a:lnTo>
                  <a:pt x="441014" y="530395"/>
                </a:lnTo>
                <a:lnTo>
                  <a:pt x="449537" y="513108"/>
                </a:lnTo>
                <a:lnTo>
                  <a:pt x="453201" y="493529"/>
                </a:lnTo>
                <a:lnTo>
                  <a:pt x="451190" y="472565"/>
                </a:lnTo>
                <a:lnTo>
                  <a:pt x="448260" y="463264"/>
                </a:lnTo>
                <a:lnTo>
                  <a:pt x="444163" y="454669"/>
                </a:lnTo>
                <a:lnTo>
                  <a:pt x="439035" y="446881"/>
                </a:lnTo>
                <a:lnTo>
                  <a:pt x="433012" y="440001"/>
                </a:lnTo>
                <a:lnTo>
                  <a:pt x="431505" y="430602"/>
                </a:lnTo>
                <a:lnTo>
                  <a:pt x="428739" y="421612"/>
                </a:lnTo>
                <a:lnTo>
                  <a:pt x="424833" y="413147"/>
                </a:lnTo>
                <a:lnTo>
                  <a:pt x="424256" y="412232"/>
                </a:lnTo>
                <a:close/>
              </a:path>
              <a:path w="454659" h="733425">
                <a:moveTo>
                  <a:pt x="208265" y="22390"/>
                </a:moveTo>
                <a:lnTo>
                  <a:pt x="151954" y="33029"/>
                </a:lnTo>
                <a:lnTo>
                  <a:pt x="99735" y="54860"/>
                </a:lnTo>
                <a:lnTo>
                  <a:pt x="58814" y="60326"/>
                </a:lnTo>
                <a:lnTo>
                  <a:pt x="36315" y="67092"/>
                </a:lnTo>
                <a:lnTo>
                  <a:pt x="17576" y="80833"/>
                </a:lnTo>
                <a:lnTo>
                  <a:pt x="4753" y="101187"/>
                </a:lnTo>
                <a:lnTo>
                  <a:pt x="0" y="127790"/>
                </a:lnTo>
                <a:lnTo>
                  <a:pt x="1441" y="141454"/>
                </a:lnTo>
                <a:lnTo>
                  <a:pt x="5537" y="154976"/>
                </a:lnTo>
                <a:lnTo>
                  <a:pt x="11949" y="167648"/>
                </a:lnTo>
                <a:lnTo>
                  <a:pt x="20334" y="178762"/>
                </a:lnTo>
                <a:lnTo>
                  <a:pt x="16064" y="188674"/>
                </a:lnTo>
                <a:lnTo>
                  <a:pt x="13275" y="199317"/>
                </a:lnTo>
                <a:lnTo>
                  <a:pt x="12110" y="210509"/>
                </a:lnTo>
                <a:lnTo>
                  <a:pt x="12711" y="222070"/>
                </a:lnTo>
                <a:lnTo>
                  <a:pt x="14245" y="230153"/>
                </a:lnTo>
                <a:lnTo>
                  <a:pt x="16680" y="238128"/>
                </a:lnTo>
                <a:lnTo>
                  <a:pt x="19947" y="245855"/>
                </a:lnTo>
                <a:lnTo>
                  <a:pt x="23978" y="253189"/>
                </a:lnTo>
                <a:lnTo>
                  <a:pt x="13587" y="267675"/>
                </a:lnTo>
                <a:lnTo>
                  <a:pt x="6830" y="284897"/>
                </a:lnTo>
                <a:lnTo>
                  <a:pt x="4172" y="303479"/>
                </a:lnTo>
                <a:lnTo>
                  <a:pt x="6073" y="322046"/>
                </a:lnTo>
                <a:lnTo>
                  <a:pt x="9873" y="333795"/>
                </a:lnTo>
                <a:lnTo>
                  <a:pt x="15123" y="343865"/>
                </a:lnTo>
                <a:lnTo>
                  <a:pt x="21644" y="352282"/>
                </a:lnTo>
                <a:lnTo>
                  <a:pt x="29255" y="359071"/>
                </a:lnTo>
                <a:lnTo>
                  <a:pt x="27889" y="371617"/>
                </a:lnTo>
                <a:lnTo>
                  <a:pt x="51151" y="427938"/>
                </a:lnTo>
                <a:lnTo>
                  <a:pt x="93770" y="440001"/>
                </a:lnTo>
                <a:lnTo>
                  <a:pt x="115944" y="432116"/>
                </a:lnTo>
                <a:lnTo>
                  <a:pt x="123109" y="427933"/>
                </a:lnTo>
                <a:lnTo>
                  <a:pt x="150550" y="412232"/>
                </a:lnTo>
                <a:lnTo>
                  <a:pt x="424256" y="412232"/>
                </a:lnTo>
                <a:lnTo>
                  <a:pt x="419903" y="405321"/>
                </a:lnTo>
                <a:lnTo>
                  <a:pt x="427300" y="385456"/>
                </a:lnTo>
                <a:lnTo>
                  <a:pt x="428973" y="365505"/>
                </a:lnTo>
                <a:lnTo>
                  <a:pt x="425601" y="346528"/>
                </a:lnTo>
                <a:lnTo>
                  <a:pt x="417861" y="329585"/>
                </a:lnTo>
                <a:lnTo>
                  <a:pt x="420046" y="316160"/>
                </a:lnTo>
                <a:lnTo>
                  <a:pt x="420251" y="302880"/>
                </a:lnTo>
                <a:lnTo>
                  <a:pt x="418309" y="290027"/>
                </a:lnTo>
                <a:lnTo>
                  <a:pt x="414050" y="277880"/>
                </a:lnTo>
                <a:lnTo>
                  <a:pt x="416395" y="271105"/>
                </a:lnTo>
                <a:lnTo>
                  <a:pt x="418646" y="264268"/>
                </a:lnTo>
                <a:lnTo>
                  <a:pt x="420709" y="257325"/>
                </a:lnTo>
                <a:lnTo>
                  <a:pt x="423220" y="238448"/>
                </a:lnTo>
                <a:lnTo>
                  <a:pt x="420306" y="219787"/>
                </a:lnTo>
                <a:lnTo>
                  <a:pt x="412861" y="202673"/>
                </a:lnTo>
                <a:lnTo>
                  <a:pt x="401778" y="188437"/>
                </a:lnTo>
                <a:lnTo>
                  <a:pt x="404806" y="181374"/>
                </a:lnTo>
                <a:lnTo>
                  <a:pt x="407694" y="174171"/>
                </a:lnTo>
                <a:lnTo>
                  <a:pt x="410433" y="166819"/>
                </a:lnTo>
                <a:lnTo>
                  <a:pt x="413013" y="159307"/>
                </a:lnTo>
                <a:lnTo>
                  <a:pt x="415354" y="133220"/>
                </a:lnTo>
                <a:lnTo>
                  <a:pt x="407415" y="108402"/>
                </a:lnTo>
                <a:lnTo>
                  <a:pt x="371936" y="76305"/>
                </a:lnTo>
                <a:lnTo>
                  <a:pt x="365894" y="74766"/>
                </a:lnTo>
                <a:lnTo>
                  <a:pt x="358696" y="48438"/>
                </a:lnTo>
                <a:lnTo>
                  <a:pt x="342692" y="29936"/>
                </a:lnTo>
                <a:lnTo>
                  <a:pt x="326564" y="22411"/>
                </a:lnTo>
                <a:lnTo>
                  <a:pt x="209176" y="22411"/>
                </a:lnTo>
                <a:lnTo>
                  <a:pt x="208265" y="22390"/>
                </a:lnTo>
                <a:close/>
              </a:path>
              <a:path w="454659" h="733425">
                <a:moveTo>
                  <a:pt x="245389" y="0"/>
                </a:moveTo>
                <a:lnTo>
                  <a:pt x="225819" y="7496"/>
                </a:lnTo>
                <a:lnTo>
                  <a:pt x="210098" y="22390"/>
                </a:lnTo>
                <a:lnTo>
                  <a:pt x="209176" y="22411"/>
                </a:lnTo>
                <a:lnTo>
                  <a:pt x="326564" y="22411"/>
                </a:lnTo>
                <a:lnTo>
                  <a:pt x="321200" y="19909"/>
                </a:lnTo>
                <a:lnTo>
                  <a:pt x="297540" y="19008"/>
                </a:lnTo>
                <a:lnTo>
                  <a:pt x="294001" y="14799"/>
                </a:lnTo>
                <a:lnTo>
                  <a:pt x="289917" y="10998"/>
                </a:lnTo>
                <a:lnTo>
                  <a:pt x="285164" y="7804"/>
                </a:lnTo>
                <a:lnTo>
                  <a:pt x="266080" y="51"/>
                </a:lnTo>
                <a:lnTo>
                  <a:pt x="245389" y="0"/>
                </a:lnTo>
                <a:close/>
              </a:path>
            </a:pathLst>
          </a:custGeom>
          <a:solidFill>
            <a:srgbClr val="FFDE16">
              <a:alpha val="58998"/>
            </a:srgbClr>
          </a:solidFill>
        </p:spPr>
        <p:txBody>
          <a:bodyPr wrap="square" lIns="0" tIns="0" rIns="0" bIns="0" rtlCol="0"/>
          <a:lstStyle/>
          <a:p>
            <a:endParaRPr/>
          </a:p>
        </p:txBody>
      </p:sp>
      <p:sp>
        <p:nvSpPr>
          <p:cNvPr id="21" name="bk object 21"/>
          <p:cNvSpPr/>
          <p:nvPr/>
        </p:nvSpPr>
        <p:spPr>
          <a:xfrm>
            <a:off x="932295" y="3003221"/>
            <a:ext cx="1922409" cy="1341933"/>
          </a:xfrm>
          <a:prstGeom prst="rect">
            <a:avLst/>
          </a:prstGeom>
          <a:blipFill>
            <a:blip r:embed="rId6" cstate="print"/>
            <a:stretch>
              <a:fillRect/>
            </a:stretch>
          </a:blipFill>
        </p:spPr>
        <p:txBody>
          <a:bodyPr wrap="square" lIns="0" tIns="0" rIns="0" bIns="0" rtlCol="0"/>
          <a:lstStyle/>
          <a:p>
            <a:endParaRPr/>
          </a:p>
        </p:txBody>
      </p:sp>
      <p:sp>
        <p:nvSpPr>
          <p:cNvPr id="22" name="bk object 22"/>
          <p:cNvSpPr/>
          <p:nvPr/>
        </p:nvSpPr>
        <p:spPr>
          <a:xfrm>
            <a:off x="3192540" y="3045598"/>
            <a:ext cx="4042218" cy="1071880"/>
          </a:xfrm>
          <a:prstGeom prst="rect">
            <a:avLst/>
          </a:prstGeom>
          <a:blipFill>
            <a:blip r:embed="rId7" cstate="print"/>
            <a:stretch>
              <a:fillRect/>
            </a:stretch>
          </a:blipFill>
        </p:spPr>
        <p:txBody>
          <a:bodyPr wrap="square" lIns="0" tIns="0" rIns="0" bIns="0" rtlCol="0"/>
          <a:lstStyle/>
          <a:p>
            <a:endParaRPr/>
          </a:p>
        </p:txBody>
      </p:sp>
      <p:sp>
        <p:nvSpPr>
          <p:cNvPr id="23" name="bk object 23"/>
          <p:cNvSpPr/>
          <p:nvPr/>
        </p:nvSpPr>
        <p:spPr>
          <a:xfrm>
            <a:off x="1953128" y="5367273"/>
            <a:ext cx="259715" cy="576580"/>
          </a:xfrm>
          <a:custGeom>
            <a:avLst/>
            <a:gdLst/>
            <a:ahLst/>
            <a:cxnLst/>
            <a:rect l="l" t="t" r="r" b="b"/>
            <a:pathLst>
              <a:path w="259714" h="576579">
                <a:moveTo>
                  <a:pt x="18739" y="427159"/>
                </a:moveTo>
                <a:lnTo>
                  <a:pt x="3644" y="440061"/>
                </a:lnTo>
                <a:lnTo>
                  <a:pt x="0" y="459194"/>
                </a:lnTo>
                <a:lnTo>
                  <a:pt x="12925" y="475827"/>
                </a:lnTo>
                <a:lnTo>
                  <a:pt x="49064" y="496579"/>
                </a:lnTo>
                <a:lnTo>
                  <a:pt x="84099" y="518980"/>
                </a:lnTo>
                <a:lnTo>
                  <a:pt x="117978" y="543089"/>
                </a:lnTo>
                <a:lnTo>
                  <a:pt x="150648" y="568965"/>
                </a:lnTo>
                <a:lnTo>
                  <a:pt x="161169" y="574690"/>
                </a:lnTo>
                <a:lnTo>
                  <a:pt x="173432" y="576418"/>
                </a:lnTo>
                <a:lnTo>
                  <a:pt x="184899" y="573053"/>
                </a:lnTo>
                <a:lnTo>
                  <a:pt x="193034" y="563499"/>
                </a:lnTo>
                <a:lnTo>
                  <a:pt x="224863" y="489879"/>
                </a:lnTo>
                <a:lnTo>
                  <a:pt x="136261" y="489879"/>
                </a:lnTo>
                <a:lnTo>
                  <a:pt x="113004" y="473596"/>
                </a:lnTo>
                <a:lnTo>
                  <a:pt x="89244" y="458046"/>
                </a:lnTo>
                <a:lnTo>
                  <a:pt x="64970" y="443247"/>
                </a:lnTo>
                <a:lnTo>
                  <a:pt x="40170" y="429221"/>
                </a:lnTo>
                <a:lnTo>
                  <a:pt x="18739" y="427159"/>
                </a:lnTo>
                <a:close/>
              </a:path>
              <a:path w="259714" h="576579">
                <a:moveTo>
                  <a:pt x="127104" y="0"/>
                </a:moveTo>
                <a:lnTo>
                  <a:pt x="108675" y="6498"/>
                </a:lnTo>
                <a:lnTo>
                  <a:pt x="100618" y="26060"/>
                </a:lnTo>
                <a:lnTo>
                  <a:pt x="101171" y="82749"/>
                </a:lnTo>
                <a:lnTo>
                  <a:pt x="102096" y="139650"/>
                </a:lnTo>
                <a:lnTo>
                  <a:pt x="105591" y="196332"/>
                </a:lnTo>
                <a:lnTo>
                  <a:pt x="113854" y="252367"/>
                </a:lnTo>
                <a:lnTo>
                  <a:pt x="122399" y="299830"/>
                </a:lnTo>
                <a:lnTo>
                  <a:pt x="128648" y="346998"/>
                </a:lnTo>
                <a:lnTo>
                  <a:pt x="132865" y="394185"/>
                </a:lnTo>
                <a:lnTo>
                  <a:pt x="135230" y="440061"/>
                </a:lnTo>
                <a:lnTo>
                  <a:pt x="135345" y="443247"/>
                </a:lnTo>
                <a:lnTo>
                  <a:pt x="136261" y="489879"/>
                </a:lnTo>
                <a:lnTo>
                  <a:pt x="224863" y="489879"/>
                </a:lnTo>
                <a:lnTo>
                  <a:pt x="247823" y="436770"/>
                </a:lnTo>
                <a:lnTo>
                  <a:pt x="189432" y="436770"/>
                </a:lnTo>
                <a:lnTo>
                  <a:pt x="187468" y="391444"/>
                </a:lnTo>
                <a:lnTo>
                  <a:pt x="183857" y="346315"/>
                </a:lnTo>
                <a:lnTo>
                  <a:pt x="178133" y="301315"/>
                </a:lnTo>
                <a:lnTo>
                  <a:pt x="169831" y="256378"/>
                </a:lnTo>
                <a:lnTo>
                  <a:pt x="162087" y="210747"/>
                </a:lnTo>
                <a:lnTo>
                  <a:pt x="157810" y="164801"/>
                </a:lnTo>
                <a:lnTo>
                  <a:pt x="155881" y="118640"/>
                </a:lnTo>
                <a:lnTo>
                  <a:pt x="155183" y="72360"/>
                </a:lnTo>
                <a:lnTo>
                  <a:pt x="154596" y="26060"/>
                </a:lnTo>
                <a:lnTo>
                  <a:pt x="145785" y="6531"/>
                </a:lnTo>
                <a:lnTo>
                  <a:pt x="127104" y="0"/>
                </a:lnTo>
                <a:close/>
              </a:path>
              <a:path w="259714" h="576579">
                <a:moveTo>
                  <a:pt x="227321" y="370230"/>
                </a:moveTo>
                <a:lnTo>
                  <a:pt x="212311" y="383840"/>
                </a:lnTo>
                <a:lnTo>
                  <a:pt x="189432" y="436770"/>
                </a:lnTo>
                <a:lnTo>
                  <a:pt x="247823" y="436770"/>
                </a:lnTo>
                <a:lnTo>
                  <a:pt x="258928" y="411085"/>
                </a:lnTo>
                <a:lnTo>
                  <a:pt x="259332" y="389038"/>
                </a:lnTo>
                <a:lnTo>
                  <a:pt x="245895" y="373691"/>
                </a:lnTo>
                <a:lnTo>
                  <a:pt x="227321" y="370230"/>
                </a:lnTo>
                <a:close/>
              </a:path>
            </a:pathLst>
          </a:custGeom>
          <a:solidFill>
            <a:srgbClr val="231F20">
              <a:alpha val="58998"/>
            </a:srgbClr>
          </a:solidFill>
        </p:spPr>
        <p:txBody>
          <a:bodyPr wrap="square" lIns="0" tIns="0" rIns="0" bIns="0" rtlCol="0"/>
          <a:lstStyle/>
          <a:p>
            <a:endParaRPr/>
          </a:p>
        </p:txBody>
      </p:sp>
      <p:sp>
        <p:nvSpPr>
          <p:cNvPr id="24" name="bk object 24"/>
          <p:cNvSpPr/>
          <p:nvPr/>
        </p:nvSpPr>
        <p:spPr>
          <a:xfrm>
            <a:off x="2749382" y="5175434"/>
            <a:ext cx="324485" cy="328295"/>
          </a:xfrm>
          <a:custGeom>
            <a:avLst/>
            <a:gdLst/>
            <a:ahLst/>
            <a:cxnLst/>
            <a:rect l="l" t="t" r="r" b="b"/>
            <a:pathLst>
              <a:path w="324485" h="328295">
                <a:moveTo>
                  <a:pt x="115582" y="231517"/>
                </a:moveTo>
                <a:lnTo>
                  <a:pt x="94564" y="234140"/>
                </a:lnTo>
                <a:lnTo>
                  <a:pt x="83388" y="250200"/>
                </a:lnTo>
                <a:lnTo>
                  <a:pt x="84721" y="269931"/>
                </a:lnTo>
                <a:lnTo>
                  <a:pt x="101226" y="283568"/>
                </a:lnTo>
                <a:lnTo>
                  <a:pt x="204344" y="313860"/>
                </a:lnTo>
                <a:lnTo>
                  <a:pt x="224718" y="320176"/>
                </a:lnTo>
                <a:lnTo>
                  <a:pt x="245981" y="325768"/>
                </a:lnTo>
                <a:lnTo>
                  <a:pt x="267433" y="327940"/>
                </a:lnTo>
                <a:lnTo>
                  <a:pt x="288373" y="323996"/>
                </a:lnTo>
                <a:lnTo>
                  <a:pt x="294069" y="321797"/>
                </a:lnTo>
                <a:lnTo>
                  <a:pt x="298749" y="318886"/>
                </a:lnTo>
                <a:lnTo>
                  <a:pt x="302686" y="315462"/>
                </a:lnTo>
                <a:lnTo>
                  <a:pt x="310907" y="310485"/>
                </a:lnTo>
                <a:lnTo>
                  <a:pt x="316658" y="302760"/>
                </a:lnTo>
                <a:lnTo>
                  <a:pt x="319636" y="293415"/>
                </a:lnTo>
                <a:lnTo>
                  <a:pt x="319536" y="283568"/>
                </a:lnTo>
                <a:lnTo>
                  <a:pt x="320832" y="277296"/>
                </a:lnTo>
                <a:lnTo>
                  <a:pt x="321576" y="270710"/>
                </a:lnTo>
                <a:lnTo>
                  <a:pt x="322016" y="264061"/>
                </a:lnTo>
                <a:lnTo>
                  <a:pt x="322534" y="253925"/>
                </a:lnTo>
                <a:lnTo>
                  <a:pt x="188407" y="253925"/>
                </a:lnTo>
                <a:lnTo>
                  <a:pt x="115582" y="231517"/>
                </a:lnTo>
                <a:close/>
              </a:path>
              <a:path w="324485" h="328295">
                <a:moveTo>
                  <a:pt x="26215" y="0"/>
                </a:moveTo>
                <a:lnTo>
                  <a:pt x="8706" y="8325"/>
                </a:lnTo>
                <a:lnTo>
                  <a:pt x="0" y="26262"/>
                </a:lnTo>
                <a:lnTo>
                  <a:pt x="7229" y="46633"/>
                </a:lnTo>
                <a:lnTo>
                  <a:pt x="42473" y="85272"/>
                </a:lnTo>
                <a:lnTo>
                  <a:pt x="77359" y="124223"/>
                </a:lnTo>
                <a:lnTo>
                  <a:pt x="111573" y="163757"/>
                </a:lnTo>
                <a:lnTo>
                  <a:pt x="144796" y="204146"/>
                </a:lnTo>
                <a:lnTo>
                  <a:pt x="155449" y="217284"/>
                </a:lnTo>
                <a:lnTo>
                  <a:pt x="166205" y="230001"/>
                </a:lnTo>
                <a:lnTo>
                  <a:pt x="177159" y="242236"/>
                </a:lnTo>
                <a:lnTo>
                  <a:pt x="188407" y="253925"/>
                </a:lnTo>
                <a:lnTo>
                  <a:pt x="322534" y="253925"/>
                </a:lnTo>
                <a:lnTo>
                  <a:pt x="322754" y="249621"/>
                </a:lnTo>
                <a:lnTo>
                  <a:pt x="269211" y="249621"/>
                </a:lnTo>
                <a:lnTo>
                  <a:pt x="240830" y="229602"/>
                </a:lnTo>
                <a:lnTo>
                  <a:pt x="215922" y="205338"/>
                </a:lnTo>
                <a:lnTo>
                  <a:pt x="192981" y="178435"/>
                </a:lnTo>
                <a:lnTo>
                  <a:pt x="170502" y="150493"/>
                </a:lnTo>
                <a:lnTo>
                  <a:pt x="140133" y="114197"/>
                </a:lnTo>
                <a:lnTo>
                  <a:pt x="108981" y="78573"/>
                </a:lnTo>
                <a:lnTo>
                  <a:pt x="77314" y="43402"/>
                </a:lnTo>
                <a:lnTo>
                  <a:pt x="45396" y="8466"/>
                </a:lnTo>
                <a:lnTo>
                  <a:pt x="26215" y="0"/>
                </a:lnTo>
                <a:close/>
              </a:path>
              <a:path w="324485" h="328295">
                <a:moveTo>
                  <a:pt x="295482" y="127719"/>
                </a:moveTo>
                <a:lnTo>
                  <a:pt x="277136" y="134209"/>
                </a:lnTo>
                <a:lnTo>
                  <a:pt x="269326" y="153760"/>
                </a:lnTo>
                <a:lnTo>
                  <a:pt x="269804" y="172151"/>
                </a:lnTo>
                <a:lnTo>
                  <a:pt x="269884" y="178435"/>
                </a:lnTo>
                <a:lnTo>
                  <a:pt x="269997" y="208930"/>
                </a:lnTo>
                <a:lnTo>
                  <a:pt x="269651" y="227318"/>
                </a:lnTo>
                <a:lnTo>
                  <a:pt x="269586" y="229602"/>
                </a:lnTo>
                <a:lnTo>
                  <a:pt x="269495" y="236514"/>
                </a:lnTo>
                <a:lnTo>
                  <a:pt x="269585" y="242607"/>
                </a:lnTo>
                <a:lnTo>
                  <a:pt x="269211" y="249621"/>
                </a:lnTo>
                <a:lnTo>
                  <a:pt x="322754" y="249621"/>
                </a:lnTo>
                <a:lnTo>
                  <a:pt x="323400" y="236981"/>
                </a:lnTo>
                <a:lnTo>
                  <a:pt x="324026" y="208930"/>
                </a:lnTo>
                <a:lnTo>
                  <a:pt x="323944" y="181336"/>
                </a:lnTo>
                <a:lnTo>
                  <a:pt x="323303" y="153760"/>
                </a:lnTo>
                <a:lnTo>
                  <a:pt x="314245" y="134250"/>
                </a:lnTo>
                <a:lnTo>
                  <a:pt x="295482" y="127719"/>
                </a:lnTo>
                <a:close/>
              </a:path>
            </a:pathLst>
          </a:custGeom>
          <a:solidFill>
            <a:srgbClr val="231F20">
              <a:alpha val="58998"/>
            </a:srgbClr>
          </a:solidFill>
        </p:spPr>
        <p:txBody>
          <a:bodyPr wrap="square" lIns="0" tIns="0" rIns="0" bIns="0" rtlCol="0"/>
          <a:lstStyle/>
          <a:p>
            <a:endParaRPr/>
          </a:p>
        </p:txBody>
      </p:sp>
      <p:sp>
        <p:nvSpPr>
          <p:cNvPr id="25" name="bk object 25"/>
          <p:cNvSpPr/>
          <p:nvPr/>
        </p:nvSpPr>
        <p:spPr>
          <a:xfrm>
            <a:off x="888727" y="5687093"/>
            <a:ext cx="109635" cy="120826"/>
          </a:xfrm>
          <a:prstGeom prst="rect">
            <a:avLst/>
          </a:prstGeom>
          <a:blipFill>
            <a:blip r:embed="rId8" cstate="print"/>
            <a:stretch>
              <a:fillRect/>
            </a:stretch>
          </a:blipFill>
        </p:spPr>
        <p:txBody>
          <a:bodyPr wrap="square" lIns="0" tIns="0" rIns="0" bIns="0" rtlCol="0"/>
          <a:lstStyle/>
          <a:p>
            <a:endParaRPr/>
          </a:p>
        </p:txBody>
      </p:sp>
      <p:sp>
        <p:nvSpPr>
          <p:cNvPr id="26" name="bk object 26"/>
          <p:cNvSpPr/>
          <p:nvPr/>
        </p:nvSpPr>
        <p:spPr>
          <a:xfrm>
            <a:off x="1183498" y="5581947"/>
            <a:ext cx="48895" cy="125730"/>
          </a:xfrm>
          <a:custGeom>
            <a:avLst/>
            <a:gdLst/>
            <a:ahLst/>
            <a:cxnLst/>
            <a:rect l="l" t="t" r="r" b="b"/>
            <a:pathLst>
              <a:path w="48894" h="125729">
                <a:moveTo>
                  <a:pt x="16494" y="0"/>
                </a:moveTo>
                <a:lnTo>
                  <a:pt x="3834" y="8518"/>
                </a:lnTo>
                <a:lnTo>
                  <a:pt x="0" y="24579"/>
                </a:lnTo>
                <a:lnTo>
                  <a:pt x="2893" y="44811"/>
                </a:lnTo>
                <a:lnTo>
                  <a:pt x="5231" y="65096"/>
                </a:lnTo>
                <a:lnTo>
                  <a:pt x="7045" y="85436"/>
                </a:lnTo>
                <a:lnTo>
                  <a:pt x="8366" y="105833"/>
                </a:lnTo>
                <a:lnTo>
                  <a:pt x="15458" y="120434"/>
                </a:lnTo>
                <a:lnTo>
                  <a:pt x="29631" y="125332"/>
                </a:lnTo>
                <a:lnTo>
                  <a:pt x="43291" y="120481"/>
                </a:lnTo>
                <a:lnTo>
                  <a:pt x="48846" y="105833"/>
                </a:lnTo>
                <a:lnTo>
                  <a:pt x="45130" y="59698"/>
                </a:lnTo>
                <a:lnTo>
                  <a:pt x="39035" y="13815"/>
                </a:lnTo>
                <a:lnTo>
                  <a:pt x="30665" y="1079"/>
                </a:lnTo>
                <a:lnTo>
                  <a:pt x="16494" y="0"/>
                </a:lnTo>
                <a:close/>
              </a:path>
            </a:pathLst>
          </a:custGeom>
          <a:solidFill>
            <a:srgbClr val="231F20">
              <a:alpha val="58998"/>
            </a:srgbClr>
          </a:solidFill>
        </p:spPr>
        <p:txBody>
          <a:bodyPr wrap="square" lIns="0" tIns="0" rIns="0" bIns="0" rtlCol="0"/>
          <a:lstStyle/>
          <a:p>
            <a:endParaRPr/>
          </a:p>
        </p:txBody>
      </p:sp>
      <p:sp>
        <p:nvSpPr>
          <p:cNvPr id="27" name="bk object 27"/>
          <p:cNvSpPr/>
          <p:nvPr/>
        </p:nvSpPr>
        <p:spPr>
          <a:xfrm>
            <a:off x="1505728" y="5582432"/>
            <a:ext cx="87341" cy="132846"/>
          </a:xfrm>
          <a:prstGeom prst="rect">
            <a:avLst/>
          </a:prstGeom>
          <a:blipFill>
            <a:blip r:embed="rId9" cstate="print"/>
            <a:stretch>
              <a:fillRect/>
            </a:stretch>
          </a:blipFill>
        </p:spPr>
        <p:txBody>
          <a:bodyPr wrap="square" lIns="0" tIns="0" rIns="0" bIns="0" rtlCol="0"/>
          <a:lstStyle/>
          <a:p>
            <a:endParaRPr/>
          </a:p>
        </p:txBody>
      </p:sp>
      <p:sp>
        <p:nvSpPr>
          <p:cNvPr id="28" name="bk object 28"/>
          <p:cNvSpPr/>
          <p:nvPr/>
        </p:nvSpPr>
        <p:spPr>
          <a:xfrm>
            <a:off x="1061882" y="5797494"/>
            <a:ext cx="529590" cy="745490"/>
          </a:xfrm>
          <a:custGeom>
            <a:avLst/>
            <a:gdLst/>
            <a:ahLst/>
            <a:cxnLst/>
            <a:rect l="l" t="t" r="r" b="b"/>
            <a:pathLst>
              <a:path w="529590" h="745490">
                <a:moveTo>
                  <a:pt x="259305" y="0"/>
                </a:moveTo>
                <a:lnTo>
                  <a:pt x="208549" y="2530"/>
                </a:lnTo>
                <a:lnTo>
                  <a:pt x="158755" y="14642"/>
                </a:lnTo>
                <a:lnTo>
                  <a:pt x="111486" y="35357"/>
                </a:lnTo>
                <a:lnTo>
                  <a:pt x="57485" y="71341"/>
                </a:lnTo>
                <a:lnTo>
                  <a:pt x="15970" y="120621"/>
                </a:lnTo>
                <a:lnTo>
                  <a:pt x="0" y="185356"/>
                </a:lnTo>
                <a:lnTo>
                  <a:pt x="824" y="219302"/>
                </a:lnTo>
                <a:lnTo>
                  <a:pt x="16198" y="303642"/>
                </a:lnTo>
                <a:lnTo>
                  <a:pt x="34151" y="352496"/>
                </a:lnTo>
                <a:lnTo>
                  <a:pt x="58224" y="398584"/>
                </a:lnTo>
                <a:lnTo>
                  <a:pt x="87940" y="441362"/>
                </a:lnTo>
                <a:lnTo>
                  <a:pt x="122826" y="480286"/>
                </a:lnTo>
                <a:lnTo>
                  <a:pt x="151331" y="507786"/>
                </a:lnTo>
                <a:lnTo>
                  <a:pt x="165002" y="522126"/>
                </a:lnTo>
                <a:lnTo>
                  <a:pt x="194388" y="567172"/>
                </a:lnTo>
                <a:lnTo>
                  <a:pt x="208121" y="598554"/>
                </a:lnTo>
                <a:lnTo>
                  <a:pt x="211247" y="605319"/>
                </a:lnTo>
                <a:lnTo>
                  <a:pt x="214548" y="611855"/>
                </a:lnTo>
                <a:lnTo>
                  <a:pt x="218046" y="618185"/>
                </a:lnTo>
                <a:lnTo>
                  <a:pt x="221744" y="624292"/>
                </a:lnTo>
                <a:lnTo>
                  <a:pt x="227190" y="635088"/>
                </a:lnTo>
                <a:lnTo>
                  <a:pt x="233443" y="645617"/>
                </a:lnTo>
                <a:lnTo>
                  <a:pt x="239864" y="655692"/>
                </a:lnTo>
                <a:lnTo>
                  <a:pt x="245817" y="665128"/>
                </a:lnTo>
                <a:lnTo>
                  <a:pt x="275072" y="710102"/>
                </a:lnTo>
                <a:lnTo>
                  <a:pt x="313760" y="740647"/>
                </a:lnTo>
                <a:lnTo>
                  <a:pt x="345277" y="744871"/>
                </a:lnTo>
                <a:lnTo>
                  <a:pt x="378211" y="740968"/>
                </a:lnTo>
                <a:lnTo>
                  <a:pt x="409665" y="733681"/>
                </a:lnTo>
                <a:lnTo>
                  <a:pt x="438669" y="726236"/>
                </a:lnTo>
                <a:lnTo>
                  <a:pt x="469702" y="715907"/>
                </a:lnTo>
                <a:lnTo>
                  <a:pt x="491439" y="704484"/>
                </a:lnTo>
                <a:lnTo>
                  <a:pt x="361277" y="704484"/>
                </a:lnTo>
                <a:lnTo>
                  <a:pt x="333050" y="703871"/>
                </a:lnTo>
                <a:lnTo>
                  <a:pt x="322901" y="700058"/>
                </a:lnTo>
                <a:lnTo>
                  <a:pt x="314163" y="693495"/>
                </a:lnTo>
                <a:lnTo>
                  <a:pt x="306575" y="685018"/>
                </a:lnTo>
                <a:lnTo>
                  <a:pt x="299878" y="675463"/>
                </a:lnTo>
                <a:lnTo>
                  <a:pt x="351455" y="675002"/>
                </a:lnTo>
                <a:lnTo>
                  <a:pt x="402455" y="662495"/>
                </a:lnTo>
                <a:lnTo>
                  <a:pt x="448198" y="638357"/>
                </a:lnTo>
                <a:lnTo>
                  <a:pt x="450683" y="635904"/>
                </a:lnTo>
                <a:lnTo>
                  <a:pt x="310359" y="635904"/>
                </a:lnTo>
                <a:lnTo>
                  <a:pt x="293887" y="633054"/>
                </a:lnTo>
                <a:lnTo>
                  <a:pt x="258455" y="606575"/>
                </a:lnTo>
                <a:lnTo>
                  <a:pt x="258165" y="605309"/>
                </a:lnTo>
                <a:lnTo>
                  <a:pt x="268977" y="600897"/>
                </a:lnTo>
                <a:lnTo>
                  <a:pt x="281161" y="597389"/>
                </a:lnTo>
                <a:lnTo>
                  <a:pt x="293118" y="594405"/>
                </a:lnTo>
                <a:lnTo>
                  <a:pt x="303270" y="591549"/>
                </a:lnTo>
                <a:lnTo>
                  <a:pt x="365102" y="570901"/>
                </a:lnTo>
                <a:lnTo>
                  <a:pt x="238508" y="570901"/>
                </a:lnTo>
                <a:lnTo>
                  <a:pt x="231316" y="554790"/>
                </a:lnTo>
                <a:lnTo>
                  <a:pt x="207368" y="510348"/>
                </a:lnTo>
                <a:lnTo>
                  <a:pt x="177377" y="475470"/>
                </a:lnTo>
                <a:lnTo>
                  <a:pt x="145681" y="442761"/>
                </a:lnTo>
                <a:lnTo>
                  <a:pt x="115135" y="409018"/>
                </a:lnTo>
                <a:lnTo>
                  <a:pt x="88596" y="371043"/>
                </a:lnTo>
                <a:lnTo>
                  <a:pt x="67297" y="327721"/>
                </a:lnTo>
                <a:lnTo>
                  <a:pt x="51482" y="281356"/>
                </a:lnTo>
                <a:lnTo>
                  <a:pt x="42249" y="233327"/>
                </a:lnTo>
                <a:lnTo>
                  <a:pt x="40692" y="185017"/>
                </a:lnTo>
                <a:lnTo>
                  <a:pt x="55427" y="136357"/>
                </a:lnTo>
                <a:lnTo>
                  <a:pt x="88689" y="97669"/>
                </a:lnTo>
                <a:lnTo>
                  <a:pt x="132944" y="68837"/>
                </a:lnTo>
                <a:lnTo>
                  <a:pt x="180656" y="49744"/>
                </a:lnTo>
                <a:lnTo>
                  <a:pt x="228858" y="40629"/>
                </a:lnTo>
                <a:lnTo>
                  <a:pt x="374895" y="40629"/>
                </a:lnTo>
                <a:lnTo>
                  <a:pt x="357447" y="27598"/>
                </a:lnTo>
                <a:lnTo>
                  <a:pt x="309459" y="8029"/>
                </a:lnTo>
                <a:lnTo>
                  <a:pt x="259305" y="0"/>
                </a:lnTo>
                <a:close/>
              </a:path>
              <a:path w="529590" h="745490">
                <a:moveTo>
                  <a:pt x="525247" y="603004"/>
                </a:moveTo>
                <a:lnTo>
                  <a:pt x="484008" y="603004"/>
                </a:lnTo>
                <a:lnTo>
                  <a:pt x="486466" y="612762"/>
                </a:lnTo>
                <a:lnTo>
                  <a:pt x="488441" y="622603"/>
                </a:lnTo>
                <a:lnTo>
                  <a:pt x="489543" y="632457"/>
                </a:lnTo>
                <a:lnTo>
                  <a:pt x="489380" y="642249"/>
                </a:lnTo>
                <a:lnTo>
                  <a:pt x="484941" y="656493"/>
                </a:lnTo>
                <a:lnTo>
                  <a:pt x="449716" y="678657"/>
                </a:lnTo>
                <a:lnTo>
                  <a:pt x="392372" y="698347"/>
                </a:lnTo>
                <a:lnTo>
                  <a:pt x="361277" y="704484"/>
                </a:lnTo>
                <a:lnTo>
                  <a:pt x="491439" y="704484"/>
                </a:lnTo>
                <a:lnTo>
                  <a:pt x="498054" y="701007"/>
                </a:lnTo>
                <a:lnTo>
                  <a:pt x="519012" y="679850"/>
                </a:lnTo>
                <a:lnTo>
                  <a:pt x="529162" y="651717"/>
                </a:lnTo>
                <a:lnTo>
                  <a:pt x="528959" y="621688"/>
                </a:lnTo>
                <a:lnTo>
                  <a:pt x="525247" y="603004"/>
                </a:lnTo>
                <a:close/>
              </a:path>
              <a:path w="529590" h="745490">
                <a:moveTo>
                  <a:pt x="510223" y="536546"/>
                </a:moveTo>
                <a:lnTo>
                  <a:pt x="467977" y="536546"/>
                </a:lnTo>
                <a:lnTo>
                  <a:pt x="455209" y="575270"/>
                </a:lnTo>
                <a:lnTo>
                  <a:pt x="427913" y="604093"/>
                </a:lnTo>
                <a:lnTo>
                  <a:pt x="391240" y="623490"/>
                </a:lnTo>
                <a:lnTo>
                  <a:pt x="350339" y="633935"/>
                </a:lnTo>
                <a:lnTo>
                  <a:pt x="310359" y="635904"/>
                </a:lnTo>
                <a:lnTo>
                  <a:pt x="450683" y="635904"/>
                </a:lnTo>
                <a:lnTo>
                  <a:pt x="484008" y="603004"/>
                </a:lnTo>
                <a:lnTo>
                  <a:pt x="525247" y="603004"/>
                </a:lnTo>
                <a:lnTo>
                  <a:pt x="522934" y="591359"/>
                </a:lnTo>
                <a:lnTo>
                  <a:pt x="515620" y="562325"/>
                </a:lnTo>
                <a:lnTo>
                  <a:pt x="510223" y="536546"/>
                </a:lnTo>
                <a:close/>
              </a:path>
              <a:path w="529590" h="745490">
                <a:moveTo>
                  <a:pt x="247629" y="311616"/>
                </a:moveTo>
                <a:lnTo>
                  <a:pt x="219512" y="318976"/>
                </a:lnTo>
                <a:lnTo>
                  <a:pt x="194960" y="333499"/>
                </a:lnTo>
                <a:lnTo>
                  <a:pt x="177546" y="354279"/>
                </a:lnTo>
                <a:lnTo>
                  <a:pt x="167991" y="384852"/>
                </a:lnTo>
                <a:lnTo>
                  <a:pt x="169128" y="416687"/>
                </a:lnTo>
                <a:lnTo>
                  <a:pt x="194195" y="475490"/>
                </a:lnTo>
                <a:lnTo>
                  <a:pt x="232695" y="518425"/>
                </a:lnTo>
                <a:lnTo>
                  <a:pt x="275491" y="557362"/>
                </a:lnTo>
                <a:lnTo>
                  <a:pt x="266221" y="560341"/>
                </a:lnTo>
                <a:lnTo>
                  <a:pt x="257044" y="563493"/>
                </a:lnTo>
                <a:lnTo>
                  <a:pt x="248012" y="566880"/>
                </a:lnTo>
                <a:lnTo>
                  <a:pt x="238948" y="570670"/>
                </a:lnTo>
                <a:lnTo>
                  <a:pt x="238738" y="570796"/>
                </a:lnTo>
                <a:lnTo>
                  <a:pt x="238508" y="570901"/>
                </a:lnTo>
                <a:lnTo>
                  <a:pt x="365102" y="570901"/>
                </a:lnTo>
                <a:lnTo>
                  <a:pt x="446593" y="543687"/>
                </a:lnTo>
                <a:lnTo>
                  <a:pt x="318935" y="543687"/>
                </a:lnTo>
                <a:lnTo>
                  <a:pt x="290885" y="517199"/>
                </a:lnTo>
                <a:lnTo>
                  <a:pt x="261680" y="491255"/>
                </a:lnTo>
                <a:lnTo>
                  <a:pt x="235216" y="463280"/>
                </a:lnTo>
                <a:lnTo>
                  <a:pt x="215388" y="430696"/>
                </a:lnTo>
                <a:lnTo>
                  <a:pt x="208373" y="395034"/>
                </a:lnTo>
                <a:lnTo>
                  <a:pt x="212264" y="378888"/>
                </a:lnTo>
                <a:lnTo>
                  <a:pt x="222341" y="365640"/>
                </a:lnTo>
                <a:lnTo>
                  <a:pt x="266553" y="365640"/>
                </a:lnTo>
                <a:lnTo>
                  <a:pt x="266811" y="364729"/>
                </a:lnTo>
                <a:lnTo>
                  <a:pt x="269418" y="360740"/>
                </a:lnTo>
                <a:lnTo>
                  <a:pt x="272800" y="357577"/>
                </a:lnTo>
                <a:lnTo>
                  <a:pt x="276611" y="355054"/>
                </a:lnTo>
                <a:lnTo>
                  <a:pt x="322511" y="355054"/>
                </a:lnTo>
                <a:lnTo>
                  <a:pt x="321982" y="352845"/>
                </a:lnTo>
                <a:lnTo>
                  <a:pt x="320558" y="348677"/>
                </a:lnTo>
                <a:lnTo>
                  <a:pt x="390929" y="348677"/>
                </a:lnTo>
                <a:lnTo>
                  <a:pt x="388463" y="344731"/>
                </a:lnTo>
                <a:lnTo>
                  <a:pt x="354986" y="318416"/>
                </a:lnTo>
                <a:lnTo>
                  <a:pt x="339202" y="312322"/>
                </a:lnTo>
                <a:lnTo>
                  <a:pt x="275732" y="312322"/>
                </a:lnTo>
                <a:lnTo>
                  <a:pt x="247629" y="311616"/>
                </a:lnTo>
                <a:close/>
              </a:path>
              <a:path w="529590" h="745490">
                <a:moveTo>
                  <a:pt x="390929" y="348677"/>
                </a:moveTo>
                <a:lnTo>
                  <a:pt x="320558" y="348677"/>
                </a:lnTo>
                <a:lnTo>
                  <a:pt x="329728" y="351639"/>
                </a:lnTo>
                <a:lnTo>
                  <a:pt x="338417" y="355889"/>
                </a:lnTo>
                <a:lnTo>
                  <a:pt x="375501" y="400580"/>
                </a:lnTo>
                <a:lnTo>
                  <a:pt x="386383" y="439062"/>
                </a:lnTo>
                <a:lnTo>
                  <a:pt x="390025" y="479971"/>
                </a:lnTo>
                <a:lnTo>
                  <a:pt x="389969" y="519970"/>
                </a:lnTo>
                <a:lnTo>
                  <a:pt x="318935" y="543687"/>
                </a:lnTo>
                <a:lnTo>
                  <a:pt x="446593" y="543687"/>
                </a:lnTo>
                <a:lnTo>
                  <a:pt x="467977" y="536546"/>
                </a:lnTo>
                <a:lnTo>
                  <a:pt x="510223" y="536546"/>
                </a:lnTo>
                <a:lnTo>
                  <a:pt x="504533" y="509361"/>
                </a:lnTo>
                <a:lnTo>
                  <a:pt x="504035" y="506452"/>
                </a:lnTo>
                <a:lnTo>
                  <a:pt x="430439" y="506452"/>
                </a:lnTo>
                <a:lnTo>
                  <a:pt x="428984" y="465606"/>
                </a:lnTo>
                <a:lnTo>
                  <a:pt x="428867" y="463280"/>
                </a:lnTo>
                <a:lnTo>
                  <a:pt x="423015" y="420364"/>
                </a:lnTo>
                <a:lnTo>
                  <a:pt x="410336" y="379724"/>
                </a:lnTo>
                <a:lnTo>
                  <a:pt x="390929" y="348677"/>
                </a:lnTo>
                <a:close/>
              </a:path>
              <a:path w="529590" h="745490">
                <a:moveTo>
                  <a:pt x="374895" y="40629"/>
                </a:moveTo>
                <a:lnTo>
                  <a:pt x="228858" y="40629"/>
                </a:lnTo>
                <a:lnTo>
                  <a:pt x="277831" y="42397"/>
                </a:lnTo>
                <a:lnTo>
                  <a:pt x="324543" y="56053"/>
                </a:lnTo>
                <a:lnTo>
                  <a:pt x="365960" y="82601"/>
                </a:lnTo>
                <a:lnTo>
                  <a:pt x="396298" y="119296"/>
                </a:lnTo>
                <a:lnTo>
                  <a:pt x="415249" y="162170"/>
                </a:lnTo>
                <a:lnTo>
                  <a:pt x="425942" y="208553"/>
                </a:lnTo>
                <a:lnTo>
                  <a:pt x="431507" y="255779"/>
                </a:lnTo>
                <a:lnTo>
                  <a:pt x="436122" y="308424"/>
                </a:lnTo>
                <a:lnTo>
                  <a:pt x="441277" y="361329"/>
                </a:lnTo>
                <a:lnTo>
                  <a:pt x="447394" y="413320"/>
                </a:lnTo>
                <a:lnTo>
                  <a:pt x="455172" y="465606"/>
                </a:lnTo>
                <a:lnTo>
                  <a:pt x="460606" y="496379"/>
                </a:lnTo>
                <a:lnTo>
                  <a:pt x="430439" y="506452"/>
                </a:lnTo>
                <a:lnTo>
                  <a:pt x="504035" y="506452"/>
                </a:lnTo>
                <a:lnTo>
                  <a:pt x="495465" y="456323"/>
                </a:lnTo>
                <a:lnTo>
                  <a:pt x="487986" y="403166"/>
                </a:lnTo>
                <a:lnTo>
                  <a:pt x="481665" y="349848"/>
                </a:lnTo>
                <a:lnTo>
                  <a:pt x="476071" y="296326"/>
                </a:lnTo>
                <a:lnTo>
                  <a:pt x="470773" y="242555"/>
                </a:lnTo>
                <a:lnTo>
                  <a:pt x="463453" y="191623"/>
                </a:lnTo>
                <a:lnTo>
                  <a:pt x="450319" y="142718"/>
                </a:lnTo>
                <a:lnTo>
                  <a:pt x="429513" y="97783"/>
                </a:lnTo>
                <a:lnTo>
                  <a:pt x="399175" y="58762"/>
                </a:lnTo>
                <a:lnTo>
                  <a:pt x="374895" y="40629"/>
                </a:lnTo>
                <a:close/>
              </a:path>
              <a:path w="529590" h="745490">
                <a:moveTo>
                  <a:pt x="266553" y="365640"/>
                </a:moveTo>
                <a:lnTo>
                  <a:pt x="222341" y="365640"/>
                </a:lnTo>
                <a:lnTo>
                  <a:pt x="221043" y="372655"/>
                </a:lnTo>
                <a:lnTo>
                  <a:pt x="220802" y="380278"/>
                </a:lnTo>
                <a:lnTo>
                  <a:pt x="221922" y="388540"/>
                </a:lnTo>
                <a:lnTo>
                  <a:pt x="229508" y="409564"/>
                </a:lnTo>
                <a:lnTo>
                  <a:pt x="244492" y="425676"/>
                </a:lnTo>
                <a:lnTo>
                  <a:pt x="264423" y="434267"/>
                </a:lnTo>
                <a:lnTo>
                  <a:pt x="286852" y="432727"/>
                </a:lnTo>
                <a:lnTo>
                  <a:pt x="305055" y="421629"/>
                </a:lnTo>
                <a:lnTo>
                  <a:pt x="317139" y="404242"/>
                </a:lnTo>
                <a:lnTo>
                  <a:pt x="320643" y="392391"/>
                </a:lnTo>
                <a:lnTo>
                  <a:pt x="272634" y="392391"/>
                </a:lnTo>
                <a:lnTo>
                  <a:pt x="265998" y="387715"/>
                </a:lnTo>
                <a:lnTo>
                  <a:pt x="263420" y="376714"/>
                </a:lnTo>
                <a:lnTo>
                  <a:pt x="266553" y="365640"/>
                </a:lnTo>
                <a:close/>
              </a:path>
              <a:path w="529590" h="745490">
                <a:moveTo>
                  <a:pt x="322511" y="355054"/>
                </a:moveTo>
                <a:lnTo>
                  <a:pt x="276611" y="355054"/>
                </a:lnTo>
                <a:lnTo>
                  <a:pt x="281443" y="361387"/>
                </a:lnTo>
                <a:lnTo>
                  <a:pt x="284099" y="369335"/>
                </a:lnTo>
                <a:lnTo>
                  <a:pt x="284214" y="377728"/>
                </a:lnTo>
                <a:lnTo>
                  <a:pt x="281418" y="385399"/>
                </a:lnTo>
                <a:lnTo>
                  <a:pt x="272634" y="392391"/>
                </a:lnTo>
                <a:lnTo>
                  <a:pt x="320643" y="392391"/>
                </a:lnTo>
                <a:lnTo>
                  <a:pt x="323278" y="383480"/>
                </a:lnTo>
                <a:lnTo>
                  <a:pt x="323604" y="364729"/>
                </a:lnTo>
                <a:lnTo>
                  <a:pt x="323488" y="360932"/>
                </a:lnTo>
                <a:lnTo>
                  <a:pt x="323060" y="357347"/>
                </a:lnTo>
                <a:lnTo>
                  <a:pt x="322511" y="355054"/>
                </a:lnTo>
                <a:close/>
              </a:path>
              <a:path w="529590" h="745490">
                <a:moveTo>
                  <a:pt x="316513" y="307960"/>
                </a:moveTo>
                <a:lnTo>
                  <a:pt x="295861" y="308311"/>
                </a:lnTo>
                <a:lnTo>
                  <a:pt x="275732" y="312322"/>
                </a:lnTo>
                <a:lnTo>
                  <a:pt x="339202" y="312322"/>
                </a:lnTo>
                <a:lnTo>
                  <a:pt x="336589" y="311314"/>
                </a:lnTo>
                <a:lnTo>
                  <a:pt x="316513" y="307960"/>
                </a:lnTo>
                <a:close/>
              </a:path>
            </a:pathLst>
          </a:custGeom>
          <a:solidFill>
            <a:srgbClr val="231F20">
              <a:alpha val="58998"/>
            </a:srgbClr>
          </a:solidFill>
        </p:spPr>
        <p:txBody>
          <a:bodyPr wrap="square" lIns="0" tIns="0" rIns="0" bIns="0" rtlCol="0"/>
          <a:lstStyle/>
          <a:p>
            <a:endParaRPr/>
          </a:p>
        </p:txBody>
      </p:sp>
      <p:sp>
        <p:nvSpPr>
          <p:cNvPr id="29" name="bk object 29"/>
          <p:cNvSpPr/>
          <p:nvPr/>
        </p:nvSpPr>
        <p:spPr>
          <a:xfrm>
            <a:off x="2300176" y="6911646"/>
            <a:ext cx="675640" cy="777875"/>
          </a:xfrm>
          <a:custGeom>
            <a:avLst/>
            <a:gdLst/>
            <a:ahLst/>
            <a:cxnLst/>
            <a:rect l="l" t="t" r="r" b="b"/>
            <a:pathLst>
              <a:path w="675639" h="777875">
                <a:moveTo>
                  <a:pt x="22314" y="0"/>
                </a:moveTo>
                <a:lnTo>
                  <a:pt x="5354" y="11363"/>
                </a:lnTo>
                <a:lnTo>
                  <a:pt x="0" y="32777"/>
                </a:lnTo>
                <a:lnTo>
                  <a:pt x="8550" y="81337"/>
                </a:lnTo>
                <a:lnTo>
                  <a:pt x="20012" y="129233"/>
                </a:lnTo>
                <a:lnTo>
                  <a:pt x="34317" y="176319"/>
                </a:lnTo>
                <a:lnTo>
                  <a:pt x="51392" y="222449"/>
                </a:lnTo>
                <a:lnTo>
                  <a:pt x="71169" y="267477"/>
                </a:lnTo>
                <a:lnTo>
                  <a:pt x="93576" y="311257"/>
                </a:lnTo>
                <a:lnTo>
                  <a:pt x="118544" y="353644"/>
                </a:lnTo>
                <a:lnTo>
                  <a:pt x="146003" y="394491"/>
                </a:lnTo>
                <a:lnTo>
                  <a:pt x="175881" y="433653"/>
                </a:lnTo>
                <a:lnTo>
                  <a:pt x="208108" y="470984"/>
                </a:lnTo>
                <a:lnTo>
                  <a:pt x="245599" y="509084"/>
                </a:lnTo>
                <a:lnTo>
                  <a:pt x="285305" y="544809"/>
                </a:lnTo>
                <a:lnTo>
                  <a:pt x="326692" y="578641"/>
                </a:lnTo>
                <a:lnTo>
                  <a:pt x="369230" y="611064"/>
                </a:lnTo>
                <a:lnTo>
                  <a:pt x="412385" y="642560"/>
                </a:lnTo>
                <a:lnTo>
                  <a:pt x="456156" y="673984"/>
                </a:lnTo>
                <a:lnTo>
                  <a:pt x="500524" y="704457"/>
                </a:lnTo>
                <a:lnTo>
                  <a:pt x="546133" y="732742"/>
                </a:lnTo>
                <a:lnTo>
                  <a:pt x="593632" y="757606"/>
                </a:lnTo>
                <a:lnTo>
                  <a:pt x="643666" y="777812"/>
                </a:lnTo>
                <a:lnTo>
                  <a:pt x="664428" y="775955"/>
                </a:lnTo>
                <a:lnTo>
                  <a:pt x="675499" y="760143"/>
                </a:lnTo>
                <a:lnTo>
                  <a:pt x="674242" y="740152"/>
                </a:lnTo>
                <a:lnTo>
                  <a:pt x="658021" y="725761"/>
                </a:lnTo>
                <a:lnTo>
                  <a:pt x="611702" y="706876"/>
                </a:lnTo>
                <a:lnTo>
                  <a:pt x="567640" y="683403"/>
                </a:lnTo>
                <a:lnTo>
                  <a:pt x="525295" y="656676"/>
                </a:lnTo>
                <a:lnTo>
                  <a:pt x="484128" y="628031"/>
                </a:lnTo>
                <a:lnTo>
                  <a:pt x="401854" y="568345"/>
                </a:lnTo>
                <a:lnTo>
                  <a:pt x="360780" y="536987"/>
                </a:lnTo>
                <a:lnTo>
                  <a:pt x="320846" y="504259"/>
                </a:lnTo>
                <a:lnTo>
                  <a:pt x="282521" y="469692"/>
                </a:lnTo>
                <a:lnTo>
                  <a:pt x="246275" y="432817"/>
                </a:lnTo>
                <a:lnTo>
                  <a:pt x="212610" y="393450"/>
                </a:lnTo>
                <a:lnTo>
                  <a:pt x="181857" y="351968"/>
                </a:lnTo>
                <a:lnTo>
                  <a:pt x="154062" y="308563"/>
                </a:lnTo>
                <a:lnTo>
                  <a:pt x="129273" y="263426"/>
                </a:lnTo>
                <a:lnTo>
                  <a:pt x="107537" y="216747"/>
                </a:lnTo>
                <a:lnTo>
                  <a:pt x="88900" y="168717"/>
                </a:lnTo>
                <a:lnTo>
                  <a:pt x="73408" y="119527"/>
                </a:lnTo>
                <a:lnTo>
                  <a:pt x="61109" y="69369"/>
                </a:lnTo>
                <a:lnTo>
                  <a:pt x="52050" y="18432"/>
                </a:lnTo>
                <a:lnTo>
                  <a:pt x="41130" y="1439"/>
                </a:lnTo>
                <a:lnTo>
                  <a:pt x="22314" y="0"/>
                </a:lnTo>
                <a:close/>
              </a:path>
            </a:pathLst>
          </a:custGeom>
          <a:solidFill>
            <a:srgbClr val="231F20">
              <a:alpha val="58998"/>
            </a:srgbClr>
          </a:solidFill>
        </p:spPr>
        <p:txBody>
          <a:bodyPr wrap="square" lIns="0" tIns="0" rIns="0" bIns="0" rtlCol="0"/>
          <a:lstStyle/>
          <a:p>
            <a:endParaRPr/>
          </a:p>
        </p:txBody>
      </p:sp>
      <p:sp>
        <p:nvSpPr>
          <p:cNvPr id="30" name="bk object 30"/>
          <p:cNvSpPr/>
          <p:nvPr/>
        </p:nvSpPr>
        <p:spPr>
          <a:xfrm>
            <a:off x="2908161" y="7510577"/>
            <a:ext cx="201930" cy="349250"/>
          </a:xfrm>
          <a:custGeom>
            <a:avLst/>
            <a:gdLst/>
            <a:ahLst/>
            <a:cxnLst/>
            <a:rect l="l" t="t" r="r" b="b"/>
            <a:pathLst>
              <a:path w="201930" h="349250">
                <a:moveTo>
                  <a:pt x="24112" y="290494"/>
                </a:moveTo>
                <a:lnTo>
                  <a:pt x="0" y="322998"/>
                </a:lnTo>
                <a:lnTo>
                  <a:pt x="2951" y="333613"/>
                </a:lnTo>
                <a:lnTo>
                  <a:pt x="3809" y="335634"/>
                </a:lnTo>
                <a:lnTo>
                  <a:pt x="8983" y="342371"/>
                </a:lnTo>
                <a:lnTo>
                  <a:pt x="16878" y="347009"/>
                </a:lnTo>
                <a:lnTo>
                  <a:pt x="25859" y="349061"/>
                </a:lnTo>
                <a:lnTo>
                  <a:pt x="34290" y="348042"/>
                </a:lnTo>
                <a:lnTo>
                  <a:pt x="46596" y="342067"/>
                </a:lnTo>
                <a:lnTo>
                  <a:pt x="57821" y="334083"/>
                </a:lnTo>
                <a:lnTo>
                  <a:pt x="68413" y="325075"/>
                </a:lnTo>
                <a:lnTo>
                  <a:pt x="78823" y="316032"/>
                </a:lnTo>
                <a:lnTo>
                  <a:pt x="109309" y="290609"/>
                </a:lnTo>
                <a:lnTo>
                  <a:pt x="28772" y="290609"/>
                </a:lnTo>
                <a:lnTo>
                  <a:pt x="24112" y="290494"/>
                </a:lnTo>
                <a:close/>
              </a:path>
              <a:path w="201930" h="349250">
                <a:moveTo>
                  <a:pt x="69641" y="0"/>
                </a:moveTo>
                <a:lnTo>
                  <a:pt x="50545" y="3615"/>
                </a:lnTo>
                <a:lnTo>
                  <a:pt x="37596" y="18723"/>
                </a:lnTo>
                <a:lnTo>
                  <a:pt x="39536" y="40218"/>
                </a:lnTo>
                <a:lnTo>
                  <a:pt x="59888" y="80427"/>
                </a:lnTo>
                <a:lnTo>
                  <a:pt x="81346" y="121504"/>
                </a:lnTo>
                <a:lnTo>
                  <a:pt x="106424" y="159918"/>
                </a:lnTo>
                <a:lnTo>
                  <a:pt x="137638" y="192141"/>
                </a:lnTo>
                <a:lnTo>
                  <a:pt x="137973" y="192402"/>
                </a:lnTo>
                <a:lnTo>
                  <a:pt x="140486" y="194601"/>
                </a:lnTo>
                <a:lnTo>
                  <a:pt x="56740" y="264453"/>
                </a:lnTo>
                <a:lnTo>
                  <a:pt x="50934" y="269803"/>
                </a:lnTo>
                <a:lnTo>
                  <a:pt x="43922" y="276737"/>
                </a:lnTo>
                <a:lnTo>
                  <a:pt x="36327" y="284069"/>
                </a:lnTo>
                <a:lnTo>
                  <a:pt x="28772" y="290609"/>
                </a:lnTo>
                <a:lnTo>
                  <a:pt x="109309" y="290609"/>
                </a:lnTo>
                <a:lnTo>
                  <a:pt x="131093" y="272442"/>
                </a:lnTo>
                <a:lnTo>
                  <a:pt x="151477" y="257225"/>
                </a:lnTo>
                <a:lnTo>
                  <a:pt x="174570" y="239462"/>
                </a:lnTo>
                <a:lnTo>
                  <a:pt x="193580" y="219028"/>
                </a:lnTo>
                <a:lnTo>
                  <a:pt x="201719" y="195795"/>
                </a:lnTo>
                <a:lnTo>
                  <a:pt x="195727" y="174151"/>
                </a:lnTo>
                <a:lnTo>
                  <a:pt x="180736" y="156511"/>
                </a:lnTo>
                <a:lnTo>
                  <a:pt x="162549" y="140468"/>
                </a:lnTo>
                <a:lnTo>
                  <a:pt x="146967" y="123619"/>
                </a:lnTo>
                <a:lnTo>
                  <a:pt x="130291" y="96972"/>
                </a:lnTo>
                <a:lnTo>
                  <a:pt x="115090" y="69161"/>
                </a:lnTo>
                <a:lnTo>
                  <a:pt x="100621" y="40921"/>
                </a:lnTo>
                <a:lnTo>
                  <a:pt x="86142" y="12984"/>
                </a:lnTo>
                <a:lnTo>
                  <a:pt x="69641" y="0"/>
                </a:lnTo>
                <a:close/>
              </a:path>
            </a:pathLst>
          </a:custGeom>
          <a:solidFill>
            <a:srgbClr val="231F20">
              <a:alpha val="58998"/>
            </a:srgbClr>
          </a:solidFill>
        </p:spPr>
        <p:txBody>
          <a:bodyPr wrap="square" lIns="0" tIns="0" rIns="0" bIns="0" rtlCol="0"/>
          <a:lstStyle/>
          <a:p>
            <a:endParaRPr/>
          </a:p>
        </p:txBody>
      </p:sp>
      <p:sp>
        <p:nvSpPr>
          <p:cNvPr id="31" name="bk object 31"/>
          <p:cNvSpPr/>
          <p:nvPr/>
        </p:nvSpPr>
        <p:spPr>
          <a:xfrm>
            <a:off x="3967556" y="6548021"/>
            <a:ext cx="1017269" cy="682625"/>
          </a:xfrm>
          <a:custGeom>
            <a:avLst/>
            <a:gdLst/>
            <a:ahLst/>
            <a:cxnLst/>
            <a:rect l="l" t="t" r="r" b="b"/>
            <a:pathLst>
              <a:path w="1017270" h="682625">
                <a:moveTo>
                  <a:pt x="400716" y="561378"/>
                </a:moveTo>
                <a:lnTo>
                  <a:pt x="360193" y="561378"/>
                </a:lnTo>
                <a:lnTo>
                  <a:pt x="361865" y="596298"/>
                </a:lnTo>
                <a:lnTo>
                  <a:pt x="368323" y="644041"/>
                </a:lnTo>
                <a:lnTo>
                  <a:pt x="408558" y="670759"/>
                </a:lnTo>
                <a:lnTo>
                  <a:pt x="459749" y="678502"/>
                </a:lnTo>
                <a:lnTo>
                  <a:pt x="498901" y="682369"/>
                </a:lnTo>
                <a:lnTo>
                  <a:pt x="545569" y="682149"/>
                </a:lnTo>
                <a:lnTo>
                  <a:pt x="591883" y="674953"/>
                </a:lnTo>
                <a:lnTo>
                  <a:pt x="635463" y="659708"/>
                </a:lnTo>
                <a:lnTo>
                  <a:pt x="662266" y="642726"/>
                </a:lnTo>
                <a:lnTo>
                  <a:pt x="519706" y="642726"/>
                </a:lnTo>
                <a:lnTo>
                  <a:pt x="506666" y="642344"/>
                </a:lnTo>
                <a:lnTo>
                  <a:pt x="493640" y="641532"/>
                </a:lnTo>
                <a:lnTo>
                  <a:pt x="480640" y="640363"/>
                </a:lnTo>
                <a:lnTo>
                  <a:pt x="467676" y="638915"/>
                </a:lnTo>
                <a:lnTo>
                  <a:pt x="440448" y="636587"/>
                </a:lnTo>
                <a:lnTo>
                  <a:pt x="404925" y="621788"/>
                </a:lnTo>
                <a:lnTo>
                  <a:pt x="401448" y="576793"/>
                </a:lnTo>
                <a:lnTo>
                  <a:pt x="400716" y="561378"/>
                </a:lnTo>
                <a:close/>
              </a:path>
              <a:path w="1017270" h="682625">
                <a:moveTo>
                  <a:pt x="698966" y="555697"/>
                </a:moveTo>
                <a:lnTo>
                  <a:pt x="691150" y="555945"/>
                </a:lnTo>
                <a:lnTo>
                  <a:pt x="684110" y="558975"/>
                </a:lnTo>
                <a:lnTo>
                  <a:pt x="678853" y="565137"/>
                </a:lnTo>
                <a:lnTo>
                  <a:pt x="649949" y="602281"/>
                </a:lnTo>
                <a:lnTo>
                  <a:pt x="611279" y="626345"/>
                </a:lnTo>
                <a:lnTo>
                  <a:pt x="566610" y="639202"/>
                </a:lnTo>
                <a:lnTo>
                  <a:pt x="519706" y="642726"/>
                </a:lnTo>
                <a:lnTo>
                  <a:pt x="662266" y="642726"/>
                </a:lnTo>
                <a:lnTo>
                  <a:pt x="673927" y="635338"/>
                </a:lnTo>
                <a:lnTo>
                  <a:pt x="704894" y="600770"/>
                </a:lnTo>
                <a:lnTo>
                  <a:pt x="906625" y="600770"/>
                </a:lnTo>
                <a:lnTo>
                  <a:pt x="917612" y="596298"/>
                </a:lnTo>
                <a:lnTo>
                  <a:pt x="938378" y="581758"/>
                </a:lnTo>
                <a:lnTo>
                  <a:pt x="806326" y="581758"/>
                </a:lnTo>
                <a:lnTo>
                  <a:pt x="755248" y="574862"/>
                </a:lnTo>
                <a:lnTo>
                  <a:pt x="706549" y="557881"/>
                </a:lnTo>
                <a:lnTo>
                  <a:pt x="698966" y="555697"/>
                </a:lnTo>
                <a:close/>
              </a:path>
              <a:path w="1017270" h="682625">
                <a:moveTo>
                  <a:pt x="161887" y="275435"/>
                </a:moveTo>
                <a:lnTo>
                  <a:pt x="123790" y="285280"/>
                </a:lnTo>
                <a:lnTo>
                  <a:pt x="88216" y="305072"/>
                </a:lnTo>
                <a:lnTo>
                  <a:pt x="56634" y="332870"/>
                </a:lnTo>
                <a:lnTo>
                  <a:pt x="30555" y="366682"/>
                </a:lnTo>
                <a:lnTo>
                  <a:pt x="11431" y="404590"/>
                </a:lnTo>
                <a:lnTo>
                  <a:pt x="780" y="444525"/>
                </a:lnTo>
                <a:lnTo>
                  <a:pt x="0" y="484841"/>
                </a:lnTo>
                <a:lnTo>
                  <a:pt x="10654" y="523275"/>
                </a:lnTo>
                <a:lnTo>
                  <a:pt x="37713" y="563194"/>
                </a:lnTo>
                <a:lnTo>
                  <a:pt x="75289" y="592897"/>
                </a:lnTo>
                <a:lnTo>
                  <a:pt x="119632" y="612251"/>
                </a:lnTo>
                <a:lnTo>
                  <a:pt x="166994" y="621125"/>
                </a:lnTo>
                <a:lnTo>
                  <a:pt x="218029" y="618943"/>
                </a:lnTo>
                <a:lnTo>
                  <a:pt x="267473" y="606432"/>
                </a:lnTo>
                <a:lnTo>
                  <a:pt x="314977" y="586331"/>
                </a:lnTo>
                <a:lnTo>
                  <a:pt x="324702" y="580964"/>
                </a:lnTo>
                <a:lnTo>
                  <a:pt x="183491" y="580964"/>
                </a:lnTo>
                <a:lnTo>
                  <a:pt x="138835" y="577761"/>
                </a:lnTo>
                <a:lnTo>
                  <a:pt x="97349" y="561082"/>
                </a:lnTo>
                <a:lnTo>
                  <a:pt x="60767" y="528165"/>
                </a:lnTo>
                <a:lnTo>
                  <a:pt x="41749" y="489297"/>
                </a:lnTo>
                <a:lnTo>
                  <a:pt x="40337" y="447577"/>
                </a:lnTo>
                <a:lnTo>
                  <a:pt x="53153" y="406737"/>
                </a:lnTo>
                <a:lnTo>
                  <a:pt x="76819" y="370515"/>
                </a:lnTo>
                <a:lnTo>
                  <a:pt x="107458" y="342590"/>
                </a:lnTo>
                <a:lnTo>
                  <a:pt x="144740" y="323179"/>
                </a:lnTo>
                <a:lnTo>
                  <a:pt x="184811" y="317624"/>
                </a:lnTo>
                <a:lnTo>
                  <a:pt x="252608" y="317624"/>
                </a:lnTo>
                <a:lnTo>
                  <a:pt x="253063" y="316678"/>
                </a:lnTo>
                <a:lnTo>
                  <a:pt x="251515" y="303575"/>
                </a:lnTo>
                <a:lnTo>
                  <a:pt x="243312" y="277492"/>
                </a:lnTo>
                <a:lnTo>
                  <a:pt x="201025" y="277492"/>
                </a:lnTo>
                <a:lnTo>
                  <a:pt x="161887" y="275435"/>
                </a:lnTo>
                <a:close/>
              </a:path>
              <a:path w="1017270" h="682625">
                <a:moveTo>
                  <a:pt x="906625" y="600770"/>
                </a:moveTo>
                <a:lnTo>
                  <a:pt x="704894" y="600770"/>
                </a:lnTo>
                <a:lnTo>
                  <a:pt x="747682" y="613910"/>
                </a:lnTo>
                <a:lnTo>
                  <a:pt x="791621" y="620658"/>
                </a:lnTo>
                <a:lnTo>
                  <a:pt x="835438" y="620389"/>
                </a:lnTo>
                <a:lnTo>
                  <a:pt x="877859" y="612477"/>
                </a:lnTo>
                <a:lnTo>
                  <a:pt x="906625" y="600770"/>
                </a:lnTo>
                <a:close/>
              </a:path>
              <a:path w="1017270" h="682625">
                <a:moveTo>
                  <a:pt x="938599" y="53874"/>
                </a:moveTo>
                <a:lnTo>
                  <a:pt x="787556" y="53874"/>
                </a:lnTo>
                <a:lnTo>
                  <a:pt x="830021" y="54744"/>
                </a:lnTo>
                <a:lnTo>
                  <a:pt x="871238" y="63892"/>
                </a:lnTo>
                <a:lnTo>
                  <a:pt x="909338" y="82325"/>
                </a:lnTo>
                <a:lnTo>
                  <a:pt x="957911" y="132132"/>
                </a:lnTo>
                <a:lnTo>
                  <a:pt x="976855" y="198541"/>
                </a:lnTo>
                <a:lnTo>
                  <a:pt x="970688" y="232875"/>
                </a:lnTo>
                <a:lnTo>
                  <a:pt x="954549" y="263256"/>
                </a:lnTo>
                <a:lnTo>
                  <a:pt x="929948" y="287033"/>
                </a:lnTo>
                <a:lnTo>
                  <a:pt x="898396" y="301554"/>
                </a:lnTo>
                <a:lnTo>
                  <a:pt x="887445" y="309037"/>
                </a:lnTo>
                <a:lnTo>
                  <a:pt x="883950" y="320914"/>
                </a:lnTo>
                <a:lnTo>
                  <a:pt x="887678" y="332870"/>
                </a:lnTo>
                <a:lnTo>
                  <a:pt x="898396" y="340589"/>
                </a:lnTo>
                <a:lnTo>
                  <a:pt x="938620" y="363100"/>
                </a:lnTo>
                <a:lnTo>
                  <a:pt x="962939" y="398418"/>
                </a:lnTo>
                <a:lnTo>
                  <a:pt x="971595" y="440839"/>
                </a:lnTo>
                <a:lnTo>
                  <a:pt x="964831" y="484656"/>
                </a:lnTo>
                <a:lnTo>
                  <a:pt x="942887" y="524165"/>
                </a:lnTo>
                <a:lnTo>
                  <a:pt x="903240" y="558188"/>
                </a:lnTo>
                <a:lnTo>
                  <a:pt x="856688" y="576793"/>
                </a:lnTo>
                <a:lnTo>
                  <a:pt x="806326" y="581758"/>
                </a:lnTo>
                <a:lnTo>
                  <a:pt x="938378" y="581758"/>
                </a:lnTo>
                <a:lnTo>
                  <a:pt x="953422" y="571226"/>
                </a:lnTo>
                <a:lnTo>
                  <a:pt x="984017" y="536635"/>
                </a:lnTo>
                <a:lnTo>
                  <a:pt x="1005468" y="492162"/>
                </a:lnTo>
                <a:lnTo>
                  <a:pt x="1012269" y="444525"/>
                </a:lnTo>
                <a:lnTo>
                  <a:pt x="1005038" y="397631"/>
                </a:lnTo>
                <a:lnTo>
                  <a:pt x="984393" y="355388"/>
                </a:lnTo>
                <a:lnTo>
                  <a:pt x="950950" y="321700"/>
                </a:lnTo>
                <a:lnTo>
                  <a:pt x="976239" y="300118"/>
                </a:lnTo>
                <a:lnTo>
                  <a:pt x="996114" y="273405"/>
                </a:lnTo>
                <a:lnTo>
                  <a:pt x="1009847" y="242817"/>
                </a:lnTo>
                <a:lnTo>
                  <a:pt x="1016707" y="209609"/>
                </a:lnTo>
                <a:lnTo>
                  <a:pt x="1013667" y="163342"/>
                </a:lnTo>
                <a:lnTo>
                  <a:pt x="997485" y="120326"/>
                </a:lnTo>
                <a:lnTo>
                  <a:pt x="970783" y="82482"/>
                </a:lnTo>
                <a:lnTo>
                  <a:pt x="938599" y="53874"/>
                </a:lnTo>
                <a:close/>
              </a:path>
              <a:path w="1017270" h="682625">
                <a:moveTo>
                  <a:pt x="380401" y="501872"/>
                </a:moveTo>
                <a:lnTo>
                  <a:pt x="373663" y="502043"/>
                </a:lnTo>
                <a:lnTo>
                  <a:pt x="367442" y="504172"/>
                </a:lnTo>
                <a:lnTo>
                  <a:pt x="362398" y="508258"/>
                </a:lnTo>
                <a:lnTo>
                  <a:pt x="359187" y="514301"/>
                </a:lnTo>
                <a:lnTo>
                  <a:pt x="319167" y="537361"/>
                </a:lnTo>
                <a:lnTo>
                  <a:pt x="275389" y="558000"/>
                </a:lnTo>
                <a:lnTo>
                  <a:pt x="229586" y="573456"/>
                </a:lnTo>
                <a:lnTo>
                  <a:pt x="183491" y="580964"/>
                </a:lnTo>
                <a:lnTo>
                  <a:pt x="324702" y="580964"/>
                </a:lnTo>
                <a:lnTo>
                  <a:pt x="360193" y="561378"/>
                </a:lnTo>
                <a:lnTo>
                  <a:pt x="400716" y="561378"/>
                </a:lnTo>
                <a:lnTo>
                  <a:pt x="399490" y="535515"/>
                </a:lnTo>
                <a:lnTo>
                  <a:pt x="404307" y="523542"/>
                </a:lnTo>
                <a:lnTo>
                  <a:pt x="401297" y="511449"/>
                </a:lnTo>
                <a:lnTo>
                  <a:pt x="392612" y="502978"/>
                </a:lnTo>
                <a:lnTo>
                  <a:pt x="380401" y="501872"/>
                </a:lnTo>
                <a:close/>
              </a:path>
              <a:path w="1017270" h="682625">
                <a:moveTo>
                  <a:pt x="252608" y="317624"/>
                </a:moveTo>
                <a:lnTo>
                  <a:pt x="184811" y="317624"/>
                </a:lnTo>
                <a:lnTo>
                  <a:pt x="223820" y="331270"/>
                </a:lnTo>
                <a:lnTo>
                  <a:pt x="236973" y="334493"/>
                </a:lnTo>
                <a:lnTo>
                  <a:pt x="247468" y="328307"/>
                </a:lnTo>
                <a:lnTo>
                  <a:pt x="252608" y="317624"/>
                </a:lnTo>
                <a:close/>
              </a:path>
              <a:path w="1017270" h="682625">
                <a:moveTo>
                  <a:pt x="438999" y="0"/>
                </a:moveTo>
                <a:lnTo>
                  <a:pt x="393139" y="4331"/>
                </a:lnTo>
                <a:lnTo>
                  <a:pt x="350824" y="13832"/>
                </a:lnTo>
                <a:lnTo>
                  <a:pt x="314550" y="27887"/>
                </a:lnTo>
                <a:lnTo>
                  <a:pt x="273113" y="55417"/>
                </a:lnTo>
                <a:lnTo>
                  <a:pt x="240097" y="91361"/>
                </a:lnTo>
                <a:lnTo>
                  <a:pt x="215942" y="133629"/>
                </a:lnTo>
                <a:lnTo>
                  <a:pt x="201085" y="180133"/>
                </a:lnTo>
                <a:lnTo>
                  <a:pt x="195967" y="228784"/>
                </a:lnTo>
                <a:lnTo>
                  <a:pt x="201025" y="277492"/>
                </a:lnTo>
                <a:lnTo>
                  <a:pt x="243312" y="277492"/>
                </a:lnTo>
                <a:lnTo>
                  <a:pt x="238288" y="261516"/>
                </a:lnTo>
                <a:lnTo>
                  <a:pt x="235941" y="217507"/>
                </a:lnTo>
                <a:lnTo>
                  <a:pt x="243792" y="173953"/>
                </a:lnTo>
                <a:lnTo>
                  <a:pt x="261160" y="133259"/>
                </a:lnTo>
                <a:lnTo>
                  <a:pt x="287364" y="97831"/>
                </a:lnTo>
                <a:lnTo>
                  <a:pt x="321723" y="70074"/>
                </a:lnTo>
                <a:lnTo>
                  <a:pt x="398240" y="44579"/>
                </a:lnTo>
                <a:lnTo>
                  <a:pt x="445815" y="39807"/>
                </a:lnTo>
                <a:lnTo>
                  <a:pt x="597262" y="39807"/>
                </a:lnTo>
                <a:lnTo>
                  <a:pt x="572890" y="24176"/>
                </a:lnTo>
                <a:lnTo>
                  <a:pt x="531370" y="9306"/>
                </a:lnTo>
                <a:lnTo>
                  <a:pt x="485907" y="1453"/>
                </a:lnTo>
                <a:lnTo>
                  <a:pt x="438999" y="0"/>
                </a:lnTo>
                <a:close/>
              </a:path>
              <a:path w="1017270" h="682625">
                <a:moveTo>
                  <a:pt x="597262" y="39807"/>
                </a:moveTo>
                <a:lnTo>
                  <a:pt x="445815" y="39807"/>
                </a:lnTo>
                <a:lnTo>
                  <a:pt x="494062" y="41932"/>
                </a:lnTo>
                <a:lnTo>
                  <a:pt x="538827" y="52137"/>
                </a:lnTo>
                <a:lnTo>
                  <a:pt x="575958" y="71607"/>
                </a:lnTo>
                <a:lnTo>
                  <a:pt x="601299" y="101525"/>
                </a:lnTo>
                <a:lnTo>
                  <a:pt x="610698" y="143077"/>
                </a:lnTo>
                <a:lnTo>
                  <a:pt x="617417" y="157707"/>
                </a:lnTo>
                <a:lnTo>
                  <a:pt x="631297" y="162623"/>
                </a:lnTo>
                <a:lnTo>
                  <a:pt x="645001" y="157766"/>
                </a:lnTo>
                <a:lnTo>
                  <a:pt x="651189" y="143077"/>
                </a:lnTo>
                <a:lnTo>
                  <a:pt x="659529" y="110671"/>
                </a:lnTo>
                <a:lnTo>
                  <a:pt x="682625" y="86766"/>
                </a:lnTo>
                <a:lnTo>
                  <a:pt x="700233" y="77424"/>
                </a:lnTo>
                <a:lnTo>
                  <a:pt x="634122" y="77424"/>
                </a:lnTo>
                <a:lnTo>
                  <a:pt x="607973" y="46677"/>
                </a:lnTo>
                <a:lnTo>
                  <a:pt x="597262" y="39807"/>
                </a:lnTo>
                <a:close/>
              </a:path>
              <a:path w="1017270" h="682625">
                <a:moveTo>
                  <a:pt x="779608" y="13970"/>
                </a:moveTo>
                <a:lnTo>
                  <a:pt x="725867" y="23520"/>
                </a:lnTo>
                <a:lnTo>
                  <a:pt x="675883" y="43817"/>
                </a:lnTo>
                <a:lnTo>
                  <a:pt x="634122" y="77424"/>
                </a:lnTo>
                <a:lnTo>
                  <a:pt x="700233" y="77424"/>
                </a:lnTo>
                <a:lnTo>
                  <a:pt x="713633" y="70315"/>
                </a:lnTo>
                <a:lnTo>
                  <a:pt x="745710" y="60273"/>
                </a:lnTo>
                <a:lnTo>
                  <a:pt x="787556" y="53874"/>
                </a:lnTo>
                <a:lnTo>
                  <a:pt x="938599" y="53874"/>
                </a:lnTo>
                <a:lnTo>
                  <a:pt x="936186" y="51729"/>
                </a:lnTo>
                <a:lnTo>
                  <a:pt x="887658" y="26711"/>
                </a:lnTo>
                <a:lnTo>
                  <a:pt x="834502" y="14579"/>
                </a:lnTo>
                <a:lnTo>
                  <a:pt x="779608" y="13970"/>
                </a:lnTo>
                <a:close/>
              </a:path>
            </a:pathLst>
          </a:custGeom>
          <a:solidFill>
            <a:srgbClr val="231F20">
              <a:alpha val="58998"/>
            </a:srgbClr>
          </a:solidFill>
        </p:spPr>
        <p:txBody>
          <a:bodyPr wrap="square" lIns="0" tIns="0" rIns="0" bIns="0" rtlCol="0"/>
          <a:lstStyle/>
          <a:p>
            <a:endParaRPr/>
          </a:p>
        </p:txBody>
      </p:sp>
      <p:sp>
        <p:nvSpPr>
          <p:cNvPr id="32" name="bk object 32"/>
          <p:cNvSpPr/>
          <p:nvPr/>
        </p:nvSpPr>
        <p:spPr>
          <a:xfrm>
            <a:off x="4923635" y="7156563"/>
            <a:ext cx="199281" cy="159898"/>
          </a:xfrm>
          <a:prstGeom prst="rect">
            <a:avLst/>
          </a:prstGeom>
          <a:blipFill>
            <a:blip r:embed="rId10" cstate="print"/>
            <a:stretch>
              <a:fillRect/>
            </a:stretch>
          </a:blipFill>
        </p:spPr>
        <p:txBody>
          <a:bodyPr wrap="square" lIns="0" tIns="0" rIns="0" bIns="0" rtlCol="0"/>
          <a:lstStyle/>
          <a:p>
            <a:endParaRPr/>
          </a:p>
        </p:txBody>
      </p:sp>
      <p:sp>
        <p:nvSpPr>
          <p:cNvPr id="33" name="bk object 33"/>
          <p:cNvSpPr/>
          <p:nvPr/>
        </p:nvSpPr>
        <p:spPr>
          <a:xfrm>
            <a:off x="8148464" y="5615521"/>
            <a:ext cx="382905" cy="739140"/>
          </a:xfrm>
          <a:custGeom>
            <a:avLst/>
            <a:gdLst/>
            <a:ahLst/>
            <a:cxnLst/>
            <a:rect l="l" t="t" r="r" b="b"/>
            <a:pathLst>
              <a:path w="382904" h="739139">
                <a:moveTo>
                  <a:pt x="224658" y="112889"/>
                </a:moveTo>
                <a:lnTo>
                  <a:pt x="170842" y="112889"/>
                </a:lnTo>
                <a:lnTo>
                  <a:pt x="172098" y="157253"/>
                </a:lnTo>
                <a:lnTo>
                  <a:pt x="172215" y="172854"/>
                </a:lnTo>
                <a:lnTo>
                  <a:pt x="171975" y="213873"/>
                </a:lnTo>
                <a:lnTo>
                  <a:pt x="169530" y="264282"/>
                </a:lnTo>
                <a:lnTo>
                  <a:pt x="164506" y="314432"/>
                </a:lnTo>
                <a:lnTo>
                  <a:pt x="156475" y="364173"/>
                </a:lnTo>
                <a:lnTo>
                  <a:pt x="145011" y="413351"/>
                </a:lnTo>
                <a:lnTo>
                  <a:pt x="132547" y="453404"/>
                </a:lnTo>
                <a:lnTo>
                  <a:pt x="117216" y="492266"/>
                </a:lnTo>
                <a:lnTo>
                  <a:pt x="98893" y="529795"/>
                </a:lnTo>
                <a:lnTo>
                  <a:pt x="77453" y="565849"/>
                </a:lnTo>
                <a:lnTo>
                  <a:pt x="54831" y="599511"/>
                </a:lnTo>
                <a:lnTo>
                  <a:pt x="32923" y="633305"/>
                </a:lnTo>
                <a:lnTo>
                  <a:pt x="13916" y="668595"/>
                </a:lnTo>
                <a:lnTo>
                  <a:pt x="0" y="706745"/>
                </a:lnTo>
                <a:lnTo>
                  <a:pt x="3108" y="727892"/>
                </a:lnTo>
                <a:lnTo>
                  <a:pt x="19326" y="739124"/>
                </a:lnTo>
                <a:lnTo>
                  <a:pt x="38893" y="737755"/>
                </a:lnTo>
                <a:lnTo>
                  <a:pt x="52050" y="721101"/>
                </a:lnTo>
                <a:lnTo>
                  <a:pt x="66835" y="682527"/>
                </a:lnTo>
                <a:lnTo>
                  <a:pt x="87473" y="646926"/>
                </a:lnTo>
                <a:lnTo>
                  <a:pt x="110766" y="612678"/>
                </a:lnTo>
                <a:lnTo>
                  <a:pt x="133514" y="578163"/>
                </a:lnTo>
                <a:lnTo>
                  <a:pt x="154390" y="540387"/>
                </a:lnTo>
                <a:lnTo>
                  <a:pt x="172259" y="501021"/>
                </a:lnTo>
                <a:lnTo>
                  <a:pt x="187218" y="460442"/>
                </a:lnTo>
                <a:lnTo>
                  <a:pt x="199365" y="419026"/>
                </a:lnTo>
                <a:lnTo>
                  <a:pt x="209982" y="371540"/>
                </a:lnTo>
                <a:lnTo>
                  <a:pt x="217661" y="323566"/>
                </a:lnTo>
                <a:lnTo>
                  <a:pt x="222723" y="275228"/>
                </a:lnTo>
                <a:lnTo>
                  <a:pt x="225487" y="226654"/>
                </a:lnTo>
                <a:lnTo>
                  <a:pt x="226198" y="182652"/>
                </a:lnTo>
                <a:lnTo>
                  <a:pt x="226157" y="171439"/>
                </a:lnTo>
                <a:lnTo>
                  <a:pt x="225404" y="129296"/>
                </a:lnTo>
                <a:lnTo>
                  <a:pt x="224658" y="112889"/>
                </a:lnTo>
                <a:close/>
              </a:path>
              <a:path w="382904" h="739139">
                <a:moveTo>
                  <a:pt x="211456" y="0"/>
                </a:moveTo>
                <a:lnTo>
                  <a:pt x="200904" y="1961"/>
                </a:lnTo>
                <a:lnTo>
                  <a:pt x="192381" y="7845"/>
                </a:lnTo>
                <a:lnTo>
                  <a:pt x="158873" y="45850"/>
                </a:lnTo>
                <a:lnTo>
                  <a:pt x="124894" y="83420"/>
                </a:lnTo>
                <a:lnTo>
                  <a:pt x="90445" y="120555"/>
                </a:lnTo>
                <a:lnTo>
                  <a:pt x="55528" y="157253"/>
                </a:lnTo>
                <a:lnTo>
                  <a:pt x="20145" y="193515"/>
                </a:lnTo>
                <a:lnTo>
                  <a:pt x="12359" y="213393"/>
                </a:lnTo>
                <a:lnTo>
                  <a:pt x="20892" y="231155"/>
                </a:lnTo>
                <a:lnTo>
                  <a:pt x="38593" y="239638"/>
                </a:lnTo>
                <a:lnTo>
                  <a:pt x="58312" y="231681"/>
                </a:lnTo>
                <a:lnTo>
                  <a:pt x="86912" y="202419"/>
                </a:lnTo>
                <a:lnTo>
                  <a:pt x="115190" y="172854"/>
                </a:lnTo>
                <a:lnTo>
                  <a:pt x="143161" y="143004"/>
                </a:lnTo>
                <a:lnTo>
                  <a:pt x="170842" y="112889"/>
                </a:lnTo>
                <a:lnTo>
                  <a:pt x="224658" y="112889"/>
                </a:lnTo>
                <a:lnTo>
                  <a:pt x="223197" y="80764"/>
                </a:lnTo>
                <a:lnTo>
                  <a:pt x="296163" y="80764"/>
                </a:lnTo>
                <a:lnTo>
                  <a:pt x="265653" y="47437"/>
                </a:lnTo>
                <a:lnTo>
                  <a:pt x="230547" y="7845"/>
                </a:lnTo>
                <a:lnTo>
                  <a:pt x="222013" y="1961"/>
                </a:lnTo>
                <a:lnTo>
                  <a:pt x="211456" y="0"/>
                </a:lnTo>
                <a:close/>
              </a:path>
              <a:path w="382904" h="739139">
                <a:moveTo>
                  <a:pt x="296163" y="80764"/>
                </a:moveTo>
                <a:lnTo>
                  <a:pt x="223197" y="80764"/>
                </a:lnTo>
                <a:lnTo>
                  <a:pt x="250965" y="111333"/>
                </a:lnTo>
                <a:lnTo>
                  <a:pt x="279098" y="141561"/>
                </a:lnTo>
                <a:lnTo>
                  <a:pt x="307605" y="171439"/>
                </a:lnTo>
                <a:lnTo>
                  <a:pt x="336492" y="200959"/>
                </a:lnTo>
                <a:lnTo>
                  <a:pt x="356227" y="208896"/>
                </a:lnTo>
                <a:lnTo>
                  <a:pt x="373940" y="200408"/>
                </a:lnTo>
                <a:lnTo>
                  <a:pt x="382470" y="182652"/>
                </a:lnTo>
                <a:lnTo>
                  <a:pt x="374658" y="162783"/>
                </a:lnTo>
                <a:lnTo>
                  <a:pt x="337709" y="124905"/>
                </a:lnTo>
                <a:lnTo>
                  <a:pt x="301374" y="86456"/>
                </a:lnTo>
                <a:lnTo>
                  <a:pt x="296163" y="80764"/>
                </a:lnTo>
                <a:close/>
              </a:path>
            </a:pathLst>
          </a:custGeom>
          <a:solidFill>
            <a:srgbClr val="231F20">
              <a:alpha val="58998"/>
            </a:srgbClr>
          </a:solidFill>
        </p:spPr>
        <p:txBody>
          <a:bodyPr wrap="square" lIns="0" tIns="0" rIns="0" bIns="0" rtlCol="0"/>
          <a:lstStyle/>
          <a:p>
            <a:endParaRPr/>
          </a:p>
        </p:txBody>
      </p:sp>
      <p:sp>
        <p:nvSpPr>
          <p:cNvPr id="34" name="bk object 34"/>
          <p:cNvSpPr/>
          <p:nvPr/>
        </p:nvSpPr>
        <p:spPr>
          <a:xfrm>
            <a:off x="7382049" y="3316080"/>
            <a:ext cx="688340" cy="952500"/>
          </a:xfrm>
          <a:custGeom>
            <a:avLst/>
            <a:gdLst/>
            <a:ahLst/>
            <a:cxnLst/>
            <a:rect l="l" t="t" r="r" b="b"/>
            <a:pathLst>
              <a:path w="688340" h="952500">
                <a:moveTo>
                  <a:pt x="346492" y="128875"/>
                </a:moveTo>
                <a:lnTo>
                  <a:pt x="105085" y="128875"/>
                </a:lnTo>
                <a:lnTo>
                  <a:pt x="152355" y="132359"/>
                </a:lnTo>
                <a:lnTo>
                  <a:pt x="199211" y="138540"/>
                </a:lnTo>
                <a:lnTo>
                  <a:pt x="245276" y="148284"/>
                </a:lnTo>
                <a:lnTo>
                  <a:pt x="290174" y="162459"/>
                </a:lnTo>
                <a:lnTo>
                  <a:pt x="333529" y="181931"/>
                </a:lnTo>
                <a:lnTo>
                  <a:pt x="377048" y="208294"/>
                </a:lnTo>
                <a:lnTo>
                  <a:pt x="417215" y="239324"/>
                </a:lnTo>
                <a:lnTo>
                  <a:pt x="453917" y="274425"/>
                </a:lnTo>
                <a:lnTo>
                  <a:pt x="487045" y="312999"/>
                </a:lnTo>
                <a:lnTo>
                  <a:pt x="516486" y="354449"/>
                </a:lnTo>
                <a:lnTo>
                  <a:pt x="541817" y="397460"/>
                </a:lnTo>
                <a:lnTo>
                  <a:pt x="563426" y="441882"/>
                </a:lnTo>
                <a:lnTo>
                  <a:pt x="581580" y="487544"/>
                </a:lnTo>
                <a:lnTo>
                  <a:pt x="596545" y="534274"/>
                </a:lnTo>
                <a:lnTo>
                  <a:pt x="608586" y="581903"/>
                </a:lnTo>
                <a:lnTo>
                  <a:pt x="617970" y="630258"/>
                </a:lnTo>
                <a:lnTo>
                  <a:pt x="624962" y="679168"/>
                </a:lnTo>
                <a:lnTo>
                  <a:pt x="629829" y="728461"/>
                </a:lnTo>
                <a:lnTo>
                  <a:pt x="632835" y="777967"/>
                </a:lnTo>
                <a:lnTo>
                  <a:pt x="634247" y="827513"/>
                </a:lnTo>
                <a:lnTo>
                  <a:pt x="634331" y="876930"/>
                </a:lnTo>
                <a:lnTo>
                  <a:pt x="633352" y="926045"/>
                </a:lnTo>
                <a:lnTo>
                  <a:pt x="641216" y="945589"/>
                </a:lnTo>
                <a:lnTo>
                  <a:pt x="659583" y="952097"/>
                </a:lnTo>
                <a:lnTo>
                  <a:pt x="678328" y="945580"/>
                </a:lnTo>
                <a:lnTo>
                  <a:pt x="687329" y="926045"/>
                </a:lnTo>
                <a:lnTo>
                  <a:pt x="688324" y="874543"/>
                </a:lnTo>
                <a:lnTo>
                  <a:pt x="688145" y="822889"/>
                </a:lnTo>
                <a:lnTo>
                  <a:pt x="686530" y="771213"/>
                </a:lnTo>
                <a:lnTo>
                  <a:pt x="683211" y="719643"/>
                </a:lnTo>
                <a:lnTo>
                  <a:pt x="677924" y="668312"/>
                </a:lnTo>
                <a:lnTo>
                  <a:pt x="670403" y="617347"/>
                </a:lnTo>
                <a:lnTo>
                  <a:pt x="660384" y="566881"/>
                </a:lnTo>
                <a:lnTo>
                  <a:pt x="647601" y="517042"/>
                </a:lnTo>
                <a:lnTo>
                  <a:pt x="631789" y="467960"/>
                </a:lnTo>
                <a:lnTo>
                  <a:pt x="612682" y="419767"/>
                </a:lnTo>
                <a:lnTo>
                  <a:pt x="592483" y="377615"/>
                </a:lnTo>
                <a:lnTo>
                  <a:pt x="569233" y="336765"/>
                </a:lnTo>
                <a:lnTo>
                  <a:pt x="543020" y="297605"/>
                </a:lnTo>
                <a:lnTo>
                  <a:pt x="513931" y="260524"/>
                </a:lnTo>
                <a:lnTo>
                  <a:pt x="482053" y="225911"/>
                </a:lnTo>
                <a:lnTo>
                  <a:pt x="447472" y="194156"/>
                </a:lnTo>
                <a:lnTo>
                  <a:pt x="410276" y="165646"/>
                </a:lnTo>
                <a:lnTo>
                  <a:pt x="370552" y="140772"/>
                </a:lnTo>
                <a:lnTo>
                  <a:pt x="346492" y="128875"/>
                </a:lnTo>
                <a:close/>
              </a:path>
              <a:path w="688340" h="952500">
                <a:moveTo>
                  <a:pt x="288933" y="0"/>
                </a:moveTo>
                <a:lnTo>
                  <a:pt x="244313" y="13989"/>
                </a:lnTo>
                <a:lnTo>
                  <a:pt x="199552" y="27496"/>
                </a:lnTo>
                <a:lnTo>
                  <a:pt x="154652" y="40522"/>
                </a:lnTo>
                <a:lnTo>
                  <a:pt x="109613" y="53066"/>
                </a:lnTo>
                <a:lnTo>
                  <a:pt x="64439" y="65128"/>
                </a:lnTo>
                <a:lnTo>
                  <a:pt x="19130" y="76709"/>
                </a:lnTo>
                <a:lnTo>
                  <a:pt x="5787" y="85194"/>
                </a:lnTo>
                <a:lnTo>
                  <a:pt x="0" y="99198"/>
                </a:lnTo>
                <a:lnTo>
                  <a:pt x="2167" y="114290"/>
                </a:lnTo>
                <a:lnTo>
                  <a:pt x="12690" y="126038"/>
                </a:lnTo>
                <a:lnTo>
                  <a:pt x="52036" y="153442"/>
                </a:lnTo>
                <a:lnTo>
                  <a:pt x="85873" y="186725"/>
                </a:lnTo>
                <a:lnTo>
                  <a:pt x="113467" y="225316"/>
                </a:lnTo>
                <a:lnTo>
                  <a:pt x="134090" y="268641"/>
                </a:lnTo>
                <a:lnTo>
                  <a:pt x="148986" y="284611"/>
                </a:lnTo>
                <a:lnTo>
                  <a:pt x="169158" y="285821"/>
                </a:lnTo>
                <a:lnTo>
                  <a:pt x="184809" y="274854"/>
                </a:lnTo>
                <a:lnTo>
                  <a:pt x="186140" y="254295"/>
                </a:lnTo>
                <a:lnTo>
                  <a:pt x="170981" y="219336"/>
                </a:lnTo>
                <a:lnTo>
                  <a:pt x="152335" y="186642"/>
                </a:lnTo>
                <a:lnTo>
                  <a:pt x="130328" y="156419"/>
                </a:lnTo>
                <a:lnTo>
                  <a:pt x="105085" y="128875"/>
                </a:lnTo>
                <a:lnTo>
                  <a:pt x="346492" y="128875"/>
                </a:lnTo>
                <a:lnTo>
                  <a:pt x="296657" y="107649"/>
                </a:lnTo>
                <a:lnTo>
                  <a:pt x="231531" y="89942"/>
                </a:lnTo>
                <a:lnTo>
                  <a:pt x="198329" y="83976"/>
                </a:lnTo>
                <a:lnTo>
                  <a:pt x="277123" y="60294"/>
                </a:lnTo>
                <a:lnTo>
                  <a:pt x="303289" y="52061"/>
                </a:lnTo>
                <a:lnTo>
                  <a:pt x="319624" y="37991"/>
                </a:lnTo>
                <a:lnTo>
                  <a:pt x="320931" y="18102"/>
                </a:lnTo>
                <a:lnTo>
                  <a:pt x="309828" y="2178"/>
                </a:lnTo>
                <a:lnTo>
                  <a:pt x="288933" y="0"/>
                </a:lnTo>
                <a:close/>
              </a:path>
            </a:pathLst>
          </a:custGeom>
          <a:solidFill>
            <a:srgbClr val="231F20">
              <a:alpha val="58998"/>
            </a:srgbClr>
          </a:solidFill>
        </p:spPr>
        <p:txBody>
          <a:bodyPr wrap="square" lIns="0" tIns="0" rIns="0" bIns="0" rtlCol="0"/>
          <a:lstStyle/>
          <a:p>
            <a:endParaRPr/>
          </a:p>
        </p:txBody>
      </p:sp>
      <p:sp>
        <p:nvSpPr>
          <p:cNvPr id="35" name="bk object 35"/>
          <p:cNvSpPr/>
          <p:nvPr/>
        </p:nvSpPr>
        <p:spPr>
          <a:xfrm>
            <a:off x="6318674" y="4796738"/>
            <a:ext cx="215265" cy="374015"/>
          </a:xfrm>
          <a:custGeom>
            <a:avLst/>
            <a:gdLst/>
            <a:ahLst/>
            <a:cxnLst/>
            <a:rect l="l" t="t" r="r" b="b"/>
            <a:pathLst>
              <a:path w="215265" h="374014">
                <a:moveTo>
                  <a:pt x="138451" y="72667"/>
                </a:moveTo>
                <a:lnTo>
                  <a:pt x="96698" y="72667"/>
                </a:lnTo>
                <a:lnTo>
                  <a:pt x="99308" y="110266"/>
                </a:lnTo>
                <a:lnTo>
                  <a:pt x="100718" y="152949"/>
                </a:lnTo>
                <a:lnTo>
                  <a:pt x="100931" y="200716"/>
                </a:lnTo>
                <a:lnTo>
                  <a:pt x="99946" y="253569"/>
                </a:lnTo>
                <a:lnTo>
                  <a:pt x="97766" y="311508"/>
                </a:lnTo>
                <a:lnTo>
                  <a:pt x="45404" y="330609"/>
                </a:lnTo>
                <a:lnTo>
                  <a:pt x="12282" y="341958"/>
                </a:lnTo>
                <a:lnTo>
                  <a:pt x="10847" y="346586"/>
                </a:lnTo>
                <a:lnTo>
                  <a:pt x="10173" y="351046"/>
                </a:lnTo>
                <a:lnTo>
                  <a:pt x="10146" y="365119"/>
                </a:lnTo>
                <a:lnTo>
                  <a:pt x="13350" y="369737"/>
                </a:lnTo>
                <a:lnTo>
                  <a:pt x="19758" y="369737"/>
                </a:lnTo>
                <a:lnTo>
                  <a:pt x="26166" y="372585"/>
                </a:lnTo>
                <a:lnTo>
                  <a:pt x="30805" y="373831"/>
                </a:lnTo>
                <a:lnTo>
                  <a:pt x="33653" y="373486"/>
                </a:lnTo>
                <a:lnTo>
                  <a:pt x="37925" y="373130"/>
                </a:lnTo>
                <a:lnTo>
                  <a:pt x="90954" y="359363"/>
                </a:lnTo>
                <a:lnTo>
                  <a:pt x="138409" y="340731"/>
                </a:lnTo>
                <a:lnTo>
                  <a:pt x="158813" y="332750"/>
                </a:lnTo>
                <a:lnTo>
                  <a:pt x="173941" y="327103"/>
                </a:lnTo>
                <a:lnTo>
                  <a:pt x="183795" y="323791"/>
                </a:lnTo>
                <a:lnTo>
                  <a:pt x="184151" y="323445"/>
                </a:lnTo>
                <a:lnTo>
                  <a:pt x="188779" y="320241"/>
                </a:lnTo>
                <a:lnTo>
                  <a:pt x="197690" y="314178"/>
                </a:lnTo>
                <a:lnTo>
                  <a:pt x="202663" y="310618"/>
                </a:lnTo>
                <a:lnTo>
                  <a:pt x="205344" y="306158"/>
                </a:lnTo>
                <a:lnTo>
                  <a:pt x="205700" y="300818"/>
                </a:lnTo>
                <a:lnTo>
                  <a:pt x="200909" y="294399"/>
                </a:lnTo>
                <a:lnTo>
                  <a:pt x="142644" y="294399"/>
                </a:lnTo>
                <a:lnTo>
                  <a:pt x="143814" y="276172"/>
                </a:lnTo>
                <a:lnTo>
                  <a:pt x="144652" y="257807"/>
                </a:lnTo>
                <a:lnTo>
                  <a:pt x="145156" y="239307"/>
                </a:lnTo>
                <a:lnTo>
                  <a:pt x="145325" y="220673"/>
                </a:lnTo>
                <a:lnTo>
                  <a:pt x="144858" y="191420"/>
                </a:lnTo>
                <a:lnTo>
                  <a:pt x="143456" y="155490"/>
                </a:lnTo>
                <a:lnTo>
                  <a:pt x="141120" y="112880"/>
                </a:lnTo>
                <a:lnTo>
                  <a:pt x="138451" y="72667"/>
                </a:lnTo>
                <a:close/>
              </a:path>
              <a:path w="215265" h="374014">
                <a:moveTo>
                  <a:pt x="185575" y="284075"/>
                </a:moveTo>
                <a:lnTo>
                  <a:pt x="169544" y="285153"/>
                </a:lnTo>
                <a:lnTo>
                  <a:pt x="164560" y="286389"/>
                </a:lnTo>
                <a:lnTo>
                  <a:pt x="160288" y="288535"/>
                </a:lnTo>
                <a:lnTo>
                  <a:pt x="154948" y="291383"/>
                </a:lnTo>
                <a:lnTo>
                  <a:pt x="149063" y="293331"/>
                </a:lnTo>
                <a:lnTo>
                  <a:pt x="142644" y="294399"/>
                </a:lnTo>
                <a:lnTo>
                  <a:pt x="200909" y="294399"/>
                </a:lnTo>
                <a:lnTo>
                  <a:pt x="196611" y="288535"/>
                </a:lnTo>
                <a:lnTo>
                  <a:pt x="192695" y="285321"/>
                </a:lnTo>
                <a:lnTo>
                  <a:pt x="185575" y="284075"/>
                </a:lnTo>
                <a:close/>
              </a:path>
              <a:path w="215265" h="374014">
                <a:moveTo>
                  <a:pt x="191449" y="0"/>
                </a:moveTo>
                <a:lnTo>
                  <a:pt x="178989" y="0"/>
                </a:lnTo>
                <a:lnTo>
                  <a:pt x="175062" y="722"/>
                </a:lnTo>
                <a:lnTo>
                  <a:pt x="171502" y="2146"/>
                </a:lnTo>
                <a:lnTo>
                  <a:pt x="126884" y="16172"/>
                </a:lnTo>
                <a:lnTo>
                  <a:pt x="83874" y="30463"/>
                </a:lnTo>
                <a:lnTo>
                  <a:pt x="42470" y="45020"/>
                </a:lnTo>
                <a:lnTo>
                  <a:pt x="2670" y="59841"/>
                </a:lnTo>
                <a:lnTo>
                  <a:pt x="0" y="75704"/>
                </a:lnTo>
                <a:lnTo>
                  <a:pt x="0" y="83882"/>
                </a:lnTo>
                <a:lnTo>
                  <a:pt x="34187" y="91902"/>
                </a:lnTo>
                <a:lnTo>
                  <a:pt x="57330" y="84092"/>
                </a:lnTo>
                <a:lnTo>
                  <a:pt x="75463" y="78284"/>
                </a:lnTo>
                <a:lnTo>
                  <a:pt x="88586" y="74476"/>
                </a:lnTo>
                <a:lnTo>
                  <a:pt x="96698" y="72667"/>
                </a:lnTo>
                <a:lnTo>
                  <a:pt x="138451" y="72667"/>
                </a:lnTo>
                <a:lnTo>
                  <a:pt x="137849" y="63589"/>
                </a:lnTo>
                <a:lnTo>
                  <a:pt x="180821" y="48657"/>
                </a:lnTo>
                <a:lnTo>
                  <a:pt x="214789" y="27611"/>
                </a:lnTo>
                <a:lnTo>
                  <a:pt x="214789" y="15151"/>
                </a:lnTo>
                <a:lnTo>
                  <a:pt x="211574" y="10250"/>
                </a:lnTo>
                <a:lnTo>
                  <a:pt x="198758" y="2052"/>
                </a:lnTo>
                <a:lnTo>
                  <a:pt x="191449" y="0"/>
                </a:lnTo>
                <a:close/>
              </a:path>
            </a:pathLst>
          </a:custGeom>
          <a:solidFill>
            <a:srgbClr val="231F20">
              <a:alpha val="58998"/>
            </a:srgbClr>
          </a:solidFill>
        </p:spPr>
        <p:txBody>
          <a:bodyPr wrap="square" lIns="0" tIns="0" rIns="0" bIns="0" rtlCol="0"/>
          <a:lstStyle/>
          <a:p>
            <a:endParaRPr/>
          </a:p>
        </p:txBody>
      </p:sp>
      <p:sp>
        <p:nvSpPr>
          <p:cNvPr id="36" name="bk object 36"/>
          <p:cNvSpPr/>
          <p:nvPr/>
        </p:nvSpPr>
        <p:spPr>
          <a:xfrm>
            <a:off x="6574029" y="4791932"/>
            <a:ext cx="273685" cy="381000"/>
          </a:xfrm>
          <a:custGeom>
            <a:avLst/>
            <a:gdLst/>
            <a:ahLst/>
            <a:cxnLst/>
            <a:rect l="l" t="t" r="r" b="b"/>
            <a:pathLst>
              <a:path w="273684" h="381000">
                <a:moveTo>
                  <a:pt x="26557" y="0"/>
                </a:moveTo>
                <a:lnTo>
                  <a:pt x="21929" y="0"/>
                </a:lnTo>
                <a:lnTo>
                  <a:pt x="12749" y="1236"/>
                </a:lnTo>
                <a:lnTo>
                  <a:pt x="6038" y="4946"/>
                </a:lnTo>
                <a:lnTo>
                  <a:pt x="1799" y="11127"/>
                </a:lnTo>
                <a:lnTo>
                  <a:pt x="35" y="19779"/>
                </a:lnTo>
                <a:lnTo>
                  <a:pt x="0" y="26049"/>
                </a:lnTo>
                <a:lnTo>
                  <a:pt x="298" y="32061"/>
                </a:lnTo>
                <a:lnTo>
                  <a:pt x="1032" y="39808"/>
                </a:lnTo>
                <a:lnTo>
                  <a:pt x="2171" y="48616"/>
                </a:lnTo>
                <a:lnTo>
                  <a:pt x="3334" y="58040"/>
                </a:lnTo>
                <a:lnTo>
                  <a:pt x="4169" y="65990"/>
                </a:lnTo>
                <a:lnTo>
                  <a:pt x="4647" y="72133"/>
                </a:lnTo>
                <a:lnTo>
                  <a:pt x="4769" y="85926"/>
                </a:lnTo>
                <a:lnTo>
                  <a:pt x="4603" y="105560"/>
                </a:lnTo>
                <a:lnTo>
                  <a:pt x="4483" y="125831"/>
                </a:lnTo>
                <a:lnTo>
                  <a:pt x="4380" y="195724"/>
                </a:lnTo>
                <a:lnTo>
                  <a:pt x="6042" y="261147"/>
                </a:lnTo>
                <a:lnTo>
                  <a:pt x="8212" y="304526"/>
                </a:lnTo>
                <a:lnTo>
                  <a:pt x="11249" y="353182"/>
                </a:lnTo>
                <a:lnTo>
                  <a:pt x="31730" y="380595"/>
                </a:lnTo>
                <a:lnTo>
                  <a:pt x="38505" y="379894"/>
                </a:lnTo>
                <a:lnTo>
                  <a:pt x="52923" y="342670"/>
                </a:lnTo>
                <a:lnTo>
                  <a:pt x="52201" y="337508"/>
                </a:lnTo>
                <a:lnTo>
                  <a:pt x="50787" y="337152"/>
                </a:lnTo>
                <a:lnTo>
                  <a:pt x="51420" y="305761"/>
                </a:lnTo>
                <a:lnTo>
                  <a:pt x="50650" y="271430"/>
                </a:lnTo>
                <a:lnTo>
                  <a:pt x="48480" y="234160"/>
                </a:lnTo>
                <a:lnTo>
                  <a:pt x="44913" y="193952"/>
                </a:lnTo>
                <a:lnTo>
                  <a:pt x="45039" y="125831"/>
                </a:lnTo>
                <a:lnTo>
                  <a:pt x="45147" y="116113"/>
                </a:lnTo>
                <a:lnTo>
                  <a:pt x="45847" y="98983"/>
                </a:lnTo>
                <a:lnTo>
                  <a:pt x="47016" y="85926"/>
                </a:lnTo>
                <a:lnTo>
                  <a:pt x="48651" y="76940"/>
                </a:lnTo>
                <a:lnTo>
                  <a:pt x="93469" y="76940"/>
                </a:lnTo>
                <a:lnTo>
                  <a:pt x="80409" y="55004"/>
                </a:lnTo>
                <a:lnTo>
                  <a:pt x="63476" y="30861"/>
                </a:lnTo>
                <a:lnTo>
                  <a:pt x="48081" y="13596"/>
                </a:lnTo>
                <a:lnTo>
                  <a:pt x="34222" y="3204"/>
                </a:lnTo>
                <a:lnTo>
                  <a:pt x="30662" y="1068"/>
                </a:lnTo>
                <a:lnTo>
                  <a:pt x="26557" y="0"/>
                </a:lnTo>
                <a:close/>
              </a:path>
              <a:path w="273684" h="381000">
                <a:moveTo>
                  <a:pt x="93469" y="76940"/>
                </a:moveTo>
                <a:lnTo>
                  <a:pt x="48651" y="76940"/>
                </a:lnTo>
                <a:lnTo>
                  <a:pt x="60441" y="97046"/>
                </a:lnTo>
                <a:lnTo>
                  <a:pt x="76036" y="125831"/>
                </a:lnTo>
                <a:lnTo>
                  <a:pt x="95439" y="163297"/>
                </a:lnTo>
                <a:lnTo>
                  <a:pt x="118649" y="209449"/>
                </a:lnTo>
                <a:lnTo>
                  <a:pt x="139417" y="249622"/>
                </a:lnTo>
                <a:lnTo>
                  <a:pt x="160586" y="286788"/>
                </a:lnTo>
                <a:lnTo>
                  <a:pt x="182158" y="320948"/>
                </a:lnTo>
                <a:lnTo>
                  <a:pt x="204133" y="352104"/>
                </a:lnTo>
                <a:lnTo>
                  <a:pt x="235221" y="376055"/>
                </a:lnTo>
                <a:lnTo>
                  <a:pt x="243137" y="376690"/>
                </a:lnTo>
                <a:lnTo>
                  <a:pt x="251354" y="375787"/>
                </a:lnTo>
                <a:lnTo>
                  <a:pt x="271053" y="322592"/>
                </a:lnTo>
                <a:lnTo>
                  <a:pt x="271158" y="320587"/>
                </a:lnTo>
                <a:lnTo>
                  <a:pt x="222300" y="320587"/>
                </a:lnTo>
                <a:lnTo>
                  <a:pt x="211483" y="305363"/>
                </a:lnTo>
                <a:lnTo>
                  <a:pt x="198258" y="283190"/>
                </a:lnTo>
                <a:lnTo>
                  <a:pt x="182627" y="254066"/>
                </a:lnTo>
                <a:lnTo>
                  <a:pt x="164595" y="217993"/>
                </a:lnTo>
                <a:lnTo>
                  <a:pt x="141051" y="169676"/>
                </a:lnTo>
                <a:lnTo>
                  <a:pt x="122251" y="131577"/>
                </a:lnTo>
                <a:lnTo>
                  <a:pt x="108194" y="103694"/>
                </a:lnTo>
                <a:lnTo>
                  <a:pt x="98819" y="85926"/>
                </a:lnTo>
                <a:lnTo>
                  <a:pt x="93469" y="76940"/>
                </a:lnTo>
                <a:close/>
              </a:path>
              <a:path w="273684" h="381000">
                <a:moveTo>
                  <a:pt x="237441" y="2670"/>
                </a:moveTo>
                <a:lnTo>
                  <a:pt x="227462" y="2670"/>
                </a:lnTo>
                <a:lnTo>
                  <a:pt x="222468" y="8732"/>
                </a:lnTo>
                <a:lnTo>
                  <a:pt x="218562" y="20847"/>
                </a:lnTo>
                <a:lnTo>
                  <a:pt x="218762" y="26049"/>
                </a:lnTo>
                <a:lnTo>
                  <a:pt x="219363" y="32061"/>
                </a:lnTo>
                <a:lnTo>
                  <a:pt x="220364" y="38873"/>
                </a:lnTo>
                <a:lnTo>
                  <a:pt x="221766" y="46490"/>
                </a:lnTo>
                <a:lnTo>
                  <a:pt x="223201" y="55107"/>
                </a:lnTo>
                <a:lnTo>
                  <a:pt x="227407" y="111808"/>
                </a:lnTo>
                <a:lnTo>
                  <a:pt x="227674" y="163297"/>
                </a:lnTo>
                <a:lnTo>
                  <a:pt x="226606" y="212788"/>
                </a:lnTo>
                <a:lnTo>
                  <a:pt x="223902" y="274096"/>
                </a:lnTo>
                <a:lnTo>
                  <a:pt x="222300" y="320587"/>
                </a:lnTo>
                <a:lnTo>
                  <a:pt x="271158" y="320587"/>
                </a:lnTo>
                <a:lnTo>
                  <a:pt x="272690" y="291435"/>
                </a:lnTo>
                <a:lnTo>
                  <a:pt x="273574" y="253703"/>
                </a:lnTo>
                <a:lnTo>
                  <a:pt x="273363" y="253703"/>
                </a:lnTo>
                <a:lnTo>
                  <a:pt x="273197" y="234699"/>
                </a:lnTo>
                <a:lnTo>
                  <a:pt x="273075" y="158692"/>
                </a:lnTo>
                <a:lnTo>
                  <a:pt x="272194" y="100352"/>
                </a:lnTo>
                <a:lnTo>
                  <a:pt x="265244" y="46122"/>
                </a:lnTo>
                <a:lnTo>
                  <a:pt x="248488" y="11748"/>
                </a:lnTo>
                <a:lnTo>
                  <a:pt x="242425" y="5706"/>
                </a:lnTo>
                <a:lnTo>
                  <a:pt x="237441" y="2670"/>
                </a:lnTo>
                <a:close/>
              </a:path>
              <a:path w="273684" h="381000">
                <a:moveTo>
                  <a:pt x="273597" y="252735"/>
                </a:moveTo>
                <a:lnTo>
                  <a:pt x="273363" y="253703"/>
                </a:lnTo>
                <a:lnTo>
                  <a:pt x="273574" y="253703"/>
                </a:lnTo>
                <a:lnTo>
                  <a:pt x="273597" y="252735"/>
                </a:lnTo>
                <a:close/>
              </a:path>
            </a:pathLst>
          </a:custGeom>
          <a:solidFill>
            <a:srgbClr val="231F20">
              <a:alpha val="58998"/>
            </a:srgbClr>
          </a:solidFill>
        </p:spPr>
        <p:txBody>
          <a:bodyPr wrap="square" lIns="0" tIns="0" rIns="0" bIns="0" rtlCol="0"/>
          <a:lstStyle/>
          <a:p>
            <a:endParaRPr/>
          </a:p>
        </p:txBody>
      </p:sp>
      <p:sp>
        <p:nvSpPr>
          <p:cNvPr id="37" name="bk object 37"/>
          <p:cNvSpPr/>
          <p:nvPr/>
        </p:nvSpPr>
        <p:spPr>
          <a:xfrm>
            <a:off x="6914901" y="4791934"/>
            <a:ext cx="273685" cy="381000"/>
          </a:xfrm>
          <a:custGeom>
            <a:avLst/>
            <a:gdLst/>
            <a:ahLst/>
            <a:cxnLst/>
            <a:rect l="l" t="t" r="r" b="b"/>
            <a:pathLst>
              <a:path w="273684" h="381000">
                <a:moveTo>
                  <a:pt x="26570" y="0"/>
                </a:moveTo>
                <a:lnTo>
                  <a:pt x="21942" y="0"/>
                </a:lnTo>
                <a:lnTo>
                  <a:pt x="12762" y="1236"/>
                </a:lnTo>
                <a:lnTo>
                  <a:pt x="6050" y="4944"/>
                </a:lnTo>
                <a:lnTo>
                  <a:pt x="1808" y="11123"/>
                </a:lnTo>
                <a:lnTo>
                  <a:pt x="37" y="19769"/>
                </a:lnTo>
                <a:lnTo>
                  <a:pt x="0" y="26049"/>
                </a:lnTo>
                <a:lnTo>
                  <a:pt x="300" y="32060"/>
                </a:lnTo>
                <a:lnTo>
                  <a:pt x="1037" y="39803"/>
                </a:lnTo>
                <a:lnTo>
                  <a:pt x="2173" y="48616"/>
                </a:lnTo>
                <a:lnTo>
                  <a:pt x="3341" y="58036"/>
                </a:lnTo>
                <a:lnTo>
                  <a:pt x="4176" y="65986"/>
                </a:lnTo>
                <a:lnTo>
                  <a:pt x="4650" y="72123"/>
                </a:lnTo>
                <a:lnTo>
                  <a:pt x="4773" y="85924"/>
                </a:lnTo>
                <a:lnTo>
                  <a:pt x="4610" y="105558"/>
                </a:lnTo>
                <a:lnTo>
                  <a:pt x="4489" y="125826"/>
                </a:lnTo>
                <a:lnTo>
                  <a:pt x="4382" y="195723"/>
                </a:lnTo>
                <a:lnTo>
                  <a:pt x="6046" y="261138"/>
                </a:lnTo>
                <a:lnTo>
                  <a:pt x="8219" y="304515"/>
                </a:lnTo>
                <a:lnTo>
                  <a:pt x="11262" y="353172"/>
                </a:lnTo>
                <a:lnTo>
                  <a:pt x="31743" y="380595"/>
                </a:lnTo>
                <a:lnTo>
                  <a:pt x="38507" y="379894"/>
                </a:lnTo>
                <a:lnTo>
                  <a:pt x="52936" y="342670"/>
                </a:lnTo>
                <a:lnTo>
                  <a:pt x="52213" y="337508"/>
                </a:lnTo>
                <a:lnTo>
                  <a:pt x="50800" y="337152"/>
                </a:lnTo>
                <a:lnTo>
                  <a:pt x="51428" y="305759"/>
                </a:lnTo>
                <a:lnTo>
                  <a:pt x="50657" y="271426"/>
                </a:lnTo>
                <a:lnTo>
                  <a:pt x="48487" y="234155"/>
                </a:lnTo>
                <a:lnTo>
                  <a:pt x="44915" y="193952"/>
                </a:lnTo>
                <a:lnTo>
                  <a:pt x="45042" y="125826"/>
                </a:lnTo>
                <a:lnTo>
                  <a:pt x="45149" y="116109"/>
                </a:lnTo>
                <a:lnTo>
                  <a:pt x="45851" y="98979"/>
                </a:lnTo>
                <a:lnTo>
                  <a:pt x="47022" y="85924"/>
                </a:lnTo>
                <a:lnTo>
                  <a:pt x="48664" y="76940"/>
                </a:lnTo>
                <a:lnTo>
                  <a:pt x="93478" y="76940"/>
                </a:lnTo>
                <a:lnTo>
                  <a:pt x="80416" y="54998"/>
                </a:lnTo>
                <a:lnTo>
                  <a:pt x="63484" y="30856"/>
                </a:lnTo>
                <a:lnTo>
                  <a:pt x="48089" y="13592"/>
                </a:lnTo>
                <a:lnTo>
                  <a:pt x="34235" y="3204"/>
                </a:lnTo>
                <a:lnTo>
                  <a:pt x="30664" y="1068"/>
                </a:lnTo>
                <a:lnTo>
                  <a:pt x="26570" y="0"/>
                </a:lnTo>
                <a:close/>
              </a:path>
              <a:path w="273684" h="381000">
                <a:moveTo>
                  <a:pt x="93478" y="76940"/>
                </a:moveTo>
                <a:lnTo>
                  <a:pt x="48664" y="76940"/>
                </a:lnTo>
                <a:lnTo>
                  <a:pt x="60443" y="97042"/>
                </a:lnTo>
                <a:lnTo>
                  <a:pt x="76036" y="125826"/>
                </a:lnTo>
                <a:lnTo>
                  <a:pt x="95440" y="163291"/>
                </a:lnTo>
                <a:lnTo>
                  <a:pt x="118651" y="209438"/>
                </a:lnTo>
                <a:lnTo>
                  <a:pt x="139421" y="249613"/>
                </a:lnTo>
                <a:lnTo>
                  <a:pt x="160592" y="286783"/>
                </a:lnTo>
                <a:lnTo>
                  <a:pt x="182165" y="320947"/>
                </a:lnTo>
                <a:lnTo>
                  <a:pt x="204136" y="352104"/>
                </a:lnTo>
                <a:lnTo>
                  <a:pt x="235232" y="376054"/>
                </a:lnTo>
                <a:lnTo>
                  <a:pt x="243150" y="376690"/>
                </a:lnTo>
                <a:lnTo>
                  <a:pt x="251356" y="375787"/>
                </a:lnTo>
                <a:lnTo>
                  <a:pt x="271059" y="322587"/>
                </a:lnTo>
                <a:lnTo>
                  <a:pt x="271164" y="320587"/>
                </a:lnTo>
                <a:lnTo>
                  <a:pt x="222303" y="320587"/>
                </a:lnTo>
                <a:lnTo>
                  <a:pt x="211487" y="305357"/>
                </a:lnTo>
                <a:lnTo>
                  <a:pt x="198265" y="283182"/>
                </a:lnTo>
                <a:lnTo>
                  <a:pt x="182639" y="254060"/>
                </a:lnTo>
                <a:lnTo>
                  <a:pt x="164608" y="217993"/>
                </a:lnTo>
                <a:lnTo>
                  <a:pt x="141058" y="169676"/>
                </a:lnTo>
                <a:lnTo>
                  <a:pt x="122255" y="131575"/>
                </a:lnTo>
                <a:lnTo>
                  <a:pt x="108196" y="103690"/>
                </a:lnTo>
                <a:lnTo>
                  <a:pt x="98826" y="85924"/>
                </a:lnTo>
                <a:lnTo>
                  <a:pt x="93478" y="76940"/>
                </a:lnTo>
                <a:close/>
              </a:path>
              <a:path w="273684" h="381000">
                <a:moveTo>
                  <a:pt x="237443" y="2670"/>
                </a:moveTo>
                <a:lnTo>
                  <a:pt x="227465" y="2670"/>
                </a:lnTo>
                <a:lnTo>
                  <a:pt x="222481" y="8732"/>
                </a:lnTo>
                <a:lnTo>
                  <a:pt x="218564" y="20837"/>
                </a:lnTo>
                <a:lnTo>
                  <a:pt x="218765" y="26049"/>
                </a:lnTo>
                <a:lnTo>
                  <a:pt x="219365" y="32060"/>
                </a:lnTo>
                <a:lnTo>
                  <a:pt x="220367" y="38870"/>
                </a:lnTo>
                <a:lnTo>
                  <a:pt x="221769" y="46480"/>
                </a:lnTo>
                <a:lnTo>
                  <a:pt x="223210" y="55103"/>
                </a:lnTo>
                <a:lnTo>
                  <a:pt x="227414" y="111797"/>
                </a:lnTo>
                <a:lnTo>
                  <a:pt x="227679" y="163291"/>
                </a:lnTo>
                <a:lnTo>
                  <a:pt x="226613" y="212782"/>
                </a:lnTo>
                <a:lnTo>
                  <a:pt x="223915" y="274096"/>
                </a:lnTo>
                <a:lnTo>
                  <a:pt x="222303" y="320587"/>
                </a:lnTo>
                <a:lnTo>
                  <a:pt x="271164" y="320587"/>
                </a:lnTo>
                <a:lnTo>
                  <a:pt x="272697" y="291429"/>
                </a:lnTo>
                <a:lnTo>
                  <a:pt x="273577" y="253695"/>
                </a:lnTo>
                <a:lnTo>
                  <a:pt x="273366" y="253695"/>
                </a:lnTo>
                <a:lnTo>
                  <a:pt x="273199" y="234694"/>
                </a:lnTo>
                <a:lnTo>
                  <a:pt x="273078" y="158683"/>
                </a:lnTo>
                <a:lnTo>
                  <a:pt x="272196" y="100352"/>
                </a:lnTo>
                <a:lnTo>
                  <a:pt x="265251" y="46122"/>
                </a:lnTo>
                <a:lnTo>
                  <a:pt x="248490" y="11748"/>
                </a:lnTo>
                <a:lnTo>
                  <a:pt x="242428" y="5696"/>
                </a:lnTo>
                <a:lnTo>
                  <a:pt x="237443" y="2670"/>
                </a:lnTo>
                <a:close/>
              </a:path>
              <a:path w="273684" h="381000">
                <a:moveTo>
                  <a:pt x="273599" y="252725"/>
                </a:moveTo>
                <a:lnTo>
                  <a:pt x="273366" y="253695"/>
                </a:lnTo>
                <a:lnTo>
                  <a:pt x="273577" y="253695"/>
                </a:lnTo>
                <a:lnTo>
                  <a:pt x="273599" y="252725"/>
                </a:lnTo>
                <a:close/>
              </a:path>
            </a:pathLst>
          </a:custGeom>
          <a:solidFill>
            <a:srgbClr val="231F20">
              <a:alpha val="58998"/>
            </a:srgbClr>
          </a:solidFill>
        </p:spPr>
        <p:txBody>
          <a:bodyPr wrap="square" lIns="0" tIns="0" rIns="0" bIns="0" rtlCol="0"/>
          <a:lstStyle/>
          <a:p>
            <a:endParaRPr/>
          </a:p>
        </p:txBody>
      </p:sp>
      <p:sp>
        <p:nvSpPr>
          <p:cNvPr id="38" name="bk object 38"/>
          <p:cNvSpPr/>
          <p:nvPr/>
        </p:nvSpPr>
        <p:spPr>
          <a:xfrm>
            <a:off x="7255282" y="4792647"/>
            <a:ext cx="276860" cy="376555"/>
          </a:xfrm>
          <a:custGeom>
            <a:avLst/>
            <a:gdLst/>
            <a:ahLst/>
            <a:cxnLst/>
            <a:rect l="l" t="t" r="r" b="b"/>
            <a:pathLst>
              <a:path w="276859" h="376554">
                <a:moveTo>
                  <a:pt x="149964" y="0"/>
                </a:moveTo>
                <a:lnTo>
                  <a:pt x="142477" y="0"/>
                </a:lnTo>
                <a:lnTo>
                  <a:pt x="135713" y="1424"/>
                </a:lnTo>
                <a:lnTo>
                  <a:pt x="85752" y="41363"/>
                </a:lnTo>
                <a:lnTo>
                  <a:pt x="43810" y="102405"/>
                </a:lnTo>
                <a:lnTo>
                  <a:pt x="18029" y="163052"/>
                </a:lnTo>
                <a:lnTo>
                  <a:pt x="534" y="233500"/>
                </a:lnTo>
                <a:lnTo>
                  <a:pt x="0" y="239186"/>
                </a:lnTo>
                <a:lnTo>
                  <a:pt x="0" y="245594"/>
                </a:lnTo>
                <a:lnTo>
                  <a:pt x="4806" y="283872"/>
                </a:lnTo>
                <a:lnTo>
                  <a:pt x="19498" y="323207"/>
                </a:lnTo>
                <a:lnTo>
                  <a:pt x="48501" y="357677"/>
                </a:lnTo>
                <a:lnTo>
                  <a:pt x="82814" y="375978"/>
                </a:lnTo>
                <a:lnTo>
                  <a:pt x="112206" y="375978"/>
                </a:lnTo>
                <a:lnTo>
                  <a:pt x="138517" y="371403"/>
                </a:lnTo>
                <a:lnTo>
                  <a:pt x="166750" y="357641"/>
                </a:lnTo>
                <a:lnTo>
                  <a:pt x="196759" y="334799"/>
                </a:lnTo>
                <a:lnTo>
                  <a:pt x="197263" y="334293"/>
                </a:lnTo>
                <a:lnTo>
                  <a:pt x="91368" y="334293"/>
                </a:lnTo>
                <a:lnTo>
                  <a:pt x="72097" y="330186"/>
                </a:lnTo>
                <a:lnTo>
                  <a:pt x="58102" y="317864"/>
                </a:lnTo>
                <a:lnTo>
                  <a:pt x="49385" y="297328"/>
                </a:lnTo>
                <a:lnTo>
                  <a:pt x="45946" y="268578"/>
                </a:lnTo>
                <a:lnTo>
                  <a:pt x="47367" y="234434"/>
                </a:lnTo>
                <a:lnTo>
                  <a:pt x="65138" y="164839"/>
                </a:lnTo>
                <a:lnTo>
                  <a:pt x="81484" y="129388"/>
                </a:lnTo>
                <a:lnTo>
                  <a:pt x="120286" y="75221"/>
                </a:lnTo>
                <a:lnTo>
                  <a:pt x="161366" y="55380"/>
                </a:lnTo>
                <a:lnTo>
                  <a:pt x="167062" y="55034"/>
                </a:lnTo>
                <a:lnTo>
                  <a:pt x="236252" y="55034"/>
                </a:lnTo>
                <a:lnTo>
                  <a:pt x="209044" y="29609"/>
                </a:lnTo>
                <a:lnTo>
                  <a:pt x="158152" y="1424"/>
                </a:lnTo>
                <a:lnTo>
                  <a:pt x="149964" y="0"/>
                </a:lnTo>
                <a:close/>
              </a:path>
              <a:path w="276859" h="376554">
                <a:moveTo>
                  <a:pt x="236252" y="55034"/>
                </a:moveTo>
                <a:lnTo>
                  <a:pt x="167062" y="55034"/>
                </a:lnTo>
                <a:lnTo>
                  <a:pt x="174183" y="56459"/>
                </a:lnTo>
                <a:lnTo>
                  <a:pt x="182737" y="59663"/>
                </a:lnTo>
                <a:lnTo>
                  <a:pt x="189146" y="62155"/>
                </a:lnTo>
                <a:lnTo>
                  <a:pt x="193062" y="64123"/>
                </a:lnTo>
                <a:lnTo>
                  <a:pt x="194486" y="65537"/>
                </a:lnTo>
                <a:lnTo>
                  <a:pt x="205307" y="75328"/>
                </a:lnTo>
                <a:lnTo>
                  <a:pt x="230286" y="112156"/>
                </a:lnTo>
                <a:lnTo>
                  <a:pt x="233194" y="159312"/>
                </a:lnTo>
                <a:lnTo>
                  <a:pt x="232292" y="177213"/>
                </a:lnTo>
                <a:lnTo>
                  <a:pt x="221135" y="220192"/>
                </a:lnTo>
                <a:lnTo>
                  <a:pt x="205742" y="256921"/>
                </a:lnTo>
                <a:lnTo>
                  <a:pt x="180601" y="288881"/>
                </a:lnTo>
                <a:lnTo>
                  <a:pt x="149236" y="315325"/>
                </a:lnTo>
                <a:lnTo>
                  <a:pt x="104255" y="333458"/>
                </a:lnTo>
                <a:lnTo>
                  <a:pt x="91368" y="334293"/>
                </a:lnTo>
                <a:lnTo>
                  <a:pt x="197263" y="334293"/>
                </a:lnTo>
                <a:lnTo>
                  <a:pt x="228684" y="302765"/>
                </a:lnTo>
                <a:lnTo>
                  <a:pt x="251123" y="270049"/>
                </a:lnTo>
                <a:lnTo>
                  <a:pt x="267154" y="228506"/>
                </a:lnTo>
                <a:lnTo>
                  <a:pt x="274898" y="189898"/>
                </a:lnTo>
                <a:lnTo>
                  <a:pt x="276776" y="151032"/>
                </a:lnTo>
                <a:lnTo>
                  <a:pt x="268356" y="104411"/>
                </a:lnTo>
                <a:lnTo>
                  <a:pt x="245779" y="63937"/>
                </a:lnTo>
                <a:lnTo>
                  <a:pt x="236252" y="55034"/>
                </a:lnTo>
                <a:close/>
              </a:path>
            </a:pathLst>
          </a:custGeom>
          <a:solidFill>
            <a:srgbClr val="231F20">
              <a:alpha val="58998"/>
            </a:srgbClr>
          </a:solidFill>
        </p:spPr>
        <p:txBody>
          <a:bodyPr wrap="square" lIns="0" tIns="0" rIns="0" bIns="0" rtlCol="0"/>
          <a:lstStyle/>
          <a:p>
            <a:endParaRPr/>
          </a:p>
        </p:txBody>
      </p:sp>
      <p:sp>
        <p:nvSpPr>
          <p:cNvPr id="39" name="bk object 39"/>
          <p:cNvSpPr/>
          <p:nvPr/>
        </p:nvSpPr>
        <p:spPr>
          <a:xfrm>
            <a:off x="7587084" y="4793541"/>
            <a:ext cx="267335" cy="374650"/>
          </a:xfrm>
          <a:custGeom>
            <a:avLst/>
            <a:gdLst/>
            <a:ahLst/>
            <a:cxnLst/>
            <a:rect l="l" t="t" r="r" b="b"/>
            <a:pathLst>
              <a:path w="267334" h="374650">
                <a:moveTo>
                  <a:pt x="13894" y="0"/>
                </a:moveTo>
                <a:lnTo>
                  <a:pt x="7651" y="1937"/>
                </a:lnTo>
                <a:lnTo>
                  <a:pt x="3342" y="7748"/>
                </a:lnTo>
                <a:lnTo>
                  <a:pt x="969" y="17431"/>
                </a:lnTo>
                <a:lnTo>
                  <a:pt x="534" y="30983"/>
                </a:lnTo>
                <a:lnTo>
                  <a:pt x="178" y="32051"/>
                </a:lnTo>
                <a:lnTo>
                  <a:pt x="0" y="33485"/>
                </a:lnTo>
                <a:lnTo>
                  <a:pt x="0" y="35255"/>
                </a:lnTo>
                <a:lnTo>
                  <a:pt x="9881" y="84689"/>
                </a:lnTo>
                <a:lnTo>
                  <a:pt x="22237" y="128835"/>
                </a:lnTo>
                <a:lnTo>
                  <a:pt x="39538" y="185931"/>
                </a:lnTo>
                <a:lnTo>
                  <a:pt x="53196" y="229110"/>
                </a:lnTo>
                <a:lnTo>
                  <a:pt x="66388" y="269951"/>
                </a:lnTo>
                <a:lnTo>
                  <a:pt x="79112" y="308454"/>
                </a:lnTo>
                <a:lnTo>
                  <a:pt x="91368" y="344617"/>
                </a:lnTo>
                <a:lnTo>
                  <a:pt x="123964" y="374543"/>
                </a:lnTo>
                <a:lnTo>
                  <a:pt x="129968" y="373174"/>
                </a:lnTo>
                <a:lnTo>
                  <a:pt x="135710" y="369068"/>
                </a:lnTo>
                <a:lnTo>
                  <a:pt x="141189" y="362223"/>
                </a:lnTo>
                <a:lnTo>
                  <a:pt x="146403" y="352638"/>
                </a:lnTo>
                <a:lnTo>
                  <a:pt x="167805" y="302746"/>
                </a:lnTo>
                <a:lnTo>
                  <a:pt x="175099" y="285855"/>
                </a:lnTo>
                <a:lnTo>
                  <a:pt x="118090" y="285855"/>
                </a:lnTo>
                <a:lnTo>
                  <a:pt x="105360" y="261007"/>
                </a:lnTo>
                <a:lnTo>
                  <a:pt x="92300" y="228146"/>
                </a:lnTo>
                <a:lnTo>
                  <a:pt x="78911" y="187269"/>
                </a:lnTo>
                <a:lnTo>
                  <a:pt x="65191" y="138372"/>
                </a:lnTo>
                <a:lnTo>
                  <a:pt x="39550" y="38871"/>
                </a:lnTo>
                <a:lnTo>
                  <a:pt x="34197" y="18166"/>
                </a:lnTo>
                <a:lnTo>
                  <a:pt x="29118" y="10217"/>
                </a:lnTo>
                <a:lnTo>
                  <a:pt x="24042" y="4540"/>
                </a:lnTo>
                <a:lnTo>
                  <a:pt x="18968" y="1134"/>
                </a:lnTo>
                <a:lnTo>
                  <a:pt x="13894" y="0"/>
                </a:lnTo>
                <a:close/>
              </a:path>
              <a:path w="267334" h="374650">
                <a:moveTo>
                  <a:pt x="249521" y="534"/>
                </a:moveTo>
                <a:lnTo>
                  <a:pt x="237772" y="534"/>
                </a:lnTo>
                <a:lnTo>
                  <a:pt x="232600" y="5518"/>
                </a:lnTo>
                <a:lnTo>
                  <a:pt x="228684" y="15496"/>
                </a:lnTo>
                <a:lnTo>
                  <a:pt x="221433" y="38968"/>
                </a:lnTo>
                <a:lnTo>
                  <a:pt x="209981" y="70529"/>
                </a:lnTo>
                <a:lnTo>
                  <a:pt x="194221" y="110468"/>
                </a:lnTo>
                <a:lnTo>
                  <a:pt x="174183" y="158686"/>
                </a:lnTo>
                <a:lnTo>
                  <a:pt x="151877" y="209713"/>
                </a:lnTo>
                <a:lnTo>
                  <a:pt x="136420" y="244646"/>
                </a:lnTo>
                <a:lnTo>
                  <a:pt x="118090" y="285855"/>
                </a:lnTo>
                <a:lnTo>
                  <a:pt x="175099" y="285855"/>
                </a:lnTo>
                <a:lnTo>
                  <a:pt x="187673" y="256731"/>
                </a:lnTo>
                <a:lnTo>
                  <a:pt x="206007" y="214590"/>
                </a:lnTo>
                <a:lnTo>
                  <a:pt x="222809" y="176319"/>
                </a:lnTo>
                <a:lnTo>
                  <a:pt x="230419" y="158087"/>
                </a:lnTo>
                <a:lnTo>
                  <a:pt x="244842" y="119618"/>
                </a:lnTo>
                <a:lnTo>
                  <a:pt x="259000" y="75034"/>
                </a:lnTo>
                <a:lnTo>
                  <a:pt x="266620" y="27245"/>
                </a:lnTo>
                <a:lnTo>
                  <a:pt x="266976" y="22973"/>
                </a:lnTo>
                <a:lnTo>
                  <a:pt x="264644" y="17431"/>
                </a:lnTo>
                <a:lnTo>
                  <a:pt x="254672" y="3916"/>
                </a:lnTo>
                <a:lnTo>
                  <a:pt x="249521" y="534"/>
                </a:lnTo>
                <a:close/>
              </a:path>
            </a:pathLst>
          </a:custGeom>
          <a:solidFill>
            <a:srgbClr val="231F20">
              <a:alpha val="58998"/>
            </a:srgbClr>
          </a:solidFill>
        </p:spPr>
        <p:txBody>
          <a:bodyPr wrap="square" lIns="0" tIns="0" rIns="0" bIns="0" rtlCol="0"/>
          <a:lstStyle/>
          <a:p>
            <a:endParaRPr/>
          </a:p>
        </p:txBody>
      </p:sp>
      <p:sp>
        <p:nvSpPr>
          <p:cNvPr id="40" name="bk object 40"/>
          <p:cNvSpPr/>
          <p:nvPr/>
        </p:nvSpPr>
        <p:spPr>
          <a:xfrm>
            <a:off x="7842477" y="4791932"/>
            <a:ext cx="293370" cy="381000"/>
          </a:xfrm>
          <a:custGeom>
            <a:avLst/>
            <a:gdLst/>
            <a:ahLst/>
            <a:cxnLst/>
            <a:rect l="l" t="t" r="r" b="b"/>
            <a:pathLst>
              <a:path w="293370" h="381000">
                <a:moveTo>
                  <a:pt x="102630" y="237762"/>
                </a:moveTo>
                <a:lnTo>
                  <a:pt x="52364" y="237762"/>
                </a:lnTo>
                <a:lnTo>
                  <a:pt x="29455" y="288794"/>
                </a:lnTo>
                <a:lnTo>
                  <a:pt x="13091" y="326999"/>
                </a:lnTo>
                <a:lnTo>
                  <a:pt x="3272" y="352377"/>
                </a:lnTo>
                <a:lnTo>
                  <a:pt x="0" y="364931"/>
                </a:lnTo>
                <a:lnTo>
                  <a:pt x="0" y="375622"/>
                </a:lnTo>
                <a:lnTo>
                  <a:pt x="6230" y="380962"/>
                </a:lnTo>
                <a:lnTo>
                  <a:pt x="18701" y="380962"/>
                </a:lnTo>
                <a:lnTo>
                  <a:pt x="57705" y="343026"/>
                </a:lnTo>
                <a:lnTo>
                  <a:pt x="79245" y="294235"/>
                </a:lnTo>
                <a:lnTo>
                  <a:pt x="89232" y="268756"/>
                </a:lnTo>
                <a:lnTo>
                  <a:pt x="97211" y="249419"/>
                </a:lnTo>
                <a:lnTo>
                  <a:pt x="102630" y="237762"/>
                </a:lnTo>
                <a:close/>
              </a:path>
              <a:path w="293370" h="381000">
                <a:moveTo>
                  <a:pt x="233711" y="196276"/>
                </a:moveTo>
                <a:lnTo>
                  <a:pt x="184339" y="196276"/>
                </a:lnTo>
                <a:lnTo>
                  <a:pt x="187355" y="201260"/>
                </a:lnTo>
                <a:lnTo>
                  <a:pt x="191282" y="211585"/>
                </a:lnTo>
                <a:lnTo>
                  <a:pt x="194842" y="220495"/>
                </a:lnTo>
                <a:lnTo>
                  <a:pt x="196800" y="226380"/>
                </a:lnTo>
                <a:lnTo>
                  <a:pt x="197156" y="229218"/>
                </a:lnTo>
                <a:lnTo>
                  <a:pt x="199928" y="239733"/>
                </a:lnTo>
                <a:lnTo>
                  <a:pt x="212484" y="275799"/>
                </a:lnTo>
                <a:lnTo>
                  <a:pt x="232519" y="327933"/>
                </a:lnTo>
                <a:lnTo>
                  <a:pt x="251657" y="367601"/>
                </a:lnTo>
                <a:lnTo>
                  <a:pt x="278378" y="379894"/>
                </a:lnTo>
                <a:lnTo>
                  <a:pt x="287991" y="379894"/>
                </a:lnTo>
                <a:lnTo>
                  <a:pt x="292807" y="374376"/>
                </a:lnTo>
                <a:lnTo>
                  <a:pt x="292807" y="361905"/>
                </a:lnTo>
                <a:lnTo>
                  <a:pt x="291017" y="357633"/>
                </a:lnTo>
                <a:lnTo>
                  <a:pt x="287457" y="350512"/>
                </a:lnTo>
                <a:lnTo>
                  <a:pt x="280213" y="331369"/>
                </a:lnTo>
                <a:lnTo>
                  <a:pt x="266116" y="293603"/>
                </a:lnTo>
                <a:lnTo>
                  <a:pt x="250687" y="251192"/>
                </a:lnTo>
                <a:lnTo>
                  <a:pt x="235903" y="204371"/>
                </a:lnTo>
                <a:lnTo>
                  <a:pt x="233711" y="196276"/>
                </a:lnTo>
                <a:close/>
              </a:path>
              <a:path w="293370" h="381000">
                <a:moveTo>
                  <a:pt x="160832" y="0"/>
                </a:moveTo>
                <a:lnTo>
                  <a:pt x="156550" y="0"/>
                </a:lnTo>
                <a:lnTo>
                  <a:pt x="151744" y="2502"/>
                </a:lnTo>
                <a:lnTo>
                  <a:pt x="110069" y="94039"/>
                </a:lnTo>
                <a:lnTo>
                  <a:pt x="90834" y="141726"/>
                </a:lnTo>
                <a:lnTo>
                  <a:pt x="76940" y="181135"/>
                </a:lnTo>
                <a:lnTo>
                  <a:pt x="74702" y="182539"/>
                </a:lnTo>
                <a:lnTo>
                  <a:pt x="67990" y="185678"/>
                </a:lnTo>
                <a:lnTo>
                  <a:pt x="56805" y="190552"/>
                </a:lnTo>
                <a:lnTo>
                  <a:pt x="41150" y="197156"/>
                </a:lnTo>
                <a:lnTo>
                  <a:pt x="25483" y="204371"/>
                </a:lnTo>
                <a:lnTo>
                  <a:pt x="14292" y="211049"/>
                </a:lnTo>
                <a:lnTo>
                  <a:pt x="7578" y="217192"/>
                </a:lnTo>
                <a:lnTo>
                  <a:pt x="5340" y="222799"/>
                </a:lnTo>
                <a:lnTo>
                  <a:pt x="6742" y="231151"/>
                </a:lnTo>
                <a:lnTo>
                  <a:pt x="10949" y="236965"/>
                </a:lnTo>
                <a:lnTo>
                  <a:pt x="17965" y="240240"/>
                </a:lnTo>
                <a:lnTo>
                  <a:pt x="27789" y="240976"/>
                </a:lnTo>
                <a:lnTo>
                  <a:pt x="30637" y="240976"/>
                </a:lnTo>
                <a:lnTo>
                  <a:pt x="35799" y="240432"/>
                </a:lnTo>
                <a:lnTo>
                  <a:pt x="43276" y="239374"/>
                </a:lnTo>
                <a:lnTo>
                  <a:pt x="46124" y="238662"/>
                </a:lnTo>
                <a:lnTo>
                  <a:pt x="49160" y="238128"/>
                </a:lnTo>
                <a:lnTo>
                  <a:pt x="52364" y="237762"/>
                </a:lnTo>
                <a:lnTo>
                  <a:pt x="102630" y="237762"/>
                </a:lnTo>
                <a:lnTo>
                  <a:pt x="104057" y="234694"/>
                </a:lnTo>
                <a:lnTo>
                  <a:pt x="141726" y="208920"/>
                </a:lnTo>
                <a:lnTo>
                  <a:pt x="182193" y="196632"/>
                </a:lnTo>
                <a:lnTo>
                  <a:pt x="184339" y="196276"/>
                </a:lnTo>
                <a:lnTo>
                  <a:pt x="233711" y="196276"/>
                </a:lnTo>
                <a:lnTo>
                  <a:pt x="229752" y="181659"/>
                </a:lnTo>
                <a:lnTo>
                  <a:pt x="230097" y="181659"/>
                </a:lnTo>
                <a:lnTo>
                  <a:pt x="235364" y="178989"/>
                </a:lnTo>
                <a:lnTo>
                  <a:pt x="255667" y="168309"/>
                </a:lnTo>
                <a:lnTo>
                  <a:pt x="262348" y="165104"/>
                </a:lnTo>
                <a:lnTo>
                  <a:pt x="265552" y="164036"/>
                </a:lnTo>
                <a:lnTo>
                  <a:pt x="266680" y="161366"/>
                </a:lnTo>
                <a:lnTo>
                  <a:pt x="134111" y="161366"/>
                </a:lnTo>
                <a:lnTo>
                  <a:pt x="138151" y="148809"/>
                </a:lnTo>
                <a:lnTo>
                  <a:pt x="143329" y="135179"/>
                </a:lnTo>
                <a:lnTo>
                  <a:pt x="149639" y="120486"/>
                </a:lnTo>
                <a:lnTo>
                  <a:pt x="157084" y="104719"/>
                </a:lnTo>
                <a:lnTo>
                  <a:pt x="207925" y="104719"/>
                </a:lnTo>
                <a:lnTo>
                  <a:pt x="201434" y="83623"/>
                </a:lnTo>
                <a:lnTo>
                  <a:pt x="192621" y="54434"/>
                </a:lnTo>
                <a:lnTo>
                  <a:pt x="183271" y="22973"/>
                </a:lnTo>
                <a:lnTo>
                  <a:pt x="177853" y="12925"/>
                </a:lnTo>
                <a:lnTo>
                  <a:pt x="172307" y="5745"/>
                </a:lnTo>
                <a:lnTo>
                  <a:pt x="166634" y="1436"/>
                </a:lnTo>
                <a:lnTo>
                  <a:pt x="160832" y="0"/>
                </a:lnTo>
                <a:close/>
              </a:path>
              <a:path w="293370" h="381000">
                <a:moveTo>
                  <a:pt x="207925" y="104719"/>
                </a:moveTo>
                <a:lnTo>
                  <a:pt x="157084" y="104719"/>
                </a:lnTo>
                <a:lnTo>
                  <a:pt x="163987" y="126634"/>
                </a:lnTo>
                <a:lnTo>
                  <a:pt x="170979" y="149073"/>
                </a:lnTo>
                <a:lnTo>
                  <a:pt x="166350" y="151932"/>
                </a:lnTo>
                <a:lnTo>
                  <a:pt x="160288" y="154414"/>
                </a:lnTo>
                <a:lnTo>
                  <a:pt x="141409" y="159764"/>
                </a:lnTo>
                <a:lnTo>
                  <a:pt x="135179" y="161366"/>
                </a:lnTo>
                <a:lnTo>
                  <a:pt x="266680" y="161366"/>
                </a:lnTo>
                <a:lnTo>
                  <a:pt x="269468" y="154770"/>
                </a:lnTo>
                <a:lnTo>
                  <a:pt x="271436" y="147827"/>
                </a:lnTo>
                <a:lnTo>
                  <a:pt x="271436" y="143189"/>
                </a:lnTo>
                <a:lnTo>
                  <a:pt x="269964" y="136747"/>
                </a:lnTo>
                <a:lnTo>
                  <a:pt x="268554" y="135179"/>
                </a:lnTo>
                <a:lnTo>
                  <a:pt x="217469" y="135179"/>
                </a:lnTo>
                <a:lnTo>
                  <a:pt x="209715" y="110537"/>
                </a:lnTo>
                <a:lnTo>
                  <a:pt x="207925" y="104719"/>
                </a:lnTo>
                <a:close/>
              </a:path>
              <a:path w="293370" h="381000">
                <a:moveTo>
                  <a:pt x="244348" y="126289"/>
                </a:moveTo>
                <a:lnTo>
                  <a:pt x="239458" y="127619"/>
                </a:lnTo>
                <a:lnTo>
                  <a:pt x="226987" y="133671"/>
                </a:lnTo>
                <a:lnTo>
                  <a:pt x="221741" y="135179"/>
                </a:lnTo>
                <a:lnTo>
                  <a:pt x="268554" y="135179"/>
                </a:lnTo>
                <a:lnTo>
                  <a:pt x="265552" y="131841"/>
                </a:lnTo>
                <a:lnTo>
                  <a:pt x="258202" y="128470"/>
                </a:lnTo>
                <a:lnTo>
                  <a:pt x="247919" y="126634"/>
                </a:lnTo>
                <a:lnTo>
                  <a:pt x="244348" y="126289"/>
                </a:lnTo>
                <a:close/>
              </a:path>
            </a:pathLst>
          </a:custGeom>
          <a:solidFill>
            <a:srgbClr val="231F20">
              <a:alpha val="58998"/>
            </a:srgbClr>
          </a:solidFill>
        </p:spPr>
        <p:txBody>
          <a:bodyPr wrap="square" lIns="0" tIns="0" rIns="0" bIns="0" rtlCol="0"/>
          <a:lstStyle/>
          <a:p>
            <a:endParaRPr/>
          </a:p>
        </p:txBody>
      </p:sp>
      <p:sp>
        <p:nvSpPr>
          <p:cNvPr id="41" name="bk object 41"/>
          <p:cNvSpPr/>
          <p:nvPr/>
        </p:nvSpPr>
        <p:spPr>
          <a:xfrm>
            <a:off x="8175351" y="4791732"/>
            <a:ext cx="229235" cy="376555"/>
          </a:xfrm>
          <a:custGeom>
            <a:avLst/>
            <a:gdLst/>
            <a:ahLst/>
            <a:cxnLst/>
            <a:rect l="l" t="t" r="r" b="b"/>
            <a:pathLst>
              <a:path w="229234" h="376554">
                <a:moveTo>
                  <a:pt x="142952" y="73402"/>
                </a:moveTo>
                <a:lnTo>
                  <a:pt x="98300" y="73402"/>
                </a:lnTo>
                <a:lnTo>
                  <a:pt x="97366" y="91336"/>
                </a:lnTo>
                <a:lnTo>
                  <a:pt x="96698" y="120023"/>
                </a:lnTo>
                <a:lnTo>
                  <a:pt x="96298" y="159461"/>
                </a:lnTo>
                <a:lnTo>
                  <a:pt x="96164" y="209649"/>
                </a:lnTo>
                <a:lnTo>
                  <a:pt x="96644" y="262828"/>
                </a:lnTo>
                <a:lnTo>
                  <a:pt x="97565" y="304287"/>
                </a:lnTo>
                <a:lnTo>
                  <a:pt x="100708" y="352042"/>
                </a:lnTo>
                <a:lnTo>
                  <a:pt x="119137" y="376345"/>
                </a:lnTo>
                <a:lnTo>
                  <a:pt x="125380" y="374743"/>
                </a:lnTo>
                <a:lnTo>
                  <a:pt x="139443" y="318249"/>
                </a:lnTo>
                <a:lnTo>
                  <a:pt x="139985" y="231554"/>
                </a:lnTo>
                <a:lnTo>
                  <a:pt x="140414" y="175359"/>
                </a:lnTo>
                <a:lnTo>
                  <a:pt x="141181" y="127507"/>
                </a:lnTo>
                <a:lnTo>
                  <a:pt x="142282" y="88000"/>
                </a:lnTo>
                <a:lnTo>
                  <a:pt x="142952" y="73402"/>
                </a:lnTo>
                <a:close/>
              </a:path>
              <a:path w="229234" h="376554">
                <a:moveTo>
                  <a:pt x="201194" y="0"/>
                </a:moveTo>
                <a:lnTo>
                  <a:pt x="160153" y="6480"/>
                </a:lnTo>
                <a:lnTo>
                  <a:pt x="98845" y="22105"/>
                </a:lnTo>
                <a:lnTo>
                  <a:pt x="41400" y="38273"/>
                </a:lnTo>
                <a:lnTo>
                  <a:pt x="2303" y="51852"/>
                </a:lnTo>
                <a:lnTo>
                  <a:pt x="0" y="55957"/>
                </a:lnTo>
                <a:lnTo>
                  <a:pt x="0" y="68784"/>
                </a:lnTo>
                <a:lnTo>
                  <a:pt x="36323" y="90501"/>
                </a:lnTo>
                <a:lnTo>
                  <a:pt x="50752" y="85823"/>
                </a:lnTo>
                <a:lnTo>
                  <a:pt x="76463" y="77907"/>
                </a:lnTo>
                <a:lnTo>
                  <a:pt x="85746" y="75404"/>
                </a:lnTo>
                <a:lnTo>
                  <a:pt x="93025" y="73902"/>
                </a:lnTo>
                <a:lnTo>
                  <a:pt x="98300" y="73402"/>
                </a:lnTo>
                <a:lnTo>
                  <a:pt x="142952" y="73402"/>
                </a:lnTo>
                <a:lnTo>
                  <a:pt x="143712" y="56837"/>
                </a:lnTo>
                <a:lnTo>
                  <a:pt x="191816" y="45088"/>
                </a:lnTo>
                <a:lnTo>
                  <a:pt x="227605" y="29947"/>
                </a:lnTo>
                <a:lnTo>
                  <a:pt x="228673" y="27099"/>
                </a:lnTo>
                <a:lnTo>
                  <a:pt x="228673" y="17833"/>
                </a:lnTo>
                <a:lnTo>
                  <a:pt x="225291" y="11948"/>
                </a:lnTo>
                <a:lnTo>
                  <a:pt x="218527" y="6618"/>
                </a:lnTo>
                <a:lnTo>
                  <a:pt x="213214" y="3208"/>
                </a:lnTo>
                <a:lnTo>
                  <a:pt x="207437" y="1002"/>
                </a:lnTo>
                <a:lnTo>
                  <a:pt x="201194" y="0"/>
                </a:lnTo>
                <a:close/>
              </a:path>
            </a:pathLst>
          </a:custGeom>
          <a:solidFill>
            <a:srgbClr val="231F20">
              <a:alpha val="58998"/>
            </a:srgbClr>
          </a:solidFill>
        </p:spPr>
        <p:txBody>
          <a:bodyPr wrap="square" lIns="0" tIns="0" rIns="0" bIns="0" rtlCol="0"/>
          <a:lstStyle/>
          <a:p>
            <a:endParaRPr/>
          </a:p>
        </p:txBody>
      </p:sp>
      <p:sp>
        <p:nvSpPr>
          <p:cNvPr id="42" name="bk object 42"/>
          <p:cNvSpPr/>
          <p:nvPr/>
        </p:nvSpPr>
        <p:spPr>
          <a:xfrm>
            <a:off x="8390670" y="4796744"/>
            <a:ext cx="215265" cy="374015"/>
          </a:xfrm>
          <a:custGeom>
            <a:avLst/>
            <a:gdLst/>
            <a:ahLst/>
            <a:cxnLst/>
            <a:rect l="l" t="t" r="r" b="b"/>
            <a:pathLst>
              <a:path w="215265" h="374014">
                <a:moveTo>
                  <a:pt x="138452" y="72667"/>
                </a:moveTo>
                <a:lnTo>
                  <a:pt x="96709" y="72667"/>
                </a:lnTo>
                <a:lnTo>
                  <a:pt x="99315" y="110261"/>
                </a:lnTo>
                <a:lnTo>
                  <a:pt x="100724" y="152941"/>
                </a:lnTo>
                <a:lnTo>
                  <a:pt x="100938" y="200707"/>
                </a:lnTo>
                <a:lnTo>
                  <a:pt x="99955" y="253559"/>
                </a:lnTo>
                <a:lnTo>
                  <a:pt x="97777" y="311498"/>
                </a:lnTo>
                <a:lnTo>
                  <a:pt x="45409" y="330602"/>
                </a:lnTo>
                <a:lnTo>
                  <a:pt x="12282" y="341947"/>
                </a:lnTo>
                <a:lnTo>
                  <a:pt x="10858" y="346586"/>
                </a:lnTo>
                <a:lnTo>
                  <a:pt x="10183" y="351036"/>
                </a:lnTo>
                <a:lnTo>
                  <a:pt x="10156" y="365109"/>
                </a:lnTo>
                <a:lnTo>
                  <a:pt x="13360" y="369737"/>
                </a:lnTo>
                <a:lnTo>
                  <a:pt x="19769" y="369737"/>
                </a:lnTo>
                <a:lnTo>
                  <a:pt x="26177" y="372585"/>
                </a:lnTo>
                <a:lnTo>
                  <a:pt x="30805" y="373831"/>
                </a:lnTo>
                <a:lnTo>
                  <a:pt x="33663" y="373475"/>
                </a:lnTo>
                <a:lnTo>
                  <a:pt x="37925" y="373119"/>
                </a:lnTo>
                <a:lnTo>
                  <a:pt x="90964" y="359354"/>
                </a:lnTo>
                <a:lnTo>
                  <a:pt x="138415" y="340721"/>
                </a:lnTo>
                <a:lnTo>
                  <a:pt x="158818" y="332741"/>
                </a:lnTo>
                <a:lnTo>
                  <a:pt x="173946" y="327097"/>
                </a:lnTo>
                <a:lnTo>
                  <a:pt x="183795" y="323791"/>
                </a:lnTo>
                <a:lnTo>
                  <a:pt x="184151" y="323445"/>
                </a:lnTo>
                <a:lnTo>
                  <a:pt x="188790" y="320231"/>
                </a:lnTo>
                <a:lnTo>
                  <a:pt x="197690" y="314178"/>
                </a:lnTo>
                <a:lnTo>
                  <a:pt x="202674" y="310618"/>
                </a:lnTo>
                <a:lnTo>
                  <a:pt x="205344" y="306158"/>
                </a:lnTo>
                <a:lnTo>
                  <a:pt x="205700" y="300807"/>
                </a:lnTo>
                <a:lnTo>
                  <a:pt x="200922" y="294399"/>
                </a:lnTo>
                <a:lnTo>
                  <a:pt x="142655" y="294399"/>
                </a:lnTo>
                <a:lnTo>
                  <a:pt x="143823" y="276168"/>
                </a:lnTo>
                <a:lnTo>
                  <a:pt x="144657" y="257802"/>
                </a:lnTo>
                <a:lnTo>
                  <a:pt x="145158" y="239301"/>
                </a:lnTo>
                <a:lnTo>
                  <a:pt x="145325" y="220663"/>
                </a:lnTo>
                <a:lnTo>
                  <a:pt x="144858" y="191414"/>
                </a:lnTo>
                <a:lnTo>
                  <a:pt x="143456" y="155483"/>
                </a:lnTo>
                <a:lnTo>
                  <a:pt x="141120" y="112871"/>
                </a:lnTo>
                <a:lnTo>
                  <a:pt x="138452" y="72667"/>
                </a:lnTo>
                <a:close/>
              </a:path>
              <a:path w="215265" h="374014">
                <a:moveTo>
                  <a:pt x="185585" y="284075"/>
                </a:moveTo>
                <a:lnTo>
                  <a:pt x="169555" y="285143"/>
                </a:lnTo>
                <a:lnTo>
                  <a:pt x="164560" y="286389"/>
                </a:lnTo>
                <a:lnTo>
                  <a:pt x="160288" y="288525"/>
                </a:lnTo>
                <a:lnTo>
                  <a:pt x="154948" y="291383"/>
                </a:lnTo>
                <a:lnTo>
                  <a:pt x="149073" y="293331"/>
                </a:lnTo>
                <a:lnTo>
                  <a:pt x="142655" y="294399"/>
                </a:lnTo>
                <a:lnTo>
                  <a:pt x="200922" y="294399"/>
                </a:lnTo>
                <a:lnTo>
                  <a:pt x="199470" y="292451"/>
                </a:lnTo>
                <a:lnTo>
                  <a:pt x="196622" y="288525"/>
                </a:lnTo>
                <a:lnTo>
                  <a:pt x="192706" y="285321"/>
                </a:lnTo>
                <a:lnTo>
                  <a:pt x="185585" y="284075"/>
                </a:lnTo>
                <a:close/>
              </a:path>
              <a:path w="215265" h="374014">
                <a:moveTo>
                  <a:pt x="191460" y="0"/>
                </a:moveTo>
                <a:lnTo>
                  <a:pt x="178989" y="0"/>
                </a:lnTo>
                <a:lnTo>
                  <a:pt x="175073" y="712"/>
                </a:lnTo>
                <a:lnTo>
                  <a:pt x="171513" y="2136"/>
                </a:lnTo>
                <a:lnTo>
                  <a:pt x="126894" y="16166"/>
                </a:lnTo>
                <a:lnTo>
                  <a:pt x="83883" y="30458"/>
                </a:lnTo>
                <a:lnTo>
                  <a:pt x="42476" y="45015"/>
                </a:lnTo>
                <a:lnTo>
                  <a:pt x="2670" y="59841"/>
                </a:lnTo>
                <a:lnTo>
                  <a:pt x="0" y="75694"/>
                </a:lnTo>
                <a:lnTo>
                  <a:pt x="0" y="83882"/>
                </a:lnTo>
                <a:lnTo>
                  <a:pt x="34197" y="91902"/>
                </a:lnTo>
                <a:lnTo>
                  <a:pt x="57335" y="84086"/>
                </a:lnTo>
                <a:lnTo>
                  <a:pt x="75466" y="78276"/>
                </a:lnTo>
                <a:lnTo>
                  <a:pt x="88590" y="74470"/>
                </a:lnTo>
                <a:lnTo>
                  <a:pt x="96709" y="72667"/>
                </a:lnTo>
                <a:lnTo>
                  <a:pt x="138452" y="72667"/>
                </a:lnTo>
                <a:lnTo>
                  <a:pt x="137849" y="63579"/>
                </a:lnTo>
                <a:lnTo>
                  <a:pt x="180827" y="48657"/>
                </a:lnTo>
                <a:lnTo>
                  <a:pt x="214789" y="27601"/>
                </a:lnTo>
                <a:lnTo>
                  <a:pt x="214789" y="15140"/>
                </a:lnTo>
                <a:lnTo>
                  <a:pt x="211585" y="10240"/>
                </a:lnTo>
                <a:lnTo>
                  <a:pt x="198758" y="2052"/>
                </a:lnTo>
                <a:lnTo>
                  <a:pt x="191460" y="0"/>
                </a:lnTo>
                <a:close/>
              </a:path>
            </a:pathLst>
          </a:custGeom>
          <a:solidFill>
            <a:srgbClr val="231F20">
              <a:alpha val="58998"/>
            </a:srgbClr>
          </a:solidFill>
        </p:spPr>
        <p:txBody>
          <a:bodyPr wrap="square" lIns="0" tIns="0" rIns="0" bIns="0" rtlCol="0"/>
          <a:lstStyle/>
          <a:p>
            <a:endParaRPr/>
          </a:p>
        </p:txBody>
      </p:sp>
      <p:sp>
        <p:nvSpPr>
          <p:cNvPr id="43" name="bk object 43"/>
          <p:cNvSpPr/>
          <p:nvPr/>
        </p:nvSpPr>
        <p:spPr>
          <a:xfrm>
            <a:off x="8645525" y="4792647"/>
            <a:ext cx="276860" cy="376555"/>
          </a:xfrm>
          <a:custGeom>
            <a:avLst/>
            <a:gdLst/>
            <a:ahLst/>
            <a:cxnLst/>
            <a:rect l="l" t="t" r="r" b="b"/>
            <a:pathLst>
              <a:path w="276859" h="376554">
                <a:moveTo>
                  <a:pt x="149964" y="0"/>
                </a:moveTo>
                <a:lnTo>
                  <a:pt x="142477" y="0"/>
                </a:lnTo>
                <a:lnTo>
                  <a:pt x="135713" y="1424"/>
                </a:lnTo>
                <a:lnTo>
                  <a:pt x="85752" y="41363"/>
                </a:lnTo>
                <a:lnTo>
                  <a:pt x="43810" y="102405"/>
                </a:lnTo>
                <a:lnTo>
                  <a:pt x="18029" y="163052"/>
                </a:lnTo>
                <a:lnTo>
                  <a:pt x="534" y="233500"/>
                </a:lnTo>
                <a:lnTo>
                  <a:pt x="0" y="239186"/>
                </a:lnTo>
                <a:lnTo>
                  <a:pt x="0" y="245594"/>
                </a:lnTo>
                <a:lnTo>
                  <a:pt x="4806" y="283872"/>
                </a:lnTo>
                <a:lnTo>
                  <a:pt x="19498" y="323207"/>
                </a:lnTo>
                <a:lnTo>
                  <a:pt x="48501" y="357677"/>
                </a:lnTo>
                <a:lnTo>
                  <a:pt x="82814" y="375978"/>
                </a:lnTo>
                <a:lnTo>
                  <a:pt x="112206" y="375978"/>
                </a:lnTo>
                <a:lnTo>
                  <a:pt x="138517" y="371403"/>
                </a:lnTo>
                <a:lnTo>
                  <a:pt x="166750" y="357641"/>
                </a:lnTo>
                <a:lnTo>
                  <a:pt x="196759" y="334799"/>
                </a:lnTo>
                <a:lnTo>
                  <a:pt x="197263" y="334293"/>
                </a:lnTo>
                <a:lnTo>
                  <a:pt x="91368" y="334293"/>
                </a:lnTo>
                <a:lnTo>
                  <a:pt x="72097" y="330186"/>
                </a:lnTo>
                <a:lnTo>
                  <a:pt x="58102" y="317864"/>
                </a:lnTo>
                <a:lnTo>
                  <a:pt x="49385" y="297328"/>
                </a:lnTo>
                <a:lnTo>
                  <a:pt x="45946" y="268578"/>
                </a:lnTo>
                <a:lnTo>
                  <a:pt x="47367" y="234434"/>
                </a:lnTo>
                <a:lnTo>
                  <a:pt x="65138" y="164839"/>
                </a:lnTo>
                <a:lnTo>
                  <a:pt x="81484" y="129388"/>
                </a:lnTo>
                <a:lnTo>
                  <a:pt x="120286" y="75221"/>
                </a:lnTo>
                <a:lnTo>
                  <a:pt x="161366" y="55380"/>
                </a:lnTo>
                <a:lnTo>
                  <a:pt x="167062" y="55034"/>
                </a:lnTo>
                <a:lnTo>
                  <a:pt x="236252" y="55034"/>
                </a:lnTo>
                <a:lnTo>
                  <a:pt x="209044" y="29609"/>
                </a:lnTo>
                <a:lnTo>
                  <a:pt x="158152" y="1424"/>
                </a:lnTo>
                <a:lnTo>
                  <a:pt x="149964" y="0"/>
                </a:lnTo>
                <a:close/>
              </a:path>
              <a:path w="276859" h="376554">
                <a:moveTo>
                  <a:pt x="236252" y="55034"/>
                </a:moveTo>
                <a:lnTo>
                  <a:pt x="167062" y="55034"/>
                </a:lnTo>
                <a:lnTo>
                  <a:pt x="174183" y="56459"/>
                </a:lnTo>
                <a:lnTo>
                  <a:pt x="182737" y="59663"/>
                </a:lnTo>
                <a:lnTo>
                  <a:pt x="189146" y="62155"/>
                </a:lnTo>
                <a:lnTo>
                  <a:pt x="193062" y="64123"/>
                </a:lnTo>
                <a:lnTo>
                  <a:pt x="194496" y="65537"/>
                </a:lnTo>
                <a:lnTo>
                  <a:pt x="205312" y="75328"/>
                </a:lnTo>
                <a:lnTo>
                  <a:pt x="230286" y="112156"/>
                </a:lnTo>
                <a:lnTo>
                  <a:pt x="233194" y="159312"/>
                </a:lnTo>
                <a:lnTo>
                  <a:pt x="232292" y="177213"/>
                </a:lnTo>
                <a:lnTo>
                  <a:pt x="221135" y="220192"/>
                </a:lnTo>
                <a:lnTo>
                  <a:pt x="205742" y="256921"/>
                </a:lnTo>
                <a:lnTo>
                  <a:pt x="180601" y="288881"/>
                </a:lnTo>
                <a:lnTo>
                  <a:pt x="149236" y="315325"/>
                </a:lnTo>
                <a:lnTo>
                  <a:pt x="104255" y="333458"/>
                </a:lnTo>
                <a:lnTo>
                  <a:pt x="91368" y="334293"/>
                </a:lnTo>
                <a:lnTo>
                  <a:pt x="197263" y="334293"/>
                </a:lnTo>
                <a:lnTo>
                  <a:pt x="228684" y="302765"/>
                </a:lnTo>
                <a:lnTo>
                  <a:pt x="251123" y="270049"/>
                </a:lnTo>
                <a:lnTo>
                  <a:pt x="267154" y="228506"/>
                </a:lnTo>
                <a:lnTo>
                  <a:pt x="274898" y="189898"/>
                </a:lnTo>
                <a:lnTo>
                  <a:pt x="276776" y="151032"/>
                </a:lnTo>
                <a:lnTo>
                  <a:pt x="268356" y="104411"/>
                </a:lnTo>
                <a:lnTo>
                  <a:pt x="245779" y="63937"/>
                </a:lnTo>
                <a:lnTo>
                  <a:pt x="236252" y="55034"/>
                </a:lnTo>
                <a:close/>
              </a:path>
            </a:pathLst>
          </a:custGeom>
          <a:solidFill>
            <a:srgbClr val="231F20">
              <a:alpha val="58998"/>
            </a:srgbClr>
          </a:solidFill>
        </p:spPr>
        <p:txBody>
          <a:bodyPr wrap="square" lIns="0" tIns="0" rIns="0" bIns="0" rtlCol="0"/>
          <a:lstStyle/>
          <a:p>
            <a:endParaRPr/>
          </a:p>
        </p:txBody>
      </p:sp>
      <p:sp>
        <p:nvSpPr>
          <p:cNvPr id="44" name="bk object 44"/>
          <p:cNvSpPr/>
          <p:nvPr/>
        </p:nvSpPr>
        <p:spPr>
          <a:xfrm>
            <a:off x="8977298" y="4791934"/>
            <a:ext cx="273685" cy="381000"/>
          </a:xfrm>
          <a:custGeom>
            <a:avLst/>
            <a:gdLst/>
            <a:ahLst/>
            <a:cxnLst/>
            <a:rect l="l" t="t" r="r" b="b"/>
            <a:pathLst>
              <a:path w="273684" h="381000">
                <a:moveTo>
                  <a:pt x="26558" y="0"/>
                </a:moveTo>
                <a:lnTo>
                  <a:pt x="21940" y="0"/>
                </a:lnTo>
                <a:lnTo>
                  <a:pt x="12754" y="1236"/>
                </a:lnTo>
                <a:lnTo>
                  <a:pt x="6040" y="4944"/>
                </a:lnTo>
                <a:lnTo>
                  <a:pt x="1800" y="11123"/>
                </a:lnTo>
                <a:lnTo>
                  <a:pt x="35" y="19769"/>
                </a:lnTo>
                <a:lnTo>
                  <a:pt x="0" y="26045"/>
                </a:lnTo>
                <a:lnTo>
                  <a:pt x="297" y="32056"/>
                </a:lnTo>
                <a:lnTo>
                  <a:pt x="1027" y="39803"/>
                </a:lnTo>
                <a:lnTo>
                  <a:pt x="2160" y="48616"/>
                </a:lnTo>
                <a:lnTo>
                  <a:pt x="3335" y="58040"/>
                </a:lnTo>
                <a:lnTo>
                  <a:pt x="4172" y="65990"/>
                </a:lnTo>
                <a:lnTo>
                  <a:pt x="4647" y="72123"/>
                </a:lnTo>
                <a:lnTo>
                  <a:pt x="4771" y="85924"/>
                </a:lnTo>
                <a:lnTo>
                  <a:pt x="4607" y="105558"/>
                </a:lnTo>
                <a:lnTo>
                  <a:pt x="4487" y="125827"/>
                </a:lnTo>
                <a:lnTo>
                  <a:pt x="4380" y="195720"/>
                </a:lnTo>
                <a:lnTo>
                  <a:pt x="6043" y="261142"/>
                </a:lnTo>
                <a:lnTo>
                  <a:pt x="8212" y="304524"/>
                </a:lnTo>
                <a:lnTo>
                  <a:pt x="11249" y="353182"/>
                </a:lnTo>
                <a:lnTo>
                  <a:pt x="31730" y="380595"/>
                </a:lnTo>
                <a:lnTo>
                  <a:pt x="38505" y="379894"/>
                </a:lnTo>
                <a:lnTo>
                  <a:pt x="52923" y="342670"/>
                </a:lnTo>
                <a:lnTo>
                  <a:pt x="52211" y="337508"/>
                </a:lnTo>
                <a:lnTo>
                  <a:pt x="50787" y="337141"/>
                </a:lnTo>
                <a:lnTo>
                  <a:pt x="51421" y="305756"/>
                </a:lnTo>
                <a:lnTo>
                  <a:pt x="50654" y="271428"/>
                </a:lnTo>
                <a:lnTo>
                  <a:pt x="48484" y="234160"/>
                </a:lnTo>
                <a:lnTo>
                  <a:pt x="44913" y="193952"/>
                </a:lnTo>
                <a:lnTo>
                  <a:pt x="45040" y="125827"/>
                </a:lnTo>
                <a:lnTo>
                  <a:pt x="45147" y="116109"/>
                </a:lnTo>
                <a:lnTo>
                  <a:pt x="45848" y="98979"/>
                </a:lnTo>
                <a:lnTo>
                  <a:pt x="47016" y="85924"/>
                </a:lnTo>
                <a:lnTo>
                  <a:pt x="48651" y="76940"/>
                </a:lnTo>
                <a:lnTo>
                  <a:pt x="93471" y="76940"/>
                </a:lnTo>
                <a:lnTo>
                  <a:pt x="80414" y="55002"/>
                </a:lnTo>
                <a:lnTo>
                  <a:pt x="63481" y="30857"/>
                </a:lnTo>
                <a:lnTo>
                  <a:pt x="48083" y="13592"/>
                </a:lnTo>
                <a:lnTo>
                  <a:pt x="34222" y="3204"/>
                </a:lnTo>
                <a:lnTo>
                  <a:pt x="30662" y="1068"/>
                </a:lnTo>
                <a:lnTo>
                  <a:pt x="26558" y="0"/>
                </a:lnTo>
                <a:close/>
              </a:path>
              <a:path w="273684" h="381000">
                <a:moveTo>
                  <a:pt x="93471" y="76940"/>
                </a:moveTo>
                <a:lnTo>
                  <a:pt x="48651" y="76940"/>
                </a:lnTo>
                <a:lnTo>
                  <a:pt x="60435" y="97042"/>
                </a:lnTo>
                <a:lnTo>
                  <a:pt x="76029" y="125827"/>
                </a:lnTo>
                <a:lnTo>
                  <a:pt x="95433" y="163295"/>
                </a:lnTo>
                <a:lnTo>
                  <a:pt x="118649" y="209449"/>
                </a:lnTo>
                <a:lnTo>
                  <a:pt x="139417" y="249622"/>
                </a:lnTo>
                <a:lnTo>
                  <a:pt x="160586" y="286788"/>
                </a:lnTo>
                <a:lnTo>
                  <a:pt x="182158" y="320948"/>
                </a:lnTo>
                <a:lnTo>
                  <a:pt x="204133" y="352104"/>
                </a:lnTo>
                <a:lnTo>
                  <a:pt x="235221" y="376045"/>
                </a:lnTo>
                <a:lnTo>
                  <a:pt x="243137" y="376679"/>
                </a:lnTo>
                <a:lnTo>
                  <a:pt x="251350" y="375778"/>
                </a:lnTo>
                <a:lnTo>
                  <a:pt x="271052" y="322587"/>
                </a:lnTo>
                <a:lnTo>
                  <a:pt x="271157" y="320587"/>
                </a:lnTo>
                <a:lnTo>
                  <a:pt x="222300" y="320587"/>
                </a:lnTo>
                <a:lnTo>
                  <a:pt x="211483" y="305357"/>
                </a:lnTo>
                <a:lnTo>
                  <a:pt x="198258" y="283182"/>
                </a:lnTo>
                <a:lnTo>
                  <a:pt x="182628" y="254060"/>
                </a:lnTo>
                <a:lnTo>
                  <a:pt x="164595" y="217993"/>
                </a:lnTo>
                <a:lnTo>
                  <a:pt x="141052" y="169676"/>
                </a:lnTo>
                <a:lnTo>
                  <a:pt x="122251" y="131577"/>
                </a:lnTo>
                <a:lnTo>
                  <a:pt x="108194" y="103694"/>
                </a:lnTo>
                <a:lnTo>
                  <a:pt x="98818" y="85924"/>
                </a:lnTo>
                <a:lnTo>
                  <a:pt x="93471" y="76940"/>
                </a:lnTo>
                <a:close/>
              </a:path>
              <a:path w="273684" h="381000">
                <a:moveTo>
                  <a:pt x="237441" y="2670"/>
                </a:moveTo>
                <a:lnTo>
                  <a:pt x="227463" y="2670"/>
                </a:lnTo>
                <a:lnTo>
                  <a:pt x="222478" y="8732"/>
                </a:lnTo>
                <a:lnTo>
                  <a:pt x="218562" y="20837"/>
                </a:lnTo>
                <a:lnTo>
                  <a:pt x="218763" y="26045"/>
                </a:lnTo>
                <a:lnTo>
                  <a:pt x="219363" y="32056"/>
                </a:lnTo>
                <a:lnTo>
                  <a:pt x="220365" y="38868"/>
                </a:lnTo>
                <a:lnTo>
                  <a:pt x="221766" y="46480"/>
                </a:lnTo>
                <a:lnTo>
                  <a:pt x="223202" y="55103"/>
                </a:lnTo>
                <a:lnTo>
                  <a:pt x="227407" y="111797"/>
                </a:lnTo>
                <a:lnTo>
                  <a:pt x="227674" y="163295"/>
                </a:lnTo>
                <a:lnTo>
                  <a:pt x="226606" y="212782"/>
                </a:lnTo>
                <a:lnTo>
                  <a:pt x="223902" y="274096"/>
                </a:lnTo>
                <a:lnTo>
                  <a:pt x="222300" y="320587"/>
                </a:lnTo>
                <a:lnTo>
                  <a:pt x="271157" y="320587"/>
                </a:lnTo>
                <a:lnTo>
                  <a:pt x="272690" y="291429"/>
                </a:lnTo>
                <a:lnTo>
                  <a:pt x="273574" y="253698"/>
                </a:lnTo>
                <a:lnTo>
                  <a:pt x="273359" y="253698"/>
                </a:lnTo>
                <a:lnTo>
                  <a:pt x="273193" y="234694"/>
                </a:lnTo>
                <a:lnTo>
                  <a:pt x="273075" y="158683"/>
                </a:lnTo>
                <a:lnTo>
                  <a:pt x="272195" y="100352"/>
                </a:lnTo>
                <a:lnTo>
                  <a:pt x="265249" y="46118"/>
                </a:lnTo>
                <a:lnTo>
                  <a:pt x="248478" y="11748"/>
                </a:lnTo>
                <a:lnTo>
                  <a:pt x="242415" y="5706"/>
                </a:lnTo>
                <a:lnTo>
                  <a:pt x="237441" y="2670"/>
                </a:lnTo>
                <a:close/>
              </a:path>
              <a:path w="273684" h="381000">
                <a:moveTo>
                  <a:pt x="273597" y="252725"/>
                </a:moveTo>
                <a:lnTo>
                  <a:pt x="273359" y="253698"/>
                </a:lnTo>
                <a:lnTo>
                  <a:pt x="273574" y="253698"/>
                </a:lnTo>
                <a:lnTo>
                  <a:pt x="273597" y="252725"/>
                </a:lnTo>
                <a:close/>
              </a:path>
            </a:pathLst>
          </a:custGeom>
          <a:solidFill>
            <a:srgbClr val="231F20">
              <a:alpha val="58998"/>
            </a:srgbClr>
          </a:solidFill>
        </p:spPr>
        <p:txBody>
          <a:bodyPr wrap="square" lIns="0" tIns="0" rIns="0" bIns="0" rtlCol="0"/>
          <a:lstStyle/>
          <a:p>
            <a:endParaRPr/>
          </a:p>
        </p:txBody>
      </p:sp>
      <p:sp>
        <p:nvSpPr>
          <p:cNvPr id="45" name="bk object 45"/>
          <p:cNvSpPr/>
          <p:nvPr/>
        </p:nvSpPr>
        <p:spPr>
          <a:xfrm>
            <a:off x="5726513" y="6587331"/>
            <a:ext cx="417830" cy="377190"/>
          </a:xfrm>
          <a:custGeom>
            <a:avLst/>
            <a:gdLst/>
            <a:ahLst/>
            <a:cxnLst/>
            <a:rect l="l" t="t" r="r" b="b"/>
            <a:pathLst>
              <a:path w="417829" h="377190">
                <a:moveTo>
                  <a:pt x="145819" y="49160"/>
                </a:moveTo>
                <a:lnTo>
                  <a:pt x="96887" y="49160"/>
                </a:lnTo>
                <a:lnTo>
                  <a:pt x="99379" y="49694"/>
                </a:lnTo>
                <a:lnTo>
                  <a:pt x="101515" y="50752"/>
                </a:lnTo>
                <a:lnTo>
                  <a:pt x="106499" y="52553"/>
                </a:lnTo>
                <a:lnTo>
                  <a:pt x="108905" y="55303"/>
                </a:lnTo>
                <a:lnTo>
                  <a:pt x="108871" y="60385"/>
                </a:lnTo>
                <a:lnTo>
                  <a:pt x="107953" y="68662"/>
                </a:lnTo>
                <a:lnTo>
                  <a:pt x="107567" y="73924"/>
                </a:lnTo>
                <a:lnTo>
                  <a:pt x="107567" y="79086"/>
                </a:lnTo>
                <a:lnTo>
                  <a:pt x="107939" y="84793"/>
                </a:lnTo>
                <a:lnTo>
                  <a:pt x="108390" y="95012"/>
                </a:lnTo>
                <a:lnTo>
                  <a:pt x="107322" y="150846"/>
                </a:lnTo>
                <a:lnTo>
                  <a:pt x="105787" y="196088"/>
                </a:lnTo>
                <a:lnTo>
                  <a:pt x="103713" y="242546"/>
                </a:lnTo>
                <a:lnTo>
                  <a:pt x="99978" y="303189"/>
                </a:lnTo>
                <a:lnTo>
                  <a:pt x="62076" y="321189"/>
                </a:lnTo>
                <a:lnTo>
                  <a:pt x="34057" y="325664"/>
                </a:lnTo>
                <a:lnTo>
                  <a:pt x="104" y="349434"/>
                </a:lnTo>
                <a:lnTo>
                  <a:pt x="0" y="361559"/>
                </a:lnTo>
                <a:lnTo>
                  <a:pt x="4094" y="367967"/>
                </a:lnTo>
                <a:lnTo>
                  <a:pt x="12282" y="374009"/>
                </a:lnTo>
                <a:lnTo>
                  <a:pt x="18690" y="375800"/>
                </a:lnTo>
                <a:lnTo>
                  <a:pt x="26711" y="376690"/>
                </a:lnTo>
                <a:lnTo>
                  <a:pt x="36323" y="376690"/>
                </a:lnTo>
                <a:lnTo>
                  <a:pt x="94563" y="369878"/>
                </a:lnTo>
                <a:lnTo>
                  <a:pt x="172036" y="349434"/>
                </a:lnTo>
                <a:lnTo>
                  <a:pt x="239496" y="325797"/>
                </a:lnTo>
                <a:lnTo>
                  <a:pt x="284324" y="306168"/>
                </a:lnTo>
                <a:lnTo>
                  <a:pt x="139985" y="306168"/>
                </a:lnTo>
                <a:lnTo>
                  <a:pt x="136781" y="305446"/>
                </a:lnTo>
                <a:lnTo>
                  <a:pt x="135179" y="301886"/>
                </a:lnTo>
                <a:lnTo>
                  <a:pt x="135221" y="291067"/>
                </a:lnTo>
                <a:lnTo>
                  <a:pt x="135357" y="288357"/>
                </a:lnTo>
                <a:lnTo>
                  <a:pt x="135636" y="285556"/>
                </a:lnTo>
                <a:lnTo>
                  <a:pt x="135555" y="278245"/>
                </a:lnTo>
                <a:lnTo>
                  <a:pt x="135110" y="259806"/>
                </a:lnTo>
                <a:lnTo>
                  <a:pt x="135876" y="222898"/>
                </a:lnTo>
                <a:lnTo>
                  <a:pt x="138012" y="174062"/>
                </a:lnTo>
                <a:lnTo>
                  <a:pt x="141518" y="113298"/>
                </a:lnTo>
                <a:lnTo>
                  <a:pt x="145819" y="49160"/>
                </a:lnTo>
                <a:close/>
              </a:path>
              <a:path w="417829" h="377190">
                <a:moveTo>
                  <a:pt x="351934" y="40606"/>
                </a:moveTo>
                <a:lnTo>
                  <a:pt x="146393" y="40606"/>
                </a:lnTo>
                <a:lnTo>
                  <a:pt x="228150" y="48626"/>
                </a:lnTo>
                <a:lnTo>
                  <a:pt x="249084" y="51230"/>
                </a:lnTo>
                <a:lnTo>
                  <a:pt x="269152" y="55303"/>
                </a:lnTo>
                <a:lnTo>
                  <a:pt x="288354" y="60846"/>
                </a:lnTo>
                <a:lnTo>
                  <a:pt x="306692" y="67861"/>
                </a:lnTo>
                <a:lnTo>
                  <a:pt x="319543" y="71172"/>
                </a:lnTo>
                <a:lnTo>
                  <a:pt x="355308" y="95107"/>
                </a:lnTo>
                <a:lnTo>
                  <a:pt x="374009" y="128236"/>
                </a:lnTo>
                <a:lnTo>
                  <a:pt x="369735" y="149611"/>
                </a:lnTo>
                <a:lnTo>
                  <a:pt x="349965" y="189148"/>
                </a:lnTo>
                <a:lnTo>
                  <a:pt x="319939" y="220604"/>
                </a:lnTo>
                <a:lnTo>
                  <a:pt x="279066" y="249991"/>
                </a:lnTo>
                <a:lnTo>
                  <a:pt x="243972" y="270831"/>
                </a:lnTo>
                <a:lnTo>
                  <a:pt x="202496" y="287457"/>
                </a:lnTo>
                <a:lnTo>
                  <a:pt x="149597" y="305624"/>
                </a:lnTo>
                <a:lnTo>
                  <a:pt x="139985" y="306168"/>
                </a:lnTo>
                <a:lnTo>
                  <a:pt x="284324" y="306168"/>
                </a:lnTo>
                <a:lnTo>
                  <a:pt x="316569" y="285556"/>
                </a:lnTo>
                <a:lnTo>
                  <a:pt x="356777" y="252997"/>
                </a:lnTo>
                <a:lnTo>
                  <a:pt x="396984" y="205878"/>
                </a:lnTo>
                <a:lnTo>
                  <a:pt x="414614" y="167673"/>
                </a:lnTo>
                <a:lnTo>
                  <a:pt x="417819" y="149073"/>
                </a:lnTo>
                <a:lnTo>
                  <a:pt x="417050" y="121925"/>
                </a:lnTo>
                <a:lnTo>
                  <a:pt x="398081" y="76242"/>
                </a:lnTo>
                <a:lnTo>
                  <a:pt x="368027" y="49459"/>
                </a:lnTo>
                <a:lnTo>
                  <a:pt x="352232" y="40744"/>
                </a:lnTo>
                <a:lnTo>
                  <a:pt x="351934" y="40606"/>
                </a:lnTo>
                <a:close/>
              </a:path>
              <a:path w="417829" h="377190">
                <a:moveTo>
                  <a:pt x="154592" y="0"/>
                </a:moveTo>
                <a:lnTo>
                  <a:pt x="145325" y="0"/>
                </a:lnTo>
                <a:lnTo>
                  <a:pt x="124952" y="569"/>
                </a:lnTo>
                <a:lnTo>
                  <a:pt x="85415" y="5115"/>
                </a:lnTo>
                <a:lnTo>
                  <a:pt x="45342" y="15002"/>
                </a:lnTo>
                <a:lnTo>
                  <a:pt x="1057" y="39538"/>
                </a:lnTo>
                <a:lnTo>
                  <a:pt x="1387" y="50752"/>
                </a:lnTo>
                <a:lnTo>
                  <a:pt x="29915" y="71065"/>
                </a:lnTo>
                <a:lnTo>
                  <a:pt x="32620" y="70598"/>
                </a:lnTo>
                <a:lnTo>
                  <a:pt x="38064" y="68662"/>
                </a:lnTo>
                <a:lnTo>
                  <a:pt x="46244" y="65258"/>
                </a:lnTo>
                <a:lnTo>
                  <a:pt x="57160" y="60385"/>
                </a:lnTo>
                <a:lnTo>
                  <a:pt x="68681" y="55473"/>
                </a:lnTo>
                <a:lnTo>
                  <a:pt x="78665" y="51965"/>
                </a:lnTo>
                <a:lnTo>
                  <a:pt x="87113" y="49861"/>
                </a:lnTo>
                <a:lnTo>
                  <a:pt x="94028" y="49160"/>
                </a:lnTo>
                <a:lnTo>
                  <a:pt x="145819" y="49160"/>
                </a:lnTo>
                <a:lnTo>
                  <a:pt x="146393" y="40606"/>
                </a:lnTo>
                <a:lnTo>
                  <a:pt x="351934" y="40606"/>
                </a:lnTo>
                <a:lnTo>
                  <a:pt x="332499" y="31562"/>
                </a:lnTo>
                <a:lnTo>
                  <a:pt x="295301" y="17576"/>
                </a:lnTo>
                <a:lnTo>
                  <a:pt x="256028" y="10096"/>
                </a:lnTo>
                <a:lnTo>
                  <a:pt x="212115" y="4778"/>
                </a:lnTo>
                <a:lnTo>
                  <a:pt x="170434" y="1068"/>
                </a:lnTo>
                <a:lnTo>
                  <a:pt x="162958" y="366"/>
                </a:lnTo>
                <a:lnTo>
                  <a:pt x="154592" y="0"/>
                </a:lnTo>
                <a:close/>
              </a:path>
            </a:pathLst>
          </a:custGeom>
          <a:solidFill>
            <a:srgbClr val="231F20">
              <a:alpha val="58998"/>
            </a:srgbClr>
          </a:solidFill>
        </p:spPr>
        <p:txBody>
          <a:bodyPr wrap="square" lIns="0" tIns="0" rIns="0" bIns="0" rtlCol="0"/>
          <a:lstStyle/>
          <a:p>
            <a:endParaRPr/>
          </a:p>
        </p:txBody>
      </p:sp>
      <p:sp>
        <p:nvSpPr>
          <p:cNvPr id="46" name="bk object 46"/>
          <p:cNvSpPr/>
          <p:nvPr/>
        </p:nvSpPr>
        <p:spPr>
          <a:xfrm>
            <a:off x="6188678" y="6590005"/>
            <a:ext cx="238760" cy="368935"/>
          </a:xfrm>
          <a:custGeom>
            <a:avLst/>
            <a:gdLst/>
            <a:ahLst/>
            <a:cxnLst/>
            <a:rect l="l" t="t" r="r" b="b"/>
            <a:pathLst>
              <a:path w="238760" h="368934">
                <a:moveTo>
                  <a:pt x="72211" y="222265"/>
                </a:moveTo>
                <a:lnTo>
                  <a:pt x="37936" y="222265"/>
                </a:lnTo>
                <a:lnTo>
                  <a:pt x="38999" y="249586"/>
                </a:lnTo>
                <a:lnTo>
                  <a:pt x="40306" y="277773"/>
                </a:lnTo>
                <a:lnTo>
                  <a:pt x="41138" y="293400"/>
                </a:lnTo>
                <a:lnTo>
                  <a:pt x="42201" y="309797"/>
                </a:lnTo>
                <a:lnTo>
                  <a:pt x="42208" y="310964"/>
                </a:lnTo>
                <a:lnTo>
                  <a:pt x="42386" y="312754"/>
                </a:lnTo>
                <a:lnTo>
                  <a:pt x="43098" y="317739"/>
                </a:lnTo>
                <a:lnTo>
                  <a:pt x="43258" y="319508"/>
                </a:lnTo>
                <a:lnTo>
                  <a:pt x="20837" y="338220"/>
                </a:lnTo>
                <a:lnTo>
                  <a:pt x="14774" y="341424"/>
                </a:lnTo>
                <a:lnTo>
                  <a:pt x="10502" y="344628"/>
                </a:lnTo>
                <a:lnTo>
                  <a:pt x="8010" y="347832"/>
                </a:lnTo>
                <a:lnTo>
                  <a:pt x="8722" y="356031"/>
                </a:lnTo>
                <a:lnTo>
                  <a:pt x="11402" y="361727"/>
                </a:lnTo>
                <a:lnTo>
                  <a:pt x="16030" y="364931"/>
                </a:lnTo>
                <a:lnTo>
                  <a:pt x="18166" y="365999"/>
                </a:lnTo>
                <a:lnTo>
                  <a:pt x="20303" y="367245"/>
                </a:lnTo>
                <a:lnTo>
                  <a:pt x="22439" y="368669"/>
                </a:lnTo>
                <a:lnTo>
                  <a:pt x="44344" y="368669"/>
                </a:lnTo>
                <a:lnTo>
                  <a:pt x="162895" y="332072"/>
                </a:lnTo>
                <a:lnTo>
                  <a:pt x="191009" y="322723"/>
                </a:lnTo>
                <a:lnTo>
                  <a:pt x="200005" y="319508"/>
                </a:lnTo>
                <a:lnTo>
                  <a:pt x="76406" y="319508"/>
                </a:lnTo>
                <a:lnTo>
                  <a:pt x="76305" y="304022"/>
                </a:lnTo>
                <a:lnTo>
                  <a:pt x="76204" y="300277"/>
                </a:lnTo>
                <a:lnTo>
                  <a:pt x="75557" y="288255"/>
                </a:lnTo>
                <a:lnTo>
                  <a:pt x="74437" y="273297"/>
                </a:lnTo>
                <a:lnTo>
                  <a:pt x="73485" y="261140"/>
                </a:lnTo>
                <a:lnTo>
                  <a:pt x="72733" y="249521"/>
                </a:lnTo>
                <a:lnTo>
                  <a:pt x="72283" y="239771"/>
                </a:lnTo>
                <a:lnTo>
                  <a:pt x="72133" y="231888"/>
                </a:lnTo>
                <a:lnTo>
                  <a:pt x="72211" y="222265"/>
                </a:lnTo>
                <a:close/>
              </a:path>
              <a:path w="238760" h="368934">
                <a:moveTo>
                  <a:pt x="210517" y="276232"/>
                </a:moveTo>
                <a:lnTo>
                  <a:pt x="174717" y="290131"/>
                </a:lnTo>
                <a:lnTo>
                  <a:pt x="133577" y="304022"/>
                </a:lnTo>
                <a:lnTo>
                  <a:pt x="86387" y="317543"/>
                </a:lnTo>
                <a:lnTo>
                  <a:pt x="76406" y="319508"/>
                </a:lnTo>
                <a:lnTo>
                  <a:pt x="200005" y="319508"/>
                </a:lnTo>
                <a:lnTo>
                  <a:pt x="214184" y="314441"/>
                </a:lnTo>
                <a:lnTo>
                  <a:pt x="232422" y="307226"/>
                </a:lnTo>
                <a:lnTo>
                  <a:pt x="236338" y="300818"/>
                </a:lnTo>
                <a:lnTo>
                  <a:pt x="238296" y="295467"/>
                </a:lnTo>
                <a:lnTo>
                  <a:pt x="238296" y="291195"/>
                </a:lnTo>
                <a:lnTo>
                  <a:pt x="236559" y="285254"/>
                </a:lnTo>
                <a:lnTo>
                  <a:pt x="231348" y="280780"/>
                </a:lnTo>
                <a:lnTo>
                  <a:pt x="222667" y="277773"/>
                </a:lnTo>
                <a:lnTo>
                  <a:pt x="210517" y="276232"/>
                </a:lnTo>
                <a:close/>
              </a:path>
              <a:path w="238760" h="368934">
                <a:moveTo>
                  <a:pt x="73633" y="88154"/>
                </a:moveTo>
                <a:lnTo>
                  <a:pt x="39538" y="88154"/>
                </a:lnTo>
                <a:lnTo>
                  <a:pt x="38369" y="116806"/>
                </a:lnTo>
                <a:lnTo>
                  <a:pt x="37535" y="141854"/>
                </a:lnTo>
                <a:lnTo>
                  <a:pt x="37034" y="163297"/>
                </a:lnTo>
                <a:lnTo>
                  <a:pt x="36867" y="181135"/>
                </a:lnTo>
                <a:lnTo>
                  <a:pt x="34731" y="184339"/>
                </a:lnTo>
                <a:lnTo>
                  <a:pt x="31517" y="186475"/>
                </a:lnTo>
                <a:lnTo>
                  <a:pt x="14428" y="190748"/>
                </a:lnTo>
                <a:lnTo>
                  <a:pt x="9800" y="196454"/>
                </a:lnTo>
                <a:lnTo>
                  <a:pt x="7476" y="202506"/>
                </a:lnTo>
                <a:lnTo>
                  <a:pt x="7476" y="217113"/>
                </a:lnTo>
                <a:lnTo>
                  <a:pt x="11402" y="221197"/>
                </a:lnTo>
                <a:lnTo>
                  <a:pt x="19235" y="221197"/>
                </a:lnTo>
                <a:lnTo>
                  <a:pt x="28491" y="222998"/>
                </a:lnTo>
                <a:lnTo>
                  <a:pt x="34731" y="223343"/>
                </a:lnTo>
                <a:lnTo>
                  <a:pt x="37936" y="222265"/>
                </a:lnTo>
                <a:lnTo>
                  <a:pt x="72211" y="222265"/>
                </a:lnTo>
                <a:lnTo>
                  <a:pt x="72311" y="218527"/>
                </a:lnTo>
                <a:lnTo>
                  <a:pt x="72667" y="212119"/>
                </a:lnTo>
                <a:lnTo>
                  <a:pt x="159726" y="183669"/>
                </a:lnTo>
                <a:lnTo>
                  <a:pt x="168309" y="181135"/>
                </a:lnTo>
                <a:lnTo>
                  <a:pt x="173649" y="173649"/>
                </a:lnTo>
                <a:lnTo>
                  <a:pt x="175798" y="167774"/>
                </a:lnTo>
                <a:lnTo>
                  <a:pt x="71955" y="167774"/>
                </a:lnTo>
                <a:lnTo>
                  <a:pt x="70877" y="164036"/>
                </a:lnTo>
                <a:lnTo>
                  <a:pt x="71599" y="156550"/>
                </a:lnTo>
                <a:lnTo>
                  <a:pt x="71599" y="115410"/>
                </a:lnTo>
                <a:lnTo>
                  <a:pt x="72099" y="102687"/>
                </a:lnTo>
                <a:lnTo>
                  <a:pt x="73064" y="91769"/>
                </a:lnTo>
                <a:lnTo>
                  <a:pt x="73633" y="88154"/>
                </a:lnTo>
                <a:close/>
              </a:path>
              <a:path w="238760" h="368934">
                <a:moveTo>
                  <a:pt x="163994" y="141593"/>
                </a:moveTo>
                <a:lnTo>
                  <a:pt x="154414" y="142121"/>
                </a:lnTo>
                <a:lnTo>
                  <a:pt x="141922" y="147133"/>
                </a:lnTo>
                <a:lnTo>
                  <a:pt x="125823" y="152545"/>
                </a:lnTo>
                <a:lnTo>
                  <a:pt x="106120" y="158356"/>
                </a:lnTo>
                <a:lnTo>
                  <a:pt x="82814" y="164570"/>
                </a:lnTo>
                <a:lnTo>
                  <a:pt x="79254" y="166706"/>
                </a:lnTo>
                <a:lnTo>
                  <a:pt x="76584" y="167774"/>
                </a:lnTo>
                <a:lnTo>
                  <a:pt x="175798" y="167774"/>
                </a:lnTo>
                <a:lnTo>
                  <a:pt x="176319" y="166350"/>
                </a:lnTo>
                <a:lnTo>
                  <a:pt x="176319" y="159220"/>
                </a:lnTo>
                <a:lnTo>
                  <a:pt x="174949" y="150141"/>
                </a:lnTo>
                <a:lnTo>
                  <a:pt x="170840" y="144266"/>
                </a:lnTo>
                <a:lnTo>
                  <a:pt x="163994" y="141593"/>
                </a:lnTo>
                <a:close/>
              </a:path>
              <a:path w="238760" h="368934">
                <a:moveTo>
                  <a:pt x="227794" y="0"/>
                </a:moveTo>
                <a:lnTo>
                  <a:pt x="211763" y="0"/>
                </a:lnTo>
                <a:lnTo>
                  <a:pt x="208014" y="356"/>
                </a:lnTo>
                <a:lnTo>
                  <a:pt x="93505" y="30459"/>
                </a:lnTo>
                <a:lnTo>
                  <a:pt x="31792" y="49427"/>
                </a:lnTo>
                <a:lnTo>
                  <a:pt x="0" y="72667"/>
                </a:lnTo>
                <a:lnTo>
                  <a:pt x="0" y="82280"/>
                </a:lnTo>
                <a:lnTo>
                  <a:pt x="3204" y="87274"/>
                </a:lnTo>
                <a:lnTo>
                  <a:pt x="9612" y="91902"/>
                </a:lnTo>
                <a:lnTo>
                  <a:pt x="13528" y="92258"/>
                </a:lnTo>
                <a:lnTo>
                  <a:pt x="18701" y="91902"/>
                </a:lnTo>
                <a:lnTo>
                  <a:pt x="25119" y="90834"/>
                </a:lnTo>
                <a:lnTo>
                  <a:pt x="37758" y="88520"/>
                </a:lnTo>
                <a:lnTo>
                  <a:pt x="39538" y="88154"/>
                </a:lnTo>
                <a:lnTo>
                  <a:pt x="73633" y="88154"/>
                </a:lnTo>
                <a:lnTo>
                  <a:pt x="74499" y="82653"/>
                </a:lnTo>
                <a:lnTo>
                  <a:pt x="76406" y="75338"/>
                </a:lnTo>
                <a:lnTo>
                  <a:pt x="81646" y="74236"/>
                </a:lnTo>
                <a:lnTo>
                  <a:pt x="94699" y="70931"/>
                </a:lnTo>
                <a:lnTo>
                  <a:pt x="217294" y="38174"/>
                </a:lnTo>
                <a:lnTo>
                  <a:pt x="227082" y="35799"/>
                </a:lnTo>
                <a:lnTo>
                  <a:pt x="231699" y="27967"/>
                </a:lnTo>
                <a:lnTo>
                  <a:pt x="234024" y="21025"/>
                </a:lnTo>
                <a:lnTo>
                  <a:pt x="234024" y="4994"/>
                </a:lnTo>
                <a:lnTo>
                  <a:pt x="227794" y="0"/>
                </a:lnTo>
                <a:close/>
              </a:path>
            </a:pathLst>
          </a:custGeom>
          <a:solidFill>
            <a:srgbClr val="231F20">
              <a:alpha val="58998"/>
            </a:srgbClr>
          </a:solidFill>
        </p:spPr>
        <p:txBody>
          <a:bodyPr wrap="square" lIns="0" tIns="0" rIns="0" bIns="0" rtlCol="0"/>
          <a:lstStyle/>
          <a:p>
            <a:endParaRPr/>
          </a:p>
        </p:txBody>
      </p:sp>
      <p:sp>
        <p:nvSpPr>
          <p:cNvPr id="47" name="bk object 47"/>
          <p:cNvSpPr/>
          <p:nvPr/>
        </p:nvSpPr>
        <p:spPr>
          <a:xfrm>
            <a:off x="6467054" y="6585200"/>
            <a:ext cx="383540" cy="373380"/>
          </a:xfrm>
          <a:custGeom>
            <a:avLst/>
            <a:gdLst/>
            <a:ahLst/>
            <a:cxnLst/>
            <a:rect l="l" t="t" r="r" b="b"/>
            <a:pathLst>
              <a:path w="383540" h="373379">
                <a:moveTo>
                  <a:pt x="25643" y="314702"/>
                </a:moveTo>
                <a:lnTo>
                  <a:pt x="22439" y="314702"/>
                </a:lnTo>
                <a:lnTo>
                  <a:pt x="12620" y="315605"/>
                </a:lnTo>
                <a:lnTo>
                  <a:pt x="5608" y="318312"/>
                </a:lnTo>
                <a:lnTo>
                  <a:pt x="1401" y="322821"/>
                </a:lnTo>
                <a:lnTo>
                  <a:pt x="0" y="329131"/>
                </a:lnTo>
                <a:lnTo>
                  <a:pt x="0" y="335193"/>
                </a:lnTo>
                <a:lnTo>
                  <a:pt x="50080" y="364395"/>
                </a:lnTo>
                <a:lnTo>
                  <a:pt x="89587" y="369603"/>
                </a:lnTo>
                <a:lnTo>
                  <a:pt x="141587" y="372941"/>
                </a:lnTo>
                <a:lnTo>
                  <a:pt x="174913" y="373208"/>
                </a:lnTo>
                <a:lnTo>
                  <a:pt x="206505" y="370805"/>
                </a:lnTo>
                <a:lnTo>
                  <a:pt x="264473" y="357989"/>
                </a:lnTo>
                <a:lnTo>
                  <a:pt x="311626" y="339551"/>
                </a:lnTo>
                <a:lnTo>
                  <a:pt x="337601" y="324892"/>
                </a:lnTo>
                <a:lnTo>
                  <a:pt x="174180" y="324892"/>
                </a:lnTo>
                <a:lnTo>
                  <a:pt x="157084" y="324859"/>
                </a:lnTo>
                <a:lnTo>
                  <a:pt x="88422" y="319384"/>
                </a:lnTo>
                <a:lnTo>
                  <a:pt x="33119" y="315770"/>
                </a:lnTo>
                <a:lnTo>
                  <a:pt x="29203" y="315058"/>
                </a:lnTo>
                <a:lnTo>
                  <a:pt x="25643" y="314702"/>
                </a:lnTo>
                <a:close/>
              </a:path>
              <a:path w="383540" h="373379">
                <a:moveTo>
                  <a:pt x="257531" y="0"/>
                </a:moveTo>
                <a:lnTo>
                  <a:pt x="196217" y="5341"/>
                </a:lnTo>
                <a:lnTo>
                  <a:pt x="138383" y="18166"/>
                </a:lnTo>
                <a:lnTo>
                  <a:pt x="96037" y="32194"/>
                </a:lnTo>
                <a:lnTo>
                  <a:pt x="56896" y="52061"/>
                </a:lnTo>
                <a:lnTo>
                  <a:pt x="38470" y="84416"/>
                </a:lnTo>
                <a:lnTo>
                  <a:pt x="39366" y="93802"/>
                </a:lnTo>
                <a:lnTo>
                  <a:pt x="68150" y="135815"/>
                </a:lnTo>
                <a:lnTo>
                  <a:pt x="113302" y="155318"/>
                </a:lnTo>
                <a:lnTo>
                  <a:pt x="207442" y="177124"/>
                </a:lnTo>
                <a:lnTo>
                  <a:pt x="249510" y="184863"/>
                </a:lnTo>
                <a:lnTo>
                  <a:pt x="270184" y="188974"/>
                </a:lnTo>
                <a:lnTo>
                  <a:pt x="307760" y="199292"/>
                </a:lnTo>
                <a:lnTo>
                  <a:pt x="332335" y="237228"/>
                </a:lnTo>
                <a:lnTo>
                  <a:pt x="330698" y="246881"/>
                </a:lnTo>
                <a:lnTo>
                  <a:pt x="306158" y="279436"/>
                </a:lnTo>
                <a:lnTo>
                  <a:pt x="273591" y="302682"/>
                </a:lnTo>
                <a:lnTo>
                  <a:pt x="227606" y="315542"/>
                </a:lnTo>
                <a:lnTo>
                  <a:pt x="174180" y="324892"/>
                </a:lnTo>
                <a:lnTo>
                  <a:pt x="337601" y="324892"/>
                </a:lnTo>
                <a:lnTo>
                  <a:pt x="369867" y="291599"/>
                </a:lnTo>
                <a:lnTo>
                  <a:pt x="382030" y="254861"/>
                </a:lnTo>
                <a:lnTo>
                  <a:pt x="383098" y="241510"/>
                </a:lnTo>
                <a:lnTo>
                  <a:pt x="376350" y="207879"/>
                </a:lnTo>
                <a:lnTo>
                  <a:pt x="322381" y="158456"/>
                </a:lnTo>
                <a:lnTo>
                  <a:pt x="275164" y="142665"/>
                </a:lnTo>
                <a:lnTo>
                  <a:pt x="185605" y="124828"/>
                </a:lnTo>
                <a:lnTo>
                  <a:pt x="166172" y="121284"/>
                </a:lnTo>
                <a:lnTo>
                  <a:pt x="137045" y="113140"/>
                </a:lnTo>
                <a:lnTo>
                  <a:pt x="102583" y="91358"/>
                </a:lnTo>
                <a:lnTo>
                  <a:pt x="105755" y="84215"/>
                </a:lnTo>
                <a:lnTo>
                  <a:pt x="159754" y="60375"/>
                </a:lnTo>
                <a:lnTo>
                  <a:pt x="205711" y="50762"/>
                </a:lnTo>
                <a:lnTo>
                  <a:pt x="248453" y="49160"/>
                </a:lnTo>
                <a:lnTo>
                  <a:pt x="358134" y="49160"/>
                </a:lnTo>
                <a:lnTo>
                  <a:pt x="359057" y="46836"/>
                </a:lnTo>
                <a:lnTo>
                  <a:pt x="359057" y="41140"/>
                </a:lnTo>
                <a:lnTo>
                  <a:pt x="357853" y="36565"/>
                </a:lnTo>
                <a:lnTo>
                  <a:pt x="326723" y="11620"/>
                </a:lnTo>
                <a:lnTo>
                  <a:pt x="284514" y="1468"/>
                </a:lnTo>
                <a:lnTo>
                  <a:pt x="270689" y="233"/>
                </a:lnTo>
                <a:lnTo>
                  <a:pt x="257531" y="0"/>
                </a:lnTo>
                <a:close/>
              </a:path>
              <a:path w="383540" h="373379">
                <a:moveTo>
                  <a:pt x="358134" y="49160"/>
                </a:moveTo>
                <a:lnTo>
                  <a:pt x="248453" y="49160"/>
                </a:lnTo>
                <a:lnTo>
                  <a:pt x="260670" y="49494"/>
                </a:lnTo>
                <a:lnTo>
                  <a:pt x="277566" y="51029"/>
                </a:lnTo>
                <a:lnTo>
                  <a:pt x="299139" y="53766"/>
                </a:lnTo>
                <a:lnTo>
                  <a:pt x="325393" y="57705"/>
                </a:lnTo>
                <a:lnTo>
                  <a:pt x="335558" y="58755"/>
                </a:lnTo>
                <a:lnTo>
                  <a:pt x="343623" y="58703"/>
                </a:lnTo>
                <a:lnTo>
                  <a:pt x="349582" y="57550"/>
                </a:lnTo>
                <a:lnTo>
                  <a:pt x="353434" y="55296"/>
                </a:lnTo>
                <a:lnTo>
                  <a:pt x="357182" y="51558"/>
                </a:lnTo>
                <a:lnTo>
                  <a:pt x="358134" y="49160"/>
                </a:lnTo>
                <a:close/>
              </a:path>
            </a:pathLst>
          </a:custGeom>
          <a:solidFill>
            <a:srgbClr val="231F20">
              <a:alpha val="58998"/>
            </a:srgbClr>
          </a:solidFill>
        </p:spPr>
        <p:txBody>
          <a:bodyPr wrap="square" lIns="0" tIns="0" rIns="0" bIns="0" rtlCol="0"/>
          <a:lstStyle/>
          <a:p>
            <a:endParaRPr/>
          </a:p>
        </p:txBody>
      </p:sp>
      <p:sp>
        <p:nvSpPr>
          <p:cNvPr id="48" name="bk object 48"/>
          <p:cNvSpPr/>
          <p:nvPr/>
        </p:nvSpPr>
        <p:spPr>
          <a:xfrm>
            <a:off x="6890345" y="6588404"/>
            <a:ext cx="215265" cy="374015"/>
          </a:xfrm>
          <a:custGeom>
            <a:avLst/>
            <a:gdLst/>
            <a:ahLst/>
            <a:cxnLst/>
            <a:rect l="l" t="t" r="r" b="b"/>
            <a:pathLst>
              <a:path w="215265" h="374015">
                <a:moveTo>
                  <a:pt x="138327" y="72667"/>
                </a:moveTo>
                <a:lnTo>
                  <a:pt x="96584" y="72667"/>
                </a:lnTo>
                <a:lnTo>
                  <a:pt x="99190" y="110262"/>
                </a:lnTo>
                <a:lnTo>
                  <a:pt x="100599" y="152944"/>
                </a:lnTo>
                <a:lnTo>
                  <a:pt x="100811" y="200711"/>
                </a:lnTo>
                <a:lnTo>
                  <a:pt x="99826" y="253563"/>
                </a:lnTo>
                <a:lnTo>
                  <a:pt x="97642" y="311498"/>
                </a:lnTo>
                <a:lnTo>
                  <a:pt x="45283" y="330599"/>
                </a:lnTo>
                <a:lnTo>
                  <a:pt x="12157" y="341958"/>
                </a:lnTo>
                <a:lnTo>
                  <a:pt x="10733" y="346586"/>
                </a:lnTo>
                <a:lnTo>
                  <a:pt x="10050" y="351036"/>
                </a:lnTo>
                <a:lnTo>
                  <a:pt x="10021" y="365109"/>
                </a:lnTo>
                <a:lnTo>
                  <a:pt x="13225" y="369737"/>
                </a:lnTo>
                <a:lnTo>
                  <a:pt x="19644" y="369737"/>
                </a:lnTo>
                <a:lnTo>
                  <a:pt x="26052" y="372585"/>
                </a:lnTo>
                <a:lnTo>
                  <a:pt x="30680" y="373831"/>
                </a:lnTo>
                <a:lnTo>
                  <a:pt x="33529" y="373475"/>
                </a:lnTo>
                <a:lnTo>
                  <a:pt x="37801" y="373119"/>
                </a:lnTo>
                <a:lnTo>
                  <a:pt x="90839" y="359354"/>
                </a:lnTo>
                <a:lnTo>
                  <a:pt x="138291" y="340721"/>
                </a:lnTo>
                <a:lnTo>
                  <a:pt x="158694" y="332741"/>
                </a:lnTo>
                <a:lnTo>
                  <a:pt x="173821" y="327097"/>
                </a:lnTo>
                <a:lnTo>
                  <a:pt x="183671" y="323791"/>
                </a:lnTo>
                <a:lnTo>
                  <a:pt x="184016" y="323445"/>
                </a:lnTo>
                <a:lnTo>
                  <a:pt x="188655" y="320231"/>
                </a:lnTo>
                <a:lnTo>
                  <a:pt x="197565" y="314178"/>
                </a:lnTo>
                <a:lnTo>
                  <a:pt x="202550" y="310618"/>
                </a:lnTo>
                <a:lnTo>
                  <a:pt x="205220" y="306147"/>
                </a:lnTo>
                <a:lnTo>
                  <a:pt x="205576" y="300807"/>
                </a:lnTo>
                <a:lnTo>
                  <a:pt x="200789" y="294399"/>
                </a:lnTo>
                <a:lnTo>
                  <a:pt x="142530" y="294399"/>
                </a:lnTo>
                <a:lnTo>
                  <a:pt x="143699" y="276168"/>
                </a:lnTo>
                <a:lnTo>
                  <a:pt x="144533" y="257802"/>
                </a:lnTo>
                <a:lnTo>
                  <a:pt x="145034" y="239301"/>
                </a:lnTo>
                <a:lnTo>
                  <a:pt x="145201" y="220663"/>
                </a:lnTo>
                <a:lnTo>
                  <a:pt x="144733" y="191414"/>
                </a:lnTo>
                <a:lnTo>
                  <a:pt x="143331" y="155483"/>
                </a:lnTo>
                <a:lnTo>
                  <a:pt x="140995" y="112871"/>
                </a:lnTo>
                <a:lnTo>
                  <a:pt x="138327" y="72667"/>
                </a:lnTo>
                <a:close/>
              </a:path>
              <a:path w="215265" h="374015">
                <a:moveTo>
                  <a:pt x="185451" y="284075"/>
                </a:moveTo>
                <a:lnTo>
                  <a:pt x="169420" y="285143"/>
                </a:lnTo>
                <a:lnTo>
                  <a:pt x="164436" y="286389"/>
                </a:lnTo>
                <a:lnTo>
                  <a:pt x="160163" y="288525"/>
                </a:lnTo>
                <a:lnTo>
                  <a:pt x="154823" y="291383"/>
                </a:lnTo>
                <a:lnTo>
                  <a:pt x="148939" y="293331"/>
                </a:lnTo>
                <a:lnTo>
                  <a:pt x="142530" y="294399"/>
                </a:lnTo>
                <a:lnTo>
                  <a:pt x="200789" y="294399"/>
                </a:lnTo>
                <a:lnTo>
                  <a:pt x="199345" y="292451"/>
                </a:lnTo>
                <a:lnTo>
                  <a:pt x="196497" y="288525"/>
                </a:lnTo>
                <a:lnTo>
                  <a:pt x="192571" y="285321"/>
                </a:lnTo>
                <a:lnTo>
                  <a:pt x="185451" y="284075"/>
                </a:lnTo>
                <a:close/>
              </a:path>
              <a:path w="215265" h="374015">
                <a:moveTo>
                  <a:pt x="191325" y="0"/>
                </a:moveTo>
                <a:lnTo>
                  <a:pt x="178864" y="0"/>
                </a:lnTo>
                <a:lnTo>
                  <a:pt x="174938" y="712"/>
                </a:lnTo>
                <a:lnTo>
                  <a:pt x="171378" y="2136"/>
                </a:lnTo>
                <a:lnTo>
                  <a:pt x="126764" y="16166"/>
                </a:lnTo>
                <a:lnTo>
                  <a:pt x="83753" y="30458"/>
                </a:lnTo>
                <a:lnTo>
                  <a:pt x="42347" y="45015"/>
                </a:lnTo>
                <a:lnTo>
                  <a:pt x="2545" y="59841"/>
                </a:lnTo>
                <a:lnTo>
                  <a:pt x="0" y="84086"/>
                </a:lnTo>
                <a:lnTo>
                  <a:pt x="2095" y="87358"/>
                </a:lnTo>
                <a:lnTo>
                  <a:pt x="34063" y="91902"/>
                </a:lnTo>
                <a:lnTo>
                  <a:pt x="57206" y="84086"/>
                </a:lnTo>
                <a:lnTo>
                  <a:pt x="75340" y="78276"/>
                </a:lnTo>
                <a:lnTo>
                  <a:pt x="88466" y="74470"/>
                </a:lnTo>
                <a:lnTo>
                  <a:pt x="96584" y="72667"/>
                </a:lnTo>
                <a:lnTo>
                  <a:pt x="138327" y="72667"/>
                </a:lnTo>
                <a:lnTo>
                  <a:pt x="137724" y="63579"/>
                </a:lnTo>
                <a:lnTo>
                  <a:pt x="180703" y="48661"/>
                </a:lnTo>
                <a:lnTo>
                  <a:pt x="214664" y="27611"/>
                </a:lnTo>
                <a:lnTo>
                  <a:pt x="214664" y="15140"/>
                </a:lnTo>
                <a:lnTo>
                  <a:pt x="211460" y="10240"/>
                </a:lnTo>
                <a:lnTo>
                  <a:pt x="198633" y="2062"/>
                </a:lnTo>
                <a:lnTo>
                  <a:pt x="191325" y="0"/>
                </a:lnTo>
                <a:close/>
              </a:path>
            </a:pathLst>
          </a:custGeom>
          <a:solidFill>
            <a:srgbClr val="231F20">
              <a:alpha val="58998"/>
            </a:srgbClr>
          </a:solidFill>
        </p:spPr>
        <p:txBody>
          <a:bodyPr wrap="square" lIns="0" tIns="0" rIns="0" bIns="0" rtlCol="0"/>
          <a:lstStyle/>
          <a:p>
            <a:endParaRPr/>
          </a:p>
        </p:txBody>
      </p:sp>
      <p:sp>
        <p:nvSpPr>
          <p:cNvPr id="49" name="bk object 49"/>
          <p:cNvSpPr/>
          <p:nvPr/>
        </p:nvSpPr>
        <p:spPr>
          <a:xfrm>
            <a:off x="7146718" y="6589338"/>
            <a:ext cx="408940" cy="371475"/>
          </a:xfrm>
          <a:custGeom>
            <a:avLst/>
            <a:gdLst/>
            <a:ahLst/>
            <a:cxnLst/>
            <a:rect l="l" t="t" r="r" b="b"/>
            <a:pathLst>
              <a:path w="408940" h="371475">
                <a:moveTo>
                  <a:pt x="212612" y="0"/>
                </a:moveTo>
                <a:lnTo>
                  <a:pt x="160451" y="7575"/>
                </a:lnTo>
                <a:lnTo>
                  <a:pt x="109155" y="27082"/>
                </a:lnTo>
                <a:lnTo>
                  <a:pt x="71922" y="56735"/>
                </a:lnTo>
                <a:lnTo>
                  <a:pt x="44939" y="83719"/>
                </a:lnTo>
                <a:lnTo>
                  <a:pt x="19492" y="119254"/>
                </a:lnTo>
                <a:lnTo>
                  <a:pt x="1594" y="169746"/>
                </a:lnTo>
                <a:lnTo>
                  <a:pt x="0" y="196223"/>
                </a:lnTo>
                <a:lnTo>
                  <a:pt x="2429" y="227783"/>
                </a:lnTo>
                <a:lnTo>
                  <a:pt x="14185" y="279344"/>
                </a:lnTo>
                <a:lnTo>
                  <a:pt x="45309" y="322923"/>
                </a:lnTo>
                <a:lnTo>
                  <a:pt x="79841" y="347171"/>
                </a:lnTo>
                <a:lnTo>
                  <a:pt x="117570" y="365401"/>
                </a:lnTo>
                <a:lnTo>
                  <a:pt x="149032" y="371474"/>
                </a:lnTo>
                <a:lnTo>
                  <a:pt x="215292" y="371474"/>
                </a:lnTo>
                <a:lnTo>
                  <a:pt x="254689" y="364530"/>
                </a:lnTo>
                <a:lnTo>
                  <a:pt x="299174" y="343695"/>
                </a:lnTo>
                <a:lnTo>
                  <a:pt x="326184" y="323976"/>
                </a:lnTo>
                <a:lnTo>
                  <a:pt x="153153" y="323976"/>
                </a:lnTo>
                <a:lnTo>
                  <a:pt x="142080" y="323926"/>
                </a:lnTo>
                <a:lnTo>
                  <a:pt x="104688" y="313235"/>
                </a:lnTo>
                <a:lnTo>
                  <a:pt x="63574" y="286461"/>
                </a:lnTo>
                <a:lnTo>
                  <a:pt x="43235" y="251792"/>
                </a:lnTo>
                <a:lnTo>
                  <a:pt x="38749" y="216526"/>
                </a:lnTo>
                <a:lnTo>
                  <a:pt x="38771" y="211280"/>
                </a:lnTo>
                <a:lnTo>
                  <a:pt x="47241" y="170645"/>
                </a:lnTo>
                <a:lnTo>
                  <a:pt x="74793" y="122406"/>
                </a:lnTo>
                <a:lnTo>
                  <a:pt x="103917" y="93686"/>
                </a:lnTo>
                <a:lnTo>
                  <a:pt x="149960" y="65592"/>
                </a:lnTo>
                <a:lnTo>
                  <a:pt x="188570" y="52499"/>
                </a:lnTo>
                <a:lnTo>
                  <a:pt x="214215" y="49158"/>
                </a:lnTo>
                <a:lnTo>
                  <a:pt x="255406" y="49158"/>
                </a:lnTo>
                <a:lnTo>
                  <a:pt x="256432" y="48039"/>
                </a:lnTo>
                <a:lnTo>
                  <a:pt x="257490" y="44479"/>
                </a:lnTo>
                <a:lnTo>
                  <a:pt x="258558" y="41997"/>
                </a:lnTo>
                <a:lnTo>
                  <a:pt x="258914" y="40740"/>
                </a:lnTo>
                <a:lnTo>
                  <a:pt x="258558" y="40740"/>
                </a:lnTo>
                <a:lnTo>
                  <a:pt x="259270" y="38594"/>
                </a:lnTo>
                <a:lnTo>
                  <a:pt x="259636" y="36290"/>
                </a:lnTo>
                <a:lnTo>
                  <a:pt x="259636" y="25600"/>
                </a:lnTo>
                <a:lnTo>
                  <a:pt x="256600" y="18029"/>
                </a:lnTo>
                <a:lnTo>
                  <a:pt x="244485" y="4145"/>
                </a:lnTo>
                <a:lnTo>
                  <a:pt x="238610" y="1202"/>
                </a:lnTo>
                <a:lnTo>
                  <a:pt x="230779" y="1202"/>
                </a:lnTo>
                <a:lnTo>
                  <a:pt x="221961" y="234"/>
                </a:lnTo>
                <a:lnTo>
                  <a:pt x="212612" y="0"/>
                </a:lnTo>
                <a:close/>
              </a:path>
              <a:path w="408940" h="371475">
                <a:moveTo>
                  <a:pt x="316807" y="188746"/>
                </a:moveTo>
                <a:lnTo>
                  <a:pt x="275928" y="191284"/>
                </a:lnTo>
                <a:lnTo>
                  <a:pt x="252684" y="208871"/>
                </a:lnTo>
                <a:lnTo>
                  <a:pt x="252684" y="212788"/>
                </a:lnTo>
                <a:lnTo>
                  <a:pt x="282075" y="237551"/>
                </a:lnTo>
                <a:lnTo>
                  <a:pt x="304779" y="238236"/>
                </a:lnTo>
                <a:lnTo>
                  <a:pt x="314131" y="238706"/>
                </a:lnTo>
                <a:lnTo>
                  <a:pt x="319743" y="239304"/>
                </a:lnTo>
                <a:lnTo>
                  <a:pt x="321614" y="240033"/>
                </a:lnTo>
                <a:lnTo>
                  <a:pt x="312894" y="263345"/>
                </a:lnTo>
                <a:lnTo>
                  <a:pt x="270420" y="300749"/>
                </a:lnTo>
                <a:lnTo>
                  <a:pt x="229797" y="316658"/>
                </a:lnTo>
                <a:lnTo>
                  <a:pt x="179205" y="322774"/>
                </a:lnTo>
                <a:lnTo>
                  <a:pt x="153153" y="323976"/>
                </a:lnTo>
                <a:lnTo>
                  <a:pt x="326184" y="323976"/>
                </a:lnTo>
                <a:lnTo>
                  <a:pt x="350995" y="293466"/>
                </a:lnTo>
                <a:lnTo>
                  <a:pt x="365619" y="253800"/>
                </a:lnTo>
                <a:lnTo>
                  <a:pt x="367026" y="241111"/>
                </a:lnTo>
                <a:lnTo>
                  <a:pt x="376110" y="240008"/>
                </a:lnTo>
                <a:lnTo>
                  <a:pt x="384125" y="239370"/>
                </a:lnTo>
                <a:lnTo>
                  <a:pt x="391071" y="239200"/>
                </a:lnTo>
                <a:lnTo>
                  <a:pt x="397499" y="239200"/>
                </a:lnTo>
                <a:lnTo>
                  <a:pt x="404773" y="235227"/>
                </a:lnTo>
                <a:lnTo>
                  <a:pt x="408710" y="229352"/>
                </a:lnTo>
                <a:lnTo>
                  <a:pt x="408710" y="216526"/>
                </a:lnTo>
                <a:lnTo>
                  <a:pt x="377508" y="192952"/>
                </a:lnTo>
                <a:lnTo>
                  <a:pt x="340646" y="189214"/>
                </a:lnTo>
                <a:lnTo>
                  <a:pt x="316807" y="188746"/>
                </a:lnTo>
                <a:close/>
              </a:path>
              <a:path w="408940" h="371475">
                <a:moveTo>
                  <a:pt x="397499" y="239200"/>
                </a:moveTo>
                <a:lnTo>
                  <a:pt x="391071" y="239200"/>
                </a:lnTo>
                <a:lnTo>
                  <a:pt x="396952" y="239499"/>
                </a:lnTo>
                <a:lnTo>
                  <a:pt x="397499" y="239200"/>
                </a:lnTo>
                <a:close/>
              </a:path>
              <a:path w="408940" h="371475">
                <a:moveTo>
                  <a:pt x="255406" y="49158"/>
                </a:moveTo>
                <a:lnTo>
                  <a:pt x="214215" y="49158"/>
                </a:lnTo>
                <a:lnTo>
                  <a:pt x="231447" y="49391"/>
                </a:lnTo>
                <a:lnTo>
                  <a:pt x="251616" y="50897"/>
                </a:lnTo>
                <a:lnTo>
                  <a:pt x="254464" y="50185"/>
                </a:lnTo>
                <a:lnTo>
                  <a:pt x="255406" y="49158"/>
                </a:lnTo>
                <a:close/>
              </a:path>
              <a:path w="408940" h="371475">
                <a:moveTo>
                  <a:pt x="237899" y="846"/>
                </a:moveTo>
                <a:lnTo>
                  <a:pt x="230779" y="1202"/>
                </a:lnTo>
                <a:lnTo>
                  <a:pt x="238610" y="1202"/>
                </a:lnTo>
                <a:lnTo>
                  <a:pt x="237899" y="846"/>
                </a:lnTo>
                <a:close/>
              </a:path>
            </a:pathLst>
          </a:custGeom>
          <a:solidFill>
            <a:srgbClr val="231F20">
              <a:alpha val="58998"/>
            </a:srgbClr>
          </a:solidFill>
        </p:spPr>
        <p:txBody>
          <a:bodyPr wrap="square" lIns="0" tIns="0" rIns="0" bIns="0" rtlCol="0"/>
          <a:lstStyle/>
          <a:p>
            <a:endParaRPr/>
          </a:p>
        </p:txBody>
      </p:sp>
      <p:sp>
        <p:nvSpPr>
          <p:cNvPr id="50" name="bk object 50"/>
          <p:cNvSpPr/>
          <p:nvPr/>
        </p:nvSpPr>
        <p:spPr>
          <a:xfrm>
            <a:off x="7595985" y="6583596"/>
            <a:ext cx="273685" cy="381000"/>
          </a:xfrm>
          <a:custGeom>
            <a:avLst/>
            <a:gdLst/>
            <a:ahLst/>
            <a:cxnLst/>
            <a:rect l="l" t="t" r="r" b="b"/>
            <a:pathLst>
              <a:path w="273684" h="381000">
                <a:moveTo>
                  <a:pt x="26566" y="0"/>
                </a:moveTo>
                <a:lnTo>
                  <a:pt x="21948" y="0"/>
                </a:lnTo>
                <a:lnTo>
                  <a:pt x="12762" y="1236"/>
                </a:lnTo>
                <a:lnTo>
                  <a:pt x="6047" y="4944"/>
                </a:lnTo>
                <a:lnTo>
                  <a:pt x="1803" y="11123"/>
                </a:lnTo>
                <a:lnTo>
                  <a:pt x="33" y="19769"/>
                </a:lnTo>
                <a:lnTo>
                  <a:pt x="0" y="26045"/>
                </a:lnTo>
                <a:lnTo>
                  <a:pt x="301" y="32057"/>
                </a:lnTo>
                <a:lnTo>
                  <a:pt x="1038" y="39807"/>
                </a:lnTo>
                <a:lnTo>
                  <a:pt x="2179" y="48626"/>
                </a:lnTo>
                <a:lnTo>
                  <a:pt x="3347" y="58044"/>
                </a:lnTo>
                <a:lnTo>
                  <a:pt x="4182" y="65991"/>
                </a:lnTo>
                <a:lnTo>
                  <a:pt x="4657" y="72133"/>
                </a:lnTo>
                <a:lnTo>
                  <a:pt x="4778" y="85924"/>
                </a:lnTo>
                <a:lnTo>
                  <a:pt x="4611" y="105554"/>
                </a:lnTo>
                <a:lnTo>
                  <a:pt x="4491" y="125831"/>
                </a:lnTo>
                <a:lnTo>
                  <a:pt x="4388" y="195718"/>
                </a:lnTo>
                <a:lnTo>
                  <a:pt x="6051" y="261141"/>
                </a:lnTo>
                <a:lnTo>
                  <a:pt x="8220" y="304520"/>
                </a:lnTo>
                <a:lnTo>
                  <a:pt x="11257" y="353172"/>
                </a:lnTo>
                <a:lnTo>
                  <a:pt x="31738" y="380595"/>
                </a:lnTo>
                <a:lnTo>
                  <a:pt x="38503" y="379894"/>
                </a:lnTo>
                <a:lnTo>
                  <a:pt x="52932" y="342670"/>
                </a:lnTo>
                <a:lnTo>
                  <a:pt x="52220" y="337497"/>
                </a:lnTo>
                <a:lnTo>
                  <a:pt x="50795" y="337141"/>
                </a:lnTo>
                <a:lnTo>
                  <a:pt x="51430" y="305756"/>
                </a:lnTo>
                <a:lnTo>
                  <a:pt x="50662" y="271428"/>
                </a:lnTo>
                <a:lnTo>
                  <a:pt x="48493" y="234160"/>
                </a:lnTo>
                <a:lnTo>
                  <a:pt x="44921" y="193952"/>
                </a:lnTo>
                <a:lnTo>
                  <a:pt x="45048" y="125831"/>
                </a:lnTo>
                <a:lnTo>
                  <a:pt x="45155" y="116109"/>
                </a:lnTo>
                <a:lnTo>
                  <a:pt x="45856" y="98979"/>
                </a:lnTo>
                <a:lnTo>
                  <a:pt x="47024" y="85924"/>
                </a:lnTo>
                <a:lnTo>
                  <a:pt x="48659" y="76940"/>
                </a:lnTo>
                <a:lnTo>
                  <a:pt x="93479" y="76940"/>
                </a:lnTo>
                <a:lnTo>
                  <a:pt x="80422" y="55002"/>
                </a:lnTo>
                <a:lnTo>
                  <a:pt x="63489" y="30857"/>
                </a:lnTo>
                <a:lnTo>
                  <a:pt x="48091" y="13592"/>
                </a:lnTo>
                <a:lnTo>
                  <a:pt x="34231" y="3204"/>
                </a:lnTo>
                <a:lnTo>
                  <a:pt x="30670" y="1068"/>
                </a:lnTo>
                <a:lnTo>
                  <a:pt x="26566" y="0"/>
                </a:lnTo>
                <a:close/>
              </a:path>
              <a:path w="273684" h="381000">
                <a:moveTo>
                  <a:pt x="93479" y="76940"/>
                </a:moveTo>
                <a:lnTo>
                  <a:pt x="48659" y="76940"/>
                </a:lnTo>
                <a:lnTo>
                  <a:pt x="60445" y="97046"/>
                </a:lnTo>
                <a:lnTo>
                  <a:pt x="76041" y="125831"/>
                </a:lnTo>
                <a:lnTo>
                  <a:pt x="95446" y="163297"/>
                </a:lnTo>
                <a:lnTo>
                  <a:pt x="118657" y="209449"/>
                </a:lnTo>
                <a:lnTo>
                  <a:pt x="139425" y="249622"/>
                </a:lnTo>
                <a:lnTo>
                  <a:pt x="160594" y="286788"/>
                </a:lnTo>
                <a:lnTo>
                  <a:pt x="182166" y="320948"/>
                </a:lnTo>
                <a:lnTo>
                  <a:pt x="204142" y="352104"/>
                </a:lnTo>
                <a:lnTo>
                  <a:pt x="235229" y="376045"/>
                </a:lnTo>
                <a:lnTo>
                  <a:pt x="243146" y="376679"/>
                </a:lnTo>
                <a:lnTo>
                  <a:pt x="251356" y="375779"/>
                </a:lnTo>
                <a:lnTo>
                  <a:pt x="271060" y="322585"/>
                </a:lnTo>
                <a:lnTo>
                  <a:pt x="271165" y="320587"/>
                </a:lnTo>
                <a:lnTo>
                  <a:pt x="222309" y="320587"/>
                </a:lnTo>
                <a:lnTo>
                  <a:pt x="211487" y="305358"/>
                </a:lnTo>
                <a:lnTo>
                  <a:pt x="198262" y="283183"/>
                </a:lnTo>
                <a:lnTo>
                  <a:pt x="182634" y="254065"/>
                </a:lnTo>
                <a:lnTo>
                  <a:pt x="164604" y="218003"/>
                </a:lnTo>
                <a:lnTo>
                  <a:pt x="141060" y="169681"/>
                </a:lnTo>
                <a:lnTo>
                  <a:pt x="122259" y="131578"/>
                </a:lnTo>
                <a:lnTo>
                  <a:pt x="108202" y="103694"/>
                </a:lnTo>
                <a:lnTo>
                  <a:pt x="98826" y="85924"/>
                </a:lnTo>
                <a:lnTo>
                  <a:pt x="93479" y="76940"/>
                </a:lnTo>
                <a:close/>
              </a:path>
              <a:path w="273684" h="381000">
                <a:moveTo>
                  <a:pt x="237449" y="2670"/>
                </a:moveTo>
                <a:lnTo>
                  <a:pt x="227471" y="2670"/>
                </a:lnTo>
                <a:lnTo>
                  <a:pt x="222487" y="8732"/>
                </a:lnTo>
                <a:lnTo>
                  <a:pt x="218570" y="20837"/>
                </a:lnTo>
                <a:lnTo>
                  <a:pt x="218771" y="26045"/>
                </a:lnTo>
                <a:lnTo>
                  <a:pt x="219372" y="32057"/>
                </a:lnTo>
                <a:lnTo>
                  <a:pt x="220373" y="38868"/>
                </a:lnTo>
                <a:lnTo>
                  <a:pt x="221775" y="46480"/>
                </a:lnTo>
                <a:lnTo>
                  <a:pt x="223210" y="55098"/>
                </a:lnTo>
                <a:lnTo>
                  <a:pt x="227415" y="111803"/>
                </a:lnTo>
                <a:lnTo>
                  <a:pt x="227683" y="163297"/>
                </a:lnTo>
                <a:lnTo>
                  <a:pt x="226614" y="212787"/>
                </a:lnTo>
                <a:lnTo>
                  <a:pt x="223911" y="274096"/>
                </a:lnTo>
                <a:lnTo>
                  <a:pt x="222309" y="320587"/>
                </a:lnTo>
                <a:lnTo>
                  <a:pt x="271165" y="320587"/>
                </a:lnTo>
                <a:lnTo>
                  <a:pt x="272698" y="291429"/>
                </a:lnTo>
                <a:lnTo>
                  <a:pt x="273583" y="253693"/>
                </a:lnTo>
                <a:lnTo>
                  <a:pt x="273367" y="253693"/>
                </a:lnTo>
                <a:lnTo>
                  <a:pt x="273201" y="234690"/>
                </a:lnTo>
                <a:lnTo>
                  <a:pt x="273083" y="158688"/>
                </a:lnTo>
                <a:lnTo>
                  <a:pt x="272202" y="100347"/>
                </a:lnTo>
                <a:lnTo>
                  <a:pt x="265253" y="46116"/>
                </a:lnTo>
                <a:lnTo>
                  <a:pt x="248486" y="11758"/>
                </a:lnTo>
                <a:lnTo>
                  <a:pt x="242434" y="5706"/>
                </a:lnTo>
                <a:lnTo>
                  <a:pt x="237449" y="2670"/>
                </a:lnTo>
                <a:close/>
              </a:path>
              <a:path w="273684" h="381000">
                <a:moveTo>
                  <a:pt x="273605" y="252725"/>
                </a:moveTo>
                <a:lnTo>
                  <a:pt x="273367" y="253693"/>
                </a:lnTo>
                <a:lnTo>
                  <a:pt x="273583" y="253693"/>
                </a:lnTo>
                <a:lnTo>
                  <a:pt x="273605" y="252725"/>
                </a:lnTo>
                <a:close/>
              </a:path>
            </a:pathLst>
          </a:custGeom>
          <a:solidFill>
            <a:srgbClr val="231F20">
              <a:alpha val="58998"/>
            </a:srgbClr>
          </a:solidFill>
        </p:spPr>
        <p:txBody>
          <a:bodyPr wrap="square" lIns="0" tIns="0" rIns="0" bIns="0" rtlCol="0"/>
          <a:lstStyle/>
          <a:p>
            <a:endParaRPr/>
          </a:p>
        </p:txBody>
      </p:sp>
      <p:sp>
        <p:nvSpPr>
          <p:cNvPr id="51" name="bk object 51"/>
          <p:cNvSpPr/>
          <p:nvPr/>
        </p:nvSpPr>
        <p:spPr>
          <a:xfrm>
            <a:off x="7936365" y="6588408"/>
            <a:ext cx="215265" cy="374015"/>
          </a:xfrm>
          <a:custGeom>
            <a:avLst/>
            <a:gdLst/>
            <a:ahLst/>
            <a:cxnLst/>
            <a:rect l="l" t="t" r="r" b="b"/>
            <a:pathLst>
              <a:path w="215265" h="374015">
                <a:moveTo>
                  <a:pt x="138462" y="72657"/>
                </a:moveTo>
                <a:lnTo>
                  <a:pt x="96719" y="72657"/>
                </a:lnTo>
                <a:lnTo>
                  <a:pt x="99320" y="110256"/>
                </a:lnTo>
                <a:lnTo>
                  <a:pt x="100727" y="152941"/>
                </a:lnTo>
                <a:lnTo>
                  <a:pt x="100939" y="200711"/>
                </a:lnTo>
                <a:lnTo>
                  <a:pt x="99955" y="253563"/>
                </a:lnTo>
                <a:lnTo>
                  <a:pt x="97777" y="311498"/>
                </a:lnTo>
                <a:lnTo>
                  <a:pt x="45414" y="330598"/>
                </a:lnTo>
                <a:lnTo>
                  <a:pt x="12292" y="341947"/>
                </a:lnTo>
                <a:lnTo>
                  <a:pt x="10868" y="346586"/>
                </a:lnTo>
                <a:lnTo>
                  <a:pt x="10185" y="351036"/>
                </a:lnTo>
                <a:lnTo>
                  <a:pt x="10156" y="365109"/>
                </a:lnTo>
                <a:lnTo>
                  <a:pt x="13360" y="369737"/>
                </a:lnTo>
                <a:lnTo>
                  <a:pt x="19779" y="369737"/>
                </a:lnTo>
                <a:lnTo>
                  <a:pt x="26187" y="372575"/>
                </a:lnTo>
                <a:lnTo>
                  <a:pt x="30805" y="373821"/>
                </a:lnTo>
                <a:lnTo>
                  <a:pt x="33663" y="373475"/>
                </a:lnTo>
                <a:lnTo>
                  <a:pt x="37936" y="373119"/>
                </a:lnTo>
                <a:lnTo>
                  <a:pt x="90969" y="359353"/>
                </a:lnTo>
                <a:lnTo>
                  <a:pt x="138415" y="340721"/>
                </a:lnTo>
                <a:lnTo>
                  <a:pt x="158819" y="332741"/>
                </a:lnTo>
                <a:lnTo>
                  <a:pt x="173950" y="327097"/>
                </a:lnTo>
                <a:lnTo>
                  <a:pt x="183805" y="323791"/>
                </a:lnTo>
                <a:lnTo>
                  <a:pt x="184151" y="323435"/>
                </a:lnTo>
                <a:lnTo>
                  <a:pt x="188790" y="320231"/>
                </a:lnTo>
                <a:lnTo>
                  <a:pt x="197700" y="314168"/>
                </a:lnTo>
                <a:lnTo>
                  <a:pt x="202684" y="310608"/>
                </a:lnTo>
                <a:lnTo>
                  <a:pt x="205355" y="306147"/>
                </a:lnTo>
                <a:lnTo>
                  <a:pt x="205711" y="300807"/>
                </a:lnTo>
                <a:lnTo>
                  <a:pt x="202496" y="296535"/>
                </a:lnTo>
                <a:lnTo>
                  <a:pt x="200930" y="294399"/>
                </a:lnTo>
                <a:lnTo>
                  <a:pt x="142665" y="294399"/>
                </a:lnTo>
                <a:lnTo>
                  <a:pt x="143829" y="276166"/>
                </a:lnTo>
                <a:lnTo>
                  <a:pt x="144664" y="257798"/>
                </a:lnTo>
                <a:lnTo>
                  <a:pt x="145167" y="239296"/>
                </a:lnTo>
                <a:lnTo>
                  <a:pt x="145335" y="220663"/>
                </a:lnTo>
                <a:lnTo>
                  <a:pt x="144868" y="191410"/>
                </a:lnTo>
                <a:lnTo>
                  <a:pt x="143466" y="155479"/>
                </a:lnTo>
                <a:lnTo>
                  <a:pt x="141130" y="112869"/>
                </a:lnTo>
                <a:lnTo>
                  <a:pt x="138462" y="72657"/>
                </a:lnTo>
                <a:close/>
              </a:path>
              <a:path w="215265" h="374015">
                <a:moveTo>
                  <a:pt x="185575" y="284064"/>
                </a:moveTo>
                <a:lnTo>
                  <a:pt x="169555" y="285143"/>
                </a:lnTo>
                <a:lnTo>
                  <a:pt x="164570" y="286378"/>
                </a:lnTo>
                <a:lnTo>
                  <a:pt x="160298" y="288525"/>
                </a:lnTo>
                <a:lnTo>
                  <a:pt x="154948" y="291373"/>
                </a:lnTo>
                <a:lnTo>
                  <a:pt x="149073" y="293331"/>
                </a:lnTo>
                <a:lnTo>
                  <a:pt x="142665" y="294399"/>
                </a:lnTo>
                <a:lnTo>
                  <a:pt x="200930" y="294399"/>
                </a:lnTo>
                <a:lnTo>
                  <a:pt x="196622" y="288525"/>
                </a:lnTo>
                <a:lnTo>
                  <a:pt x="192706" y="285310"/>
                </a:lnTo>
                <a:lnTo>
                  <a:pt x="185575" y="284064"/>
                </a:lnTo>
                <a:close/>
              </a:path>
              <a:path w="215265" h="374015">
                <a:moveTo>
                  <a:pt x="191460" y="0"/>
                </a:moveTo>
                <a:lnTo>
                  <a:pt x="178999" y="0"/>
                </a:lnTo>
                <a:lnTo>
                  <a:pt x="175073" y="712"/>
                </a:lnTo>
                <a:lnTo>
                  <a:pt x="171513" y="2136"/>
                </a:lnTo>
                <a:lnTo>
                  <a:pt x="126893" y="16161"/>
                </a:lnTo>
                <a:lnTo>
                  <a:pt x="83880" y="30453"/>
                </a:lnTo>
                <a:lnTo>
                  <a:pt x="42476" y="45009"/>
                </a:lnTo>
                <a:lnTo>
                  <a:pt x="2680" y="59830"/>
                </a:lnTo>
                <a:lnTo>
                  <a:pt x="0" y="75694"/>
                </a:lnTo>
                <a:lnTo>
                  <a:pt x="0" y="83882"/>
                </a:lnTo>
                <a:lnTo>
                  <a:pt x="34197" y="91892"/>
                </a:lnTo>
                <a:lnTo>
                  <a:pt x="57341" y="84082"/>
                </a:lnTo>
                <a:lnTo>
                  <a:pt x="75475" y="78273"/>
                </a:lnTo>
                <a:lnTo>
                  <a:pt x="88601" y="74465"/>
                </a:lnTo>
                <a:lnTo>
                  <a:pt x="96719" y="72657"/>
                </a:lnTo>
                <a:lnTo>
                  <a:pt x="138462" y="72657"/>
                </a:lnTo>
                <a:lnTo>
                  <a:pt x="137859" y="63579"/>
                </a:lnTo>
                <a:lnTo>
                  <a:pt x="180827" y="48651"/>
                </a:lnTo>
                <a:lnTo>
                  <a:pt x="214799" y="27611"/>
                </a:lnTo>
                <a:lnTo>
                  <a:pt x="214799" y="15140"/>
                </a:lnTo>
                <a:lnTo>
                  <a:pt x="211595" y="10240"/>
                </a:lnTo>
                <a:lnTo>
                  <a:pt x="198768" y="2052"/>
                </a:lnTo>
                <a:lnTo>
                  <a:pt x="191460" y="0"/>
                </a:lnTo>
                <a:close/>
              </a:path>
            </a:pathLst>
          </a:custGeom>
          <a:solidFill>
            <a:srgbClr val="231F20">
              <a:alpha val="58998"/>
            </a:srgbClr>
          </a:solidFill>
        </p:spPr>
        <p:txBody>
          <a:bodyPr wrap="square" lIns="0" tIns="0" rIns="0" bIns="0" rtlCol="0"/>
          <a:lstStyle/>
          <a:p>
            <a:endParaRPr/>
          </a:p>
        </p:txBody>
      </p:sp>
      <p:sp>
        <p:nvSpPr>
          <p:cNvPr id="52" name="bk object 52"/>
          <p:cNvSpPr/>
          <p:nvPr/>
        </p:nvSpPr>
        <p:spPr>
          <a:xfrm>
            <a:off x="8191722" y="6583596"/>
            <a:ext cx="273685" cy="381000"/>
          </a:xfrm>
          <a:custGeom>
            <a:avLst/>
            <a:gdLst/>
            <a:ahLst/>
            <a:cxnLst/>
            <a:rect l="l" t="t" r="r" b="b"/>
            <a:pathLst>
              <a:path w="273684" h="381000">
                <a:moveTo>
                  <a:pt x="26566" y="0"/>
                </a:moveTo>
                <a:lnTo>
                  <a:pt x="21948" y="0"/>
                </a:lnTo>
                <a:lnTo>
                  <a:pt x="12762" y="1236"/>
                </a:lnTo>
                <a:lnTo>
                  <a:pt x="6047" y="4944"/>
                </a:lnTo>
                <a:lnTo>
                  <a:pt x="1803" y="11123"/>
                </a:lnTo>
                <a:lnTo>
                  <a:pt x="33" y="19769"/>
                </a:lnTo>
                <a:lnTo>
                  <a:pt x="0" y="26045"/>
                </a:lnTo>
                <a:lnTo>
                  <a:pt x="301" y="32057"/>
                </a:lnTo>
                <a:lnTo>
                  <a:pt x="1038" y="39807"/>
                </a:lnTo>
                <a:lnTo>
                  <a:pt x="2179" y="48626"/>
                </a:lnTo>
                <a:lnTo>
                  <a:pt x="3347" y="58044"/>
                </a:lnTo>
                <a:lnTo>
                  <a:pt x="4182" y="65991"/>
                </a:lnTo>
                <a:lnTo>
                  <a:pt x="4657" y="72133"/>
                </a:lnTo>
                <a:lnTo>
                  <a:pt x="4778" y="85924"/>
                </a:lnTo>
                <a:lnTo>
                  <a:pt x="4611" y="105554"/>
                </a:lnTo>
                <a:lnTo>
                  <a:pt x="4491" y="125831"/>
                </a:lnTo>
                <a:lnTo>
                  <a:pt x="4388" y="195718"/>
                </a:lnTo>
                <a:lnTo>
                  <a:pt x="6051" y="261141"/>
                </a:lnTo>
                <a:lnTo>
                  <a:pt x="8220" y="304520"/>
                </a:lnTo>
                <a:lnTo>
                  <a:pt x="11257" y="353172"/>
                </a:lnTo>
                <a:lnTo>
                  <a:pt x="31738" y="380595"/>
                </a:lnTo>
                <a:lnTo>
                  <a:pt x="38503" y="379894"/>
                </a:lnTo>
                <a:lnTo>
                  <a:pt x="52932" y="342670"/>
                </a:lnTo>
                <a:lnTo>
                  <a:pt x="52220" y="337497"/>
                </a:lnTo>
                <a:lnTo>
                  <a:pt x="50795" y="337141"/>
                </a:lnTo>
                <a:lnTo>
                  <a:pt x="51430" y="305756"/>
                </a:lnTo>
                <a:lnTo>
                  <a:pt x="50662" y="271428"/>
                </a:lnTo>
                <a:lnTo>
                  <a:pt x="48493" y="234160"/>
                </a:lnTo>
                <a:lnTo>
                  <a:pt x="44921" y="193952"/>
                </a:lnTo>
                <a:lnTo>
                  <a:pt x="45048" y="125831"/>
                </a:lnTo>
                <a:lnTo>
                  <a:pt x="45155" y="116109"/>
                </a:lnTo>
                <a:lnTo>
                  <a:pt x="45856" y="98979"/>
                </a:lnTo>
                <a:lnTo>
                  <a:pt x="47024" y="85924"/>
                </a:lnTo>
                <a:lnTo>
                  <a:pt x="48659" y="76940"/>
                </a:lnTo>
                <a:lnTo>
                  <a:pt x="93479" y="76940"/>
                </a:lnTo>
                <a:lnTo>
                  <a:pt x="80422" y="55002"/>
                </a:lnTo>
                <a:lnTo>
                  <a:pt x="63489" y="30857"/>
                </a:lnTo>
                <a:lnTo>
                  <a:pt x="48091" y="13592"/>
                </a:lnTo>
                <a:lnTo>
                  <a:pt x="34231" y="3204"/>
                </a:lnTo>
                <a:lnTo>
                  <a:pt x="30670" y="1068"/>
                </a:lnTo>
                <a:lnTo>
                  <a:pt x="26566" y="0"/>
                </a:lnTo>
                <a:close/>
              </a:path>
              <a:path w="273684" h="381000">
                <a:moveTo>
                  <a:pt x="93479" y="76940"/>
                </a:moveTo>
                <a:lnTo>
                  <a:pt x="48659" y="76940"/>
                </a:lnTo>
                <a:lnTo>
                  <a:pt x="60445" y="97046"/>
                </a:lnTo>
                <a:lnTo>
                  <a:pt x="76041" y="125831"/>
                </a:lnTo>
                <a:lnTo>
                  <a:pt x="95446" y="163297"/>
                </a:lnTo>
                <a:lnTo>
                  <a:pt x="118657" y="209449"/>
                </a:lnTo>
                <a:lnTo>
                  <a:pt x="139425" y="249622"/>
                </a:lnTo>
                <a:lnTo>
                  <a:pt x="160594" y="286788"/>
                </a:lnTo>
                <a:lnTo>
                  <a:pt x="182166" y="320948"/>
                </a:lnTo>
                <a:lnTo>
                  <a:pt x="204142" y="352104"/>
                </a:lnTo>
                <a:lnTo>
                  <a:pt x="235229" y="376045"/>
                </a:lnTo>
                <a:lnTo>
                  <a:pt x="243146" y="376679"/>
                </a:lnTo>
                <a:lnTo>
                  <a:pt x="251356" y="375779"/>
                </a:lnTo>
                <a:lnTo>
                  <a:pt x="271060" y="322585"/>
                </a:lnTo>
                <a:lnTo>
                  <a:pt x="271165" y="320587"/>
                </a:lnTo>
                <a:lnTo>
                  <a:pt x="222309" y="320587"/>
                </a:lnTo>
                <a:lnTo>
                  <a:pt x="211487" y="305358"/>
                </a:lnTo>
                <a:lnTo>
                  <a:pt x="198262" y="283183"/>
                </a:lnTo>
                <a:lnTo>
                  <a:pt x="182634" y="254065"/>
                </a:lnTo>
                <a:lnTo>
                  <a:pt x="164604" y="218003"/>
                </a:lnTo>
                <a:lnTo>
                  <a:pt x="141060" y="169681"/>
                </a:lnTo>
                <a:lnTo>
                  <a:pt x="122259" y="131578"/>
                </a:lnTo>
                <a:lnTo>
                  <a:pt x="108202" y="103694"/>
                </a:lnTo>
                <a:lnTo>
                  <a:pt x="98826" y="85924"/>
                </a:lnTo>
                <a:lnTo>
                  <a:pt x="93479" y="76940"/>
                </a:lnTo>
                <a:close/>
              </a:path>
              <a:path w="273684" h="381000">
                <a:moveTo>
                  <a:pt x="237449" y="2670"/>
                </a:moveTo>
                <a:lnTo>
                  <a:pt x="227471" y="2670"/>
                </a:lnTo>
                <a:lnTo>
                  <a:pt x="222487" y="8732"/>
                </a:lnTo>
                <a:lnTo>
                  <a:pt x="218570" y="20837"/>
                </a:lnTo>
                <a:lnTo>
                  <a:pt x="218771" y="26045"/>
                </a:lnTo>
                <a:lnTo>
                  <a:pt x="219372" y="32057"/>
                </a:lnTo>
                <a:lnTo>
                  <a:pt x="220373" y="38868"/>
                </a:lnTo>
                <a:lnTo>
                  <a:pt x="221775" y="46480"/>
                </a:lnTo>
                <a:lnTo>
                  <a:pt x="223210" y="55098"/>
                </a:lnTo>
                <a:lnTo>
                  <a:pt x="227415" y="111803"/>
                </a:lnTo>
                <a:lnTo>
                  <a:pt x="227683" y="163297"/>
                </a:lnTo>
                <a:lnTo>
                  <a:pt x="226614" y="212787"/>
                </a:lnTo>
                <a:lnTo>
                  <a:pt x="223911" y="274096"/>
                </a:lnTo>
                <a:lnTo>
                  <a:pt x="222309" y="320587"/>
                </a:lnTo>
                <a:lnTo>
                  <a:pt x="271165" y="320587"/>
                </a:lnTo>
                <a:lnTo>
                  <a:pt x="272698" y="291429"/>
                </a:lnTo>
                <a:lnTo>
                  <a:pt x="273583" y="253693"/>
                </a:lnTo>
                <a:lnTo>
                  <a:pt x="273367" y="253693"/>
                </a:lnTo>
                <a:lnTo>
                  <a:pt x="273201" y="234690"/>
                </a:lnTo>
                <a:lnTo>
                  <a:pt x="273083" y="158688"/>
                </a:lnTo>
                <a:lnTo>
                  <a:pt x="272202" y="100347"/>
                </a:lnTo>
                <a:lnTo>
                  <a:pt x="265253" y="46116"/>
                </a:lnTo>
                <a:lnTo>
                  <a:pt x="248486" y="11758"/>
                </a:lnTo>
                <a:lnTo>
                  <a:pt x="242434" y="5706"/>
                </a:lnTo>
                <a:lnTo>
                  <a:pt x="237449" y="2670"/>
                </a:lnTo>
                <a:close/>
              </a:path>
              <a:path w="273684" h="381000">
                <a:moveTo>
                  <a:pt x="273605" y="252725"/>
                </a:moveTo>
                <a:lnTo>
                  <a:pt x="273367" y="253693"/>
                </a:lnTo>
                <a:lnTo>
                  <a:pt x="273583" y="253693"/>
                </a:lnTo>
                <a:lnTo>
                  <a:pt x="273605" y="252725"/>
                </a:lnTo>
                <a:close/>
              </a:path>
            </a:pathLst>
          </a:custGeom>
          <a:solidFill>
            <a:srgbClr val="231F20">
              <a:alpha val="58998"/>
            </a:srgbClr>
          </a:solidFill>
        </p:spPr>
        <p:txBody>
          <a:bodyPr wrap="square" lIns="0" tIns="0" rIns="0" bIns="0" rtlCol="0"/>
          <a:lstStyle/>
          <a:p>
            <a:endParaRPr/>
          </a:p>
        </p:txBody>
      </p:sp>
      <p:sp>
        <p:nvSpPr>
          <p:cNvPr id="53" name="bk object 53"/>
          <p:cNvSpPr/>
          <p:nvPr/>
        </p:nvSpPr>
        <p:spPr>
          <a:xfrm>
            <a:off x="8533752" y="6589338"/>
            <a:ext cx="408940" cy="371475"/>
          </a:xfrm>
          <a:custGeom>
            <a:avLst/>
            <a:gdLst/>
            <a:ahLst/>
            <a:cxnLst/>
            <a:rect l="l" t="t" r="r" b="b"/>
            <a:pathLst>
              <a:path w="408940" h="371475">
                <a:moveTo>
                  <a:pt x="212604" y="0"/>
                </a:moveTo>
                <a:lnTo>
                  <a:pt x="160446" y="7582"/>
                </a:lnTo>
                <a:lnTo>
                  <a:pt x="109154" y="27082"/>
                </a:lnTo>
                <a:lnTo>
                  <a:pt x="71922" y="56740"/>
                </a:lnTo>
                <a:lnTo>
                  <a:pt x="44934" y="83723"/>
                </a:lnTo>
                <a:lnTo>
                  <a:pt x="19488" y="119253"/>
                </a:lnTo>
                <a:lnTo>
                  <a:pt x="1594" y="169744"/>
                </a:lnTo>
                <a:lnTo>
                  <a:pt x="0" y="196221"/>
                </a:lnTo>
                <a:lnTo>
                  <a:pt x="2428" y="227783"/>
                </a:lnTo>
                <a:lnTo>
                  <a:pt x="14181" y="279347"/>
                </a:lnTo>
                <a:lnTo>
                  <a:pt x="45303" y="322926"/>
                </a:lnTo>
                <a:lnTo>
                  <a:pt x="79830" y="347170"/>
                </a:lnTo>
                <a:lnTo>
                  <a:pt x="117563" y="365399"/>
                </a:lnTo>
                <a:lnTo>
                  <a:pt x="149022" y="371472"/>
                </a:lnTo>
                <a:lnTo>
                  <a:pt x="215282" y="371472"/>
                </a:lnTo>
                <a:lnTo>
                  <a:pt x="254686" y="364529"/>
                </a:lnTo>
                <a:lnTo>
                  <a:pt x="299164" y="343693"/>
                </a:lnTo>
                <a:lnTo>
                  <a:pt x="326175" y="323975"/>
                </a:lnTo>
                <a:lnTo>
                  <a:pt x="153151" y="323975"/>
                </a:lnTo>
                <a:lnTo>
                  <a:pt x="142080" y="323924"/>
                </a:lnTo>
                <a:lnTo>
                  <a:pt x="104678" y="313244"/>
                </a:lnTo>
                <a:lnTo>
                  <a:pt x="63569" y="286460"/>
                </a:lnTo>
                <a:lnTo>
                  <a:pt x="43235" y="251790"/>
                </a:lnTo>
                <a:lnTo>
                  <a:pt x="38747" y="216524"/>
                </a:lnTo>
                <a:lnTo>
                  <a:pt x="38770" y="211278"/>
                </a:lnTo>
                <a:lnTo>
                  <a:pt x="47241" y="170644"/>
                </a:lnTo>
                <a:lnTo>
                  <a:pt x="74792" y="122409"/>
                </a:lnTo>
                <a:lnTo>
                  <a:pt x="103908" y="93691"/>
                </a:lnTo>
                <a:lnTo>
                  <a:pt x="149958" y="65592"/>
                </a:lnTo>
                <a:lnTo>
                  <a:pt x="188560" y="52498"/>
                </a:lnTo>
                <a:lnTo>
                  <a:pt x="214206" y="49160"/>
                </a:lnTo>
                <a:lnTo>
                  <a:pt x="255402" y="49160"/>
                </a:lnTo>
                <a:lnTo>
                  <a:pt x="256422" y="48048"/>
                </a:lnTo>
                <a:lnTo>
                  <a:pt x="257490" y="44488"/>
                </a:lnTo>
                <a:lnTo>
                  <a:pt x="258558" y="41996"/>
                </a:lnTo>
                <a:lnTo>
                  <a:pt x="258903" y="40739"/>
                </a:lnTo>
                <a:lnTo>
                  <a:pt x="258558" y="40739"/>
                </a:lnTo>
                <a:lnTo>
                  <a:pt x="259270" y="38603"/>
                </a:lnTo>
                <a:lnTo>
                  <a:pt x="259626" y="36289"/>
                </a:lnTo>
                <a:lnTo>
                  <a:pt x="259626" y="25598"/>
                </a:lnTo>
                <a:lnTo>
                  <a:pt x="256600" y="18028"/>
                </a:lnTo>
                <a:lnTo>
                  <a:pt x="244475" y="4143"/>
                </a:lnTo>
                <a:lnTo>
                  <a:pt x="238590" y="1201"/>
                </a:lnTo>
                <a:lnTo>
                  <a:pt x="230779" y="1201"/>
                </a:lnTo>
                <a:lnTo>
                  <a:pt x="221955" y="233"/>
                </a:lnTo>
                <a:lnTo>
                  <a:pt x="212604" y="0"/>
                </a:lnTo>
                <a:close/>
              </a:path>
              <a:path w="408940" h="371475">
                <a:moveTo>
                  <a:pt x="316797" y="188745"/>
                </a:moveTo>
                <a:lnTo>
                  <a:pt x="275921" y="191283"/>
                </a:lnTo>
                <a:lnTo>
                  <a:pt x="252684" y="208870"/>
                </a:lnTo>
                <a:lnTo>
                  <a:pt x="252684" y="212786"/>
                </a:lnTo>
                <a:lnTo>
                  <a:pt x="282065" y="237550"/>
                </a:lnTo>
                <a:lnTo>
                  <a:pt x="304777" y="238235"/>
                </a:lnTo>
                <a:lnTo>
                  <a:pt x="314126" y="238704"/>
                </a:lnTo>
                <a:lnTo>
                  <a:pt x="319734" y="239303"/>
                </a:lnTo>
                <a:lnTo>
                  <a:pt x="321603" y="240031"/>
                </a:lnTo>
                <a:lnTo>
                  <a:pt x="312884" y="263343"/>
                </a:lnTo>
                <a:lnTo>
                  <a:pt x="270410" y="300752"/>
                </a:lnTo>
                <a:lnTo>
                  <a:pt x="229791" y="316661"/>
                </a:lnTo>
                <a:lnTo>
                  <a:pt x="179196" y="322773"/>
                </a:lnTo>
                <a:lnTo>
                  <a:pt x="153151" y="323975"/>
                </a:lnTo>
                <a:lnTo>
                  <a:pt x="326175" y="323975"/>
                </a:lnTo>
                <a:lnTo>
                  <a:pt x="350995" y="293464"/>
                </a:lnTo>
                <a:lnTo>
                  <a:pt x="365618" y="253795"/>
                </a:lnTo>
                <a:lnTo>
                  <a:pt x="367026" y="241099"/>
                </a:lnTo>
                <a:lnTo>
                  <a:pt x="376109" y="240004"/>
                </a:lnTo>
                <a:lnTo>
                  <a:pt x="384119" y="239373"/>
                </a:lnTo>
                <a:lnTo>
                  <a:pt x="391062" y="239207"/>
                </a:lnTo>
                <a:lnTo>
                  <a:pt x="397492" y="239207"/>
                </a:lnTo>
                <a:lnTo>
                  <a:pt x="404773" y="235236"/>
                </a:lnTo>
                <a:lnTo>
                  <a:pt x="408700" y="229351"/>
                </a:lnTo>
                <a:lnTo>
                  <a:pt x="408700" y="216524"/>
                </a:lnTo>
                <a:lnTo>
                  <a:pt x="377508" y="192950"/>
                </a:lnTo>
                <a:lnTo>
                  <a:pt x="340641" y="189212"/>
                </a:lnTo>
                <a:lnTo>
                  <a:pt x="316797" y="188745"/>
                </a:lnTo>
                <a:close/>
              </a:path>
              <a:path w="408940" h="371475">
                <a:moveTo>
                  <a:pt x="397492" y="239207"/>
                </a:moveTo>
                <a:lnTo>
                  <a:pt x="391062" y="239207"/>
                </a:lnTo>
                <a:lnTo>
                  <a:pt x="396941" y="239508"/>
                </a:lnTo>
                <a:lnTo>
                  <a:pt x="397492" y="239207"/>
                </a:lnTo>
                <a:close/>
              </a:path>
              <a:path w="408940" h="371475">
                <a:moveTo>
                  <a:pt x="255402" y="49160"/>
                </a:moveTo>
                <a:lnTo>
                  <a:pt x="214206" y="49160"/>
                </a:lnTo>
                <a:lnTo>
                  <a:pt x="231441" y="49394"/>
                </a:lnTo>
                <a:lnTo>
                  <a:pt x="251616" y="50896"/>
                </a:lnTo>
                <a:lnTo>
                  <a:pt x="254464" y="50184"/>
                </a:lnTo>
                <a:lnTo>
                  <a:pt x="255402" y="49160"/>
                </a:lnTo>
                <a:close/>
              </a:path>
              <a:path w="408940" h="371475">
                <a:moveTo>
                  <a:pt x="237899" y="855"/>
                </a:moveTo>
                <a:lnTo>
                  <a:pt x="230779" y="1201"/>
                </a:lnTo>
                <a:lnTo>
                  <a:pt x="238590" y="1201"/>
                </a:lnTo>
                <a:lnTo>
                  <a:pt x="237899" y="855"/>
                </a:lnTo>
                <a:close/>
              </a:path>
            </a:pathLst>
          </a:custGeom>
          <a:solidFill>
            <a:srgbClr val="231F20">
              <a:alpha val="58998"/>
            </a:srgbClr>
          </a:solidFill>
        </p:spPr>
        <p:txBody>
          <a:bodyPr wrap="square" lIns="0" tIns="0" rIns="0" bIns="0" rtlCol="0"/>
          <a:lstStyle/>
          <a:p>
            <a:endParaRPr/>
          </a:p>
        </p:txBody>
      </p:sp>
      <p:sp>
        <p:nvSpPr>
          <p:cNvPr id="54" name="bk object 54"/>
          <p:cNvSpPr/>
          <p:nvPr/>
        </p:nvSpPr>
        <p:spPr>
          <a:xfrm>
            <a:off x="3510636" y="7551425"/>
            <a:ext cx="229235" cy="376555"/>
          </a:xfrm>
          <a:custGeom>
            <a:avLst/>
            <a:gdLst/>
            <a:ahLst/>
            <a:cxnLst/>
            <a:rect l="l" t="t" r="r" b="b"/>
            <a:pathLst>
              <a:path w="229235" h="376554">
                <a:moveTo>
                  <a:pt x="142960" y="73396"/>
                </a:moveTo>
                <a:lnTo>
                  <a:pt x="98311" y="73396"/>
                </a:lnTo>
                <a:lnTo>
                  <a:pt x="97376" y="91335"/>
                </a:lnTo>
                <a:lnTo>
                  <a:pt x="96709" y="120023"/>
                </a:lnTo>
                <a:lnTo>
                  <a:pt x="96308" y="159461"/>
                </a:lnTo>
                <a:lnTo>
                  <a:pt x="96175" y="209653"/>
                </a:lnTo>
                <a:lnTo>
                  <a:pt x="96655" y="262837"/>
                </a:lnTo>
                <a:lnTo>
                  <a:pt x="97574" y="304296"/>
                </a:lnTo>
                <a:lnTo>
                  <a:pt x="100708" y="352047"/>
                </a:lnTo>
                <a:lnTo>
                  <a:pt x="119148" y="376350"/>
                </a:lnTo>
                <a:lnTo>
                  <a:pt x="125391" y="374748"/>
                </a:lnTo>
                <a:lnTo>
                  <a:pt x="139451" y="318248"/>
                </a:lnTo>
                <a:lnTo>
                  <a:pt x="139985" y="231548"/>
                </a:lnTo>
                <a:lnTo>
                  <a:pt x="140419" y="175353"/>
                </a:lnTo>
                <a:lnTo>
                  <a:pt x="141186" y="127503"/>
                </a:lnTo>
                <a:lnTo>
                  <a:pt x="142288" y="87998"/>
                </a:lnTo>
                <a:lnTo>
                  <a:pt x="142960" y="73396"/>
                </a:lnTo>
                <a:close/>
              </a:path>
              <a:path w="229235" h="376554">
                <a:moveTo>
                  <a:pt x="201196" y="0"/>
                </a:moveTo>
                <a:lnTo>
                  <a:pt x="160157" y="6483"/>
                </a:lnTo>
                <a:lnTo>
                  <a:pt x="98845" y="22109"/>
                </a:lnTo>
                <a:lnTo>
                  <a:pt x="41408" y="38276"/>
                </a:lnTo>
                <a:lnTo>
                  <a:pt x="2314" y="51857"/>
                </a:lnTo>
                <a:lnTo>
                  <a:pt x="0" y="55951"/>
                </a:lnTo>
                <a:lnTo>
                  <a:pt x="0" y="68778"/>
                </a:lnTo>
                <a:lnTo>
                  <a:pt x="36333" y="90495"/>
                </a:lnTo>
                <a:lnTo>
                  <a:pt x="50757" y="85826"/>
                </a:lnTo>
                <a:lnTo>
                  <a:pt x="76470" y="77910"/>
                </a:lnTo>
                <a:lnTo>
                  <a:pt x="85755" y="75403"/>
                </a:lnTo>
                <a:lnTo>
                  <a:pt x="93035" y="73898"/>
                </a:lnTo>
                <a:lnTo>
                  <a:pt x="98311" y="73396"/>
                </a:lnTo>
                <a:lnTo>
                  <a:pt x="142960" y="73396"/>
                </a:lnTo>
                <a:lnTo>
                  <a:pt x="143723" y="56841"/>
                </a:lnTo>
                <a:lnTo>
                  <a:pt x="191816" y="45082"/>
                </a:lnTo>
                <a:lnTo>
                  <a:pt x="227616" y="29952"/>
                </a:lnTo>
                <a:lnTo>
                  <a:pt x="228684" y="27104"/>
                </a:lnTo>
                <a:lnTo>
                  <a:pt x="228684" y="17837"/>
                </a:lnTo>
                <a:lnTo>
                  <a:pt x="225291" y="11953"/>
                </a:lnTo>
                <a:lnTo>
                  <a:pt x="218527" y="6612"/>
                </a:lnTo>
                <a:lnTo>
                  <a:pt x="213218" y="3208"/>
                </a:lnTo>
                <a:lnTo>
                  <a:pt x="207441" y="1004"/>
                </a:lnTo>
                <a:lnTo>
                  <a:pt x="201196" y="0"/>
                </a:lnTo>
                <a:close/>
              </a:path>
            </a:pathLst>
          </a:custGeom>
          <a:solidFill>
            <a:srgbClr val="231F20">
              <a:alpha val="58998"/>
            </a:srgbClr>
          </a:solidFill>
        </p:spPr>
        <p:txBody>
          <a:bodyPr wrap="square" lIns="0" tIns="0" rIns="0" bIns="0" rtlCol="0"/>
          <a:lstStyle/>
          <a:p>
            <a:endParaRPr/>
          </a:p>
        </p:txBody>
      </p:sp>
      <p:sp>
        <p:nvSpPr>
          <p:cNvPr id="55" name="bk object 55"/>
          <p:cNvSpPr/>
          <p:nvPr/>
        </p:nvSpPr>
        <p:spPr>
          <a:xfrm>
            <a:off x="3725959" y="7554297"/>
            <a:ext cx="346075" cy="375920"/>
          </a:xfrm>
          <a:custGeom>
            <a:avLst/>
            <a:gdLst/>
            <a:ahLst/>
            <a:cxnLst/>
            <a:rect l="l" t="t" r="r" b="b"/>
            <a:pathLst>
              <a:path w="346075" h="375920">
                <a:moveTo>
                  <a:pt x="280708" y="198758"/>
                </a:moveTo>
                <a:lnTo>
                  <a:pt x="237772" y="198758"/>
                </a:lnTo>
                <a:lnTo>
                  <a:pt x="239074" y="219999"/>
                </a:lnTo>
                <a:lnTo>
                  <a:pt x="239775" y="237232"/>
                </a:lnTo>
                <a:lnTo>
                  <a:pt x="239835" y="251195"/>
                </a:lnTo>
                <a:lnTo>
                  <a:pt x="239374" y="259677"/>
                </a:lnTo>
                <a:lnTo>
                  <a:pt x="237132" y="283818"/>
                </a:lnTo>
                <a:lnTo>
                  <a:pt x="236364" y="306193"/>
                </a:lnTo>
                <a:lnTo>
                  <a:pt x="238840" y="357444"/>
                </a:lnTo>
                <a:lnTo>
                  <a:pt x="261280" y="375622"/>
                </a:lnTo>
                <a:lnTo>
                  <a:pt x="265552" y="375622"/>
                </a:lnTo>
                <a:lnTo>
                  <a:pt x="280915" y="322320"/>
                </a:lnTo>
                <a:lnTo>
                  <a:pt x="282527" y="298147"/>
                </a:lnTo>
                <a:lnTo>
                  <a:pt x="282517" y="271430"/>
                </a:lnTo>
                <a:lnTo>
                  <a:pt x="282259" y="250458"/>
                </a:lnTo>
                <a:lnTo>
                  <a:pt x="282117" y="240432"/>
                </a:lnTo>
                <a:lnTo>
                  <a:pt x="281269" y="217597"/>
                </a:lnTo>
                <a:lnTo>
                  <a:pt x="280915" y="206912"/>
                </a:lnTo>
                <a:lnTo>
                  <a:pt x="280708" y="198758"/>
                </a:lnTo>
                <a:close/>
              </a:path>
              <a:path w="346075" h="375920">
                <a:moveTo>
                  <a:pt x="96379" y="229752"/>
                </a:moveTo>
                <a:lnTo>
                  <a:pt x="58783" y="229752"/>
                </a:lnTo>
                <a:lnTo>
                  <a:pt x="59067" y="259677"/>
                </a:lnTo>
                <a:lnTo>
                  <a:pt x="59841" y="298147"/>
                </a:lnTo>
                <a:lnTo>
                  <a:pt x="67559" y="350137"/>
                </a:lnTo>
                <a:lnTo>
                  <a:pt x="79086" y="372951"/>
                </a:lnTo>
                <a:lnTo>
                  <a:pt x="85494" y="372951"/>
                </a:lnTo>
                <a:lnTo>
                  <a:pt x="92737" y="371414"/>
                </a:lnTo>
                <a:lnTo>
                  <a:pt x="97910" y="366804"/>
                </a:lnTo>
                <a:lnTo>
                  <a:pt x="101014" y="359121"/>
                </a:lnTo>
                <a:lnTo>
                  <a:pt x="102049" y="348366"/>
                </a:lnTo>
                <a:lnTo>
                  <a:pt x="100680" y="312104"/>
                </a:lnTo>
                <a:lnTo>
                  <a:pt x="99189" y="278647"/>
                </a:lnTo>
                <a:lnTo>
                  <a:pt x="97696" y="250458"/>
                </a:lnTo>
                <a:lnTo>
                  <a:pt x="96379" y="229752"/>
                </a:lnTo>
                <a:close/>
              </a:path>
              <a:path w="346075" h="375920">
                <a:moveTo>
                  <a:pt x="84238" y="6408"/>
                </a:moveTo>
                <a:lnTo>
                  <a:pt x="67505" y="6408"/>
                </a:lnTo>
                <a:lnTo>
                  <a:pt x="61265" y="12114"/>
                </a:lnTo>
                <a:lnTo>
                  <a:pt x="54434" y="54764"/>
                </a:lnTo>
                <a:lnTo>
                  <a:pt x="50771" y="134149"/>
                </a:lnTo>
                <a:lnTo>
                  <a:pt x="50228" y="186999"/>
                </a:lnTo>
                <a:lnTo>
                  <a:pt x="34434" y="188342"/>
                </a:lnTo>
                <a:lnTo>
                  <a:pt x="83" y="206912"/>
                </a:lnTo>
                <a:lnTo>
                  <a:pt x="0" y="211585"/>
                </a:lnTo>
                <a:lnTo>
                  <a:pt x="1735" y="221170"/>
                </a:lnTo>
                <a:lnTo>
                  <a:pt x="6944" y="228015"/>
                </a:lnTo>
                <a:lnTo>
                  <a:pt x="15628" y="232121"/>
                </a:lnTo>
                <a:lnTo>
                  <a:pt x="27789" y="233490"/>
                </a:lnTo>
                <a:lnTo>
                  <a:pt x="58783" y="229752"/>
                </a:lnTo>
                <a:lnTo>
                  <a:pt x="96379" y="229752"/>
                </a:lnTo>
                <a:lnTo>
                  <a:pt x="134075" y="217597"/>
                </a:lnTo>
                <a:lnTo>
                  <a:pt x="204878" y="203704"/>
                </a:lnTo>
                <a:lnTo>
                  <a:pt x="237772" y="198758"/>
                </a:lnTo>
                <a:lnTo>
                  <a:pt x="280708" y="198758"/>
                </a:lnTo>
                <a:lnTo>
                  <a:pt x="280605" y="194223"/>
                </a:lnTo>
                <a:lnTo>
                  <a:pt x="280515" y="186475"/>
                </a:lnTo>
                <a:lnTo>
                  <a:pt x="296643" y="184439"/>
                </a:lnTo>
                <a:lnTo>
                  <a:pt x="310836" y="182069"/>
                </a:lnTo>
                <a:lnTo>
                  <a:pt x="323092" y="179362"/>
                </a:lnTo>
                <a:lnTo>
                  <a:pt x="324358" y="178989"/>
                </a:lnTo>
                <a:lnTo>
                  <a:pt x="96175" y="178989"/>
                </a:lnTo>
                <a:lnTo>
                  <a:pt x="94306" y="162027"/>
                </a:lnTo>
                <a:lnTo>
                  <a:pt x="92970" y="145868"/>
                </a:lnTo>
                <a:lnTo>
                  <a:pt x="92169" y="130508"/>
                </a:lnTo>
                <a:lnTo>
                  <a:pt x="92011" y="121890"/>
                </a:lnTo>
                <a:lnTo>
                  <a:pt x="91977" y="109282"/>
                </a:lnTo>
                <a:lnTo>
                  <a:pt x="92169" y="100855"/>
                </a:lnTo>
                <a:lnTo>
                  <a:pt x="92503" y="89601"/>
                </a:lnTo>
                <a:lnTo>
                  <a:pt x="93438" y="62013"/>
                </a:lnTo>
                <a:lnTo>
                  <a:pt x="93774" y="48626"/>
                </a:lnTo>
                <a:lnTo>
                  <a:pt x="93972" y="36097"/>
                </a:lnTo>
                <a:lnTo>
                  <a:pt x="94039" y="24041"/>
                </a:lnTo>
                <a:lnTo>
                  <a:pt x="90122" y="12292"/>
                </a:lnTo>
                <a:lnTo>
                  <a:pt x="84238" y="6408"/>
                </a:lnTo>
                <a:close/>
              </a:path>
              <a:path w="346075" h="375920">
                <a:moveTo>
                  <a:pt x="266086" y="0"/>
                </a:moveTo>
                <a:lnTo>
                  <a:pt x="259321" y="0"/>
                </a:lnTo>
                <a:lnTo>
                  <a:pt x="252903" y="5172"/>
                </a:lnTo>
                <a:lnTo>
                  <a:pt x="241978" y="50492"/>
                </a:lnTo>
                <a:lnTo>
                  <a:pt x="236638" y="118884"/>
                </a:lnTo>
                <a:lnTo>
                  <a:pt x="236170" y="152278"/>
                </a:lnTo>
                <a:lnTo>
                  <a:pt x="186945" y="159957"/>
                </a:lnTo>
                <a:lnTo>
                  <a:pt x="147203" y="166972"/>
                </a:lnTo>
                <a:lnTo>
                  <a:pt x="116946" y="173318"/>
                </a:lnTo>
                <a:lnTo>
                  <a:pt x="96175" y="178989"/>
                </a:lnTo>
                <a:lnTo>
                  <a:pt x="324358" y="178989"/>
                </a:lnTo>
                <a:lnTo>
                  <a:pt x="333413" y="176319"/>
                </a:lnTo>
                <a:lnTo>
                  <a:pt x="341602" y="173481"/>
                </a:lnTo>
                <a:lnTo>
                  <a:pt x="345696" y="168131"/>
                </a:lnTo>
                <a:lnTo>
                  <a:pt x="345696" y="156016"/>
                </a:lnTo>
                <a:lnTo>
                  <a:pt x="344450" y="151210"/>
                </a:lnTo>
                <a:lnTo>
                  <a:pt x="341957" y="145868"/>
                </a:lnTo>
                <a:lnTo>
                  <a:pt x="339266" y="141587"/>
                </a:lnTo>
                <a:lnTo>
                  <a:pt x="281049" y="141587"/>
                </a:lnTo>
                <a:lnTo>
                  <a:pt x="281249" y="132658"/>
                </a:lnTo>
                <a:lnTo>
                  <a:pt x="281850" y="121890"/>
                </a:lnTo>
                <a:lnTo>
                  <a:pt x="282851" y="109282"/>
                </a:lnTo>
                <a:lnTo>
                  <a:pt x="285656" y="80427"/>
                </a:lnTo>
                <a:lnTo>
                  <a:pt x="286661" y="67925"/>
                </a:lnTo>
                <a:lnTo>
                  <a:pt x="287265" y="57326"/>
                </a:lnTo>
                <a:lnTo>
                  <a:pt x="287467" y="48626"/>
                </a:lnTo>
                <a:lnTo>
                  <a:pt x="286130" y="27352"/>
                </a:lnTo>
                <a:lnTo>
                  <a:pt x="282156" y="12292"/>
                </a:lnTo>
                <a:lnTo>
                  <a:pt x="282090" y="12114"/>
                </a:lnTo>
                <a:lnTo>
                  <a:pt x="275439" y="3039"/>
                </a:lnTo>
                <a:lnTo>
                  <a:pt x="266086" y="0"/>
                </a:lnTo>
                <a:close/>
              </a:path>
              <a:path w="346075" h="375920">
                <a:moveTo>
                  <a:pt x="317917" y="133577"/>
                </a:moveTo>
                <a:lnTo>
                  <a:pt x="313288" y="133577"/>
                </a:lnTo>
                <a:lnTo>
                  <a:pt x="307498" y="134917"/>
                </a:lnTo>
                <a:lnTo>
                  <a:pt x="293603" y="140257"/>
                </a:lnTo>
                <a:lnTo>
                  <a:pt x="287101" y="141587"/>
                </a:lnTo>
                <a:lnTo>
                  <a:pt x="339266" y="141587"/>
                </a:lnTo>
                <a:lnTo>
                  <a:pt x="338452" y="140291"/>
                </a:lnTo>
                <a:lnTo>
                  <a:pt x="333275" y="136385"/>
                </a:lnTo>
                <a:lnTo>
                  <a:pt x="326429" y="134149"/>
                </a:lnTo>
                <a:lnTo>
                  <a:pt x="317917" y="133577"/>
                </a:lnTo>
                <a:close/>
              </a:path>
            </a:pathLst>
          </a:custGeom>
          <a:solidFill>
            <a:srgbClr val="231F20">
              <a:alpha val="58998"/>
            </a:srgbClr>
          </a:solidFill>
        </p:spPr>
        <p:txBody>
          <a:bodyPr wrap="square" lIns="0" tIns="0" rIns="0" bIns="0" rtlCol="0"/>
          <a:lstStyle/>
          <a:p>
            <a:endParaRPr/>
          </a:p>
        </p:txBody>
      </p:sp>
      <p:sp>
        <p:nvSpPr>
          <p:cNvPr id="56" name="bk object 56"/>
          <p:cNvSpPr/>
          <p:nvPr/>
        </p:nvSpPr>
        <p:spPr>
          <a:xfrm>
            <a:off x="4098366" y="7556429"/>
            <a:ext cx="215265" cy="374015"/>
          </a:xfrm>
          <a:custGeom>
            <a:avLst/>
            <a:gdLst/>
            <a:ahLst/>
            <a:cxnLst/>
            <a:rect l="l" t="t" r="r" b="b"/>
            <a:pathLst>
              <a:path w="215264" h="374015">
                <a:moveTo>
                  <a:pt x="138461" y="72667"/>
                </a:moveTo>
                <a:lnTo>
                  <a:pt x="96709" y="72667"/>
                </a:lnTo>
                <a:lnTo>
                  <a:pt x="99319" y="110266"/>
                </a:lnTo>
                <a:lnTo>
                  <a:pt x="100730" y="152949"/>
                </a:lnTo>
                <a:lnTo>
                  <a:pt x="100943" y="200716"/>
                </a:lnTo>
                <a:lnTo>
                  <a:pt x="99962" y="253569"/>
                </a:lnTo>
                <a:lnTo>
                  <a:pt x="97787" y="311508"/>
                </a:lnTo>
                <a:lnTo>
                  <a:pt x="45420" y="330609"/>
                </a:lnTo>
                <a:lnTo>
                  <a:pt x="12292" y="341958"/>
                </a:lnTo>
                <a:lnTo>
                  <a:pt x="10858" y="346596"/>
                </a:lnTo>
                <a:lnTo>
                  <a:pt x="10183" y="351046"/>
                </a:lnTo>
                <a:lnTo>
                  <a:pt x="10156" y="365119"/>
                </a:lnTo>
                <a:lnTo>
                  <a:pt x="13360" y="369747"/>
                </a:lnTo>
                <a:lnTo>
                  <a:pt x="19769" y="369747"/>
                </a:lnTo>
                <a:lnTo>
                  <a:pt x="26177" y="372595"/>
                </a:lnTo>
                <a:lnTo>
                  <a:pt x="30805" y="373842"/>
                </a:lnTo>
                <a:lnTo>
                  <a:pt x="33663" y="373486"/>
                </a:lnTo>
                <a:lnTo>
                  <a:pt x="37936" y="373130"/>
                </a:lnTo>
                <a:lnTo>
                  <a:pt x="90966" y="359363"/>
                </a:lnTo>
                <a:lnTo>
                  <a:pt x="138415" y="340731"/>
                </a:lnTo>
                <a:lnTo>
                  <a:pt x="158819" y="332750"/>
                </a:lnTo>
                <a:lnTo>
                  <a:pt x="173950" y="327103"/>
                </a:lnTo>
                <a:lnTo>
                  <a:pt x="183805" y="323791"/>
                </a:lnTo>
                <a:lnTo>
                  <a:pt x="184151" y="323445"/>
                </a:lnTo>
                <a:lnTo>
                  <a:pt x="197690" y="314178"/>
                </a:lnTo>
                <a:lnTo>
                  <a:pt x="202684" y="310618"/>
                </a:lnTo>
                <a:lnTo>
                  <a:pt x="205355" y="306168"/>
                </a:lnTo>
                <a:lnTo>
                  <a:pt x="205711" y="300818"/>
                </a:lnTo>
                <a:lnTo>
                  <a:pt x="200928" y="294409"/>
                </a:lnTo>
                <a:lnTo>
                  <a:pt x="142655" y="294409"/>
                </a:lnTo>
                <a:lnTo>
                  <a:pt x="143829" y="276177"/>
                </a:lnTo>
                <a:lnTo>
                  <a:pt x="144667" y="257808"/>
                </a:lnTo>
                <a:lnTo>
                  <a:pt x="145168" y="239307"/>
                </a:lnTo>
                <a:lnTo>
                  <a:pt x="145335" y="220673"/>
                </a:lnTo>
                <a:lnTo>
                  <a:pt x="144867" y="191424"/>
                </a:lnTo>
                <a:lnTo>
                  <a:pt x="143462" y="155493"/>
                </a:lnTo>
                <a:lnTo>
                  <a:pt x="141126" y="112881"/>
                </a:lnTo>
                <a:lnTo>
                  <a:pt x="138461" y="72667"/>
                </a:lnTo>
                <a:close/>
              </a:path>
              <a:path w="215264" h="374015">
                <a:moveTo>
                  <a:pt x="185585" y="284075"/>
                </a:moveTo>
                <a:lnTo>
                  <a:pt x="169555" y="285143"/>
                </a:lnTo>
                <a:lnTo>
                  <a:pt x="164570" y="286389"/>
                </a:lnTo>
                <a:lnTo>
                  <a:pt x="160298" y="288525"/>
                </a:lnTo>
                <a:lnTo>
                  <a:pt x="154948" y="291383"/>
                </a:lnTo>
                <a:lnTo>
                  <a:pt x="149073" y="293331"/>
                </a:lnTo>
                <a:lnTo>
                  <a:pt x="142655" y="294409"/>
                </a:lnTo>
                <a:lnTo>
                  <a:pt x="200928" y="294409"/>
                </a:lnTo>
                <a:lnTo>
                  <a:pt x="196622" y="288525"/>
                </a:lnTo>
                <a:lnTo>
                  <a:pt x="192706" y="285321"/>
                </a:lnTo>
                <a:lnTo>
                  <a:pt x="185585" y="284075"/>
                </a:lnTo>
                <a:close/>
              </a:path>
              <a:path w="215264" h="374015">
                <a:moveTo>
                  <a:pt x="191460" y="0"/>
                </a:moveTo>
                <a:lnTo>
                  <a:pt x="178999" y="0"/>
                </a:lnTo>
                <a:lnTo>
                  <a:pt x="175073" y="722"/>
                </a:lnTo>
                <a:lnTo>
                  <a:pt x="171513" y="2146"/>
                </a:lnTo>
                <a:lnTo>
                  <a:pt x="126894" y="16172"/>
                </a:lnTo>
                <a:lnTo>
                  <a:pt x="83883" y="30465"/>
                </a:lnTo>
                <a:lnTo>
                  <a:pt x="42476" y="45024"/>
                </a:lnTo>
                <a:lnTo>
                  <a:pt x="2670" y="59851"/>
                </a:lnTo>
                <a:lnTo>
                  <a:pt x="0" y="75704"/>
                </a:lnTo>
                <a:lnTo>
                  <a:pt x="0" y="83882"/>
                </a:lnTo>
                <a:lnTo>
                  <a:pt x="34197" y="91902"/>
                </a:lnTo>
                <a:lnTo>
                  <a:pt x="57341" y="84091"/>
                </a:lnTo>
                <a:lnTo>
                  <a:pt x="75474" y="78280"/>
                </a:lnTo>
                <a:lnTo>
                  <a:pt x="88596" y="74471"/>
                </a:lnTo>
                <a:lnTo>
                  <a:pt x="96709" y="72667"/>
                </a:lnTo>
                <a:lnTo>
                  <a:pt x="138461" y="72667"/>
                </a:lnTo>
                <a:lnTo>
                  <a:pt x="137859" y="63589"/>
                </a:lnTo>
                <a:lnTo>
                  <a:pt x="180832" y="48657"/>
                </a:lnTo>
                <a:lnTo>
                  <a:pt x="214799" y="27611"/>
                </a:lnTo>
                <a:lnTo>
                  <a:pt x="214799" y="15151"/>
                </a:lnTo>
                <a:lnTo>
                  <a:pt x="211585" y="10250"/>
                </a:lnTo>
                <a:lnTo>
                  <a:pt x="198768" y="2052"/>
                </a:lnTo>
                <a:lnTo>
                  <a:pt x="191460" y="0"/>
                </a:lnTo>
                <a:close/>
              </a:path>
            </a:pathLst>
          </a:custGeom>
          <a:solidFill>
            <a:srgbClr val="231F20">
              <a:alpha val="58998"/>
            </a:srgbClr>
          </a:solidFill>
        </p:spPr>
        <p:txBody>
          <a:bodyPr wrap="square" lIns="0" tIns="0" rIns="0" bIns="0" rtlCol="0"/>
          <a:lstStyle/>
          <a:p>
            <a:endParaRPr/>
          </a:p>
        </p:txBody>
      </p:sp>
      <p:sp>
        <p:nvSpPr>
          <p:cNvPr id="57" name="bk object 57"/>
          <p:cNvSpPr/>
          <p:nvPr/>
        </p:nvSpPr>
        <p:spPr>
          <a:xfrm>
            <a:off x="4353729" y="7551620"/>
            <a:ext cx="273685" cy="381000"/>
          </a:xfrm>
          <a:custGeom>
            <a:avLst/>
            <a:gdLst/>
            <a:ahLst/>
            <a:cxnLst/>
            <a:rect l="l" t="t" r="r" b="b"/>
            <a:pathLst>
              <a:path w="273685" h="381000">
                <a:moveTo>
                  <a:pt x="26557" y="0"/>
                </a:moveTo>
                <a:lnTo>
                  <a:pt x="21939" y="0"/>
                </a:lnTo>
                <a:lnTo>
                  <a:pt x="12754" y="1238"/>
                </a:lnTo>
                <a:lnTo>
                  <a:pt x="6039" y="4948"/>
                </a:lnTo>
                <a:lnTo>
                  <a:pt x="1799" y="11127"/>
                </a:lnTo>
                <a:lnTo>
                  <a:pt x="34" y="19769"/>
                </a:lnTo>
                <a:lnTo>
                  <a:pt x="0" y="26054"/>
                </a:lnTo>
                <a:lnTo>
                  <a:pt x="298" y="32063"/>
                </a:lnTo>
                <a:lnTo>
                  <a:pt x="1031" y="39809"/>
                </a:lnTo>
                <a:lnTo>
                  <a:pt x="2170" y="48626"/>
                </a:lnTo>
                <a:lnTo>
                  <a:pt x="3339" y="58050"/>
                </a:lnTo>
                <a:lnTo>
                  <a:pt x="4173" y="66000"/>
                </a:lnTo>
                <a:lnTo>
                  <a:pt x="4647" y="72133"/>
                </a:lnTo>
                <a:lnTo>
                  <a:pt x="4770" y="85935"/>
                </a:lnTo>
                <a:lnTo>
                  <a:pt x="4607" y="105569"/>
                </a:lnTo>
                <a:lnTo>
                  <a:pt x="4487" y="125836"/>
                </a:lnTo>
                <a:lnTo>
                  <a:pt x="4379" y="195728"/>
                </a:lnTo>
                <a:lnTo>
                  <a:pt x="6043" y="261147"/>
                </a:lnTo>
                <a:lnTo>
                  <a:pt x="8216" y="304526"/>
                </a:lnTo>
                <a:lnTo>
                  <a:pt x="11259" y="353182"/>
                </a:lnTo>
                <a:lnTo>
                  <a:pt x="31730" y="380606"/>
                </a:lnTo>
                <a:lnTo>
                  <a:pt x="38504" y="379894"/>
                </a:lnTo>
                <a:lnTo>
                  <a:pt x="52923" y="342680"/>
                </a:lnTo>
                <a:lnTo>
                  <a:pt x="52211" y="337508"/>
                </a:lnTo>
                <a:lnTo>
                  <a:pt x="50797" y="337152"/>
                </a:lnTo>
                <a:lnTo>
                  <a:pt x="51425" y="305761"/>
                </a:lnTo>
                <a:lnTo>
                  <a:pt x="50655" y="271431"/>
                </a:lnTo>
                <a:lnTo>
                  <a:pt x="48484" y="234164"/>
                </a:lnTo>
                <a:lnTo>
                  <a:pt x="44913" y="193962"/>
                </a:lnTo>
                <a:lnTo>
                  <a:pt x="45039" y="125836"/>
                </a:lnTo>
                <a:lnTo>
                  <a:pt x="45146" y="116119"/>
                </a:lnTo>
                <a:lnTo>
                  <a:pt x="45847" y="98990"/>
                </a:lnTo>
                <a:lnTo>
                  <a:pt x="47015" y="85935"/>
                </a:lnTo>
                <a:lnTo>
                  <a:pt x="48651" y="76950"/>
                </a:lnTo>
                <a:lnTo>
                  <a:pt x="93475" y="76950"/>
                </a:lnTo>
                <a:lnTo>
                  <a:pt x="80413" y="55008"/>
                </a:lnTo>
                <a:lnTo>
                  <a:pt x="63481" y="30866"/>
                </a:lnTo>
                <a:lnTo>
                  <a:pt x="48087" y="13602"/>
                </a:lnTo>
                <a:lnTo>
                  <a:pt x="34232" y="3214"/>
                </a:lnTo>
                <a:lnTo>
                  <a:pt x="30662" y="1078"/>
                </a:lnTo>
                <a:lnTo>
                  <a:pt x="26557" y="0"/>
                </a:lnTo>
                <a:close/>
              </a:path>
              <a:path w="273685" h="381000">
                <a:moveTo>
                  <a:pt x="93475" y="76950"/>
                </a:moveTo>
                <a:lnTo>
                  <a:pt x="48651" y="76950"/>
                </a:lnTo>
                <a:lnTo>
                  <a:pt x="60436" y="97052"/>
                </a:lnTo>
                <a:lnTo>
                  <a:pt x="76032" y="125836"/>
                </a:lnTo>
                <a:lnTo>
                  <a:pt x="95437" y="163301"/>
                </a:lnTo>
                <a:lnTo>
                  <a:pt x="118649" y="209449"/>
                </a:lnTo>
                <a:lnTo>
                  <a:pt x="139416" y="249623"/>
                </a:lnTo>
                <a:lnTo>
                  <a:pt x="160586" y="286793"/>
                </a:lnTo>
                <a:lnTo>
                  <a:pt x="182158" y="320957"/>
                </a:lnTo>
                <a:lnTo>
                  <a:pt x="204133" y="352114"/>
                </a:lnTo>
                <a:lnTo>
                  <a:pt x="235225" y="376055"/>
                </a:lnTo>
                <a:lnTo>
                  <a:pt x="243147" y="376690"/>
                </a:lnTo>
                <a:lnTo>
                  <a:pt x="251353" y="375788"/>
                </a:lnTo>
                <a:lnTo>
                  <a:pt x="271051" y="322594"/>
                </a:lnTo>
                <a:lnTo>
                  <a:pt x="271157" y="320587"/>
                </a:lnTo>
                <a:lnTo>
                  <a:pt x="222300" y="320587"/>
                </a:lnTo>
                <a:lnTo>
                  <a:pt x="211484" y="305359"/>
                </a:lnTo>
                <a:lnTo>
                  <a:pt x="198261" y="283187"/>
                </a:lnTo>
                <a:lnTo>
                  <a:pt x="182632" y="254069"/>
                </a:lnTo>
                <a:lnTo>
                  <a:pt x="164595" y="218003"/>
                </a:lnTo>
                <a:lnTo>
                  <a:pt x="141051" y="169685"/>
                </a:lnTo>
                <a:lnTo>
                  <a:pt x="122251" y="131582"/>
                </a:lnTo>
                <a:lnTo>
                  <a:pt x="108193" y="103696"/>
                </a:lnTo>
                <a:lnTo>
                  <a:pt x="98824" y="85935"/>
                </a:lnTo>
                <a:lnTo>
                  <a:pt x="93475" y="76950"/>
                </a:lnTo>
                <a:close/>
              </a:path>
              <a:path w="273685" h="381000">
                <a:moveTo>
                  <a:pt x="237441" y="2680"/>
                </a:moveTo>
                <a:lnTo>
                  <a:pt x="227462" y="2680"/>
                </a:lnTo>
                <a:lnTo>
                  <a:pt x="222478" y="8743"/>
                </a:lnTo>
                <a:lnTo>
                  <a:pt x="218562" y="20847"/>
                </a:lnTo>
                <a:lnTo>
                  <a:pt x="218762" y="26054"/>
                </a:lnTo>
                <a:lnTo>
                  <a:pt x="219363" y="32063"/>
                </a:lnTo>
                <a:lnTo>
                  <a:pt x="220364" y="38874"/>
                </a:lnTo>
                <a:lnTo>
                  <a:pt x="221766" y="46490"/>
                </a:lnTo>
                <a:lnTo>
                  <a:pt x="223201" y="55109"/>
                </a:lnTo>
                <a:lnTo>
                  <a:pt x="227406" y="111808"/>
                </a:lnTo>
                <a:lnTo>
                  <a:pt x="227674" y="163301"/>
                </a:lnTo>
                <a:lnTo>
                  <a:pt x="226605" y="212792"/>
                </a:lnTo>
                <a:lnTo>
                  <a:pt x="223902" y="274106"/>
                </a:lnTo>
                <a:lnTo>
                  <a:pt x="222300" y="320587"/>
                </a:lnTo>
                <a:lnTo>
                  <a:pt x="271157" y="320587"/>
                </a:lnTo>
                <a:lnTo>
                  <a:pt x="272690" y="291435"/>
                </a:lnTo>
                <a:lnTo>
                  <a:pt x="273574" y="253699"/>
                </a:lnTo>
                <a:lnTo>
                  <a:pt x="273359" y="253699"/>
                </a:lnTo>
                <a:lnTo>
                  <a:pt x="273192" y="234699"/>
                </a:lnTo>
                <a:lnTo>
                  <a:pt x="273075" y="158694"/>
                </a:lnTo>
                <a:lnTo>
                  <a:pt x="272195" y="100361"/>
                </a:lnTo>
                <a:lnTo>
                  <a:pt x="265248" y="46124"/>
                </a:lnTo>
                <a:lnTo>
                  <a:pt x="248477" y="11758"/>
                </a:lnTo>
                <a:lnTo>
                  <a:pt x="242425" y="5706"/>
                </a:lnTo>
                <a:lnTo>
                  <a:pt x="237441" y="2680"/>
                </a:lnTo>
                <a:close/>
              </a:path>
              <a:path w="273685" h="381000">
                <a:moveTo>
                  <a:pt x="273597" y="252725"/>
                </a:moveTo>
                <a:lnTo>
                  <a:pt x="273359" y="253699"/>
                </a:lnTo>
                <a:lnTo>
                  <a:pt x="273574" y="253699"/>
                </a:lnTo>
                <a:lnTo>
                  <a:pt x="273597" y="252725"/>
                </a:lnTo>
                <a:close/>
              </a:path>
            </a:pathLst>
          </a:custGeom>
          <a:solidFill>
            <a:srgbClr val="231F20">
              <a:alpha val="58998"/>
            </a:srgbClr>
          </a:solidFill>
        </p:spPr>
        <p:txBody>
          <a:bodyPr wrap="square" lIns="0" tIns="0" rIns="0" bIns="0" rtlCol="0"/>
          <a:lstStyle/>
          <a:p>
            <a:endParaRPr/>
          </a:p>
        </p:txBody>
      </p:sp>
      <p:sp>
        <p:nvSpPr>
          <p:cNvPr id="58" name="bk object 58"/>
          <p:cNvSpPr/>
          <p:nvPr/>
        </p:nvSpPr>
        <p:spPr>
          <a:xfrm>
            <a:off x="4697043" y="7553769"/>
            <a:ext cx="248920" cy="380365"/>
          </a:xfrm>
          <a:custGeom>
            <a:avLst/>
            <a:gdLst/>
            <a:ahLst/>
            <a:cxnLst/>
            <a:rect l="l" t="t" r="r" b="b"/>
            <a:pathLst>
              <a:path w="248920" h="380365">
                <a:moveTo>
                  <a:pt x="147335" y="137849"/>
                </a:moveTo>
                <a:lnTo>
                  <a:pt x="100183" y="137849"/>
                </a:lnTo>
                <a:lnTo>
                  <a:pt x="103605" y="143373"/>
                </a:lnTo>
                <a:lnTo>
                  <a:pt x="108531" y="151937"/>
                </a:lnTo>
                <a:lnTo>
                  <a:pt x="130522" y="192530"/>
                </a:lnTo>
                <a:lnTo>
                  <a:pt x="140789" y="213710"/>
                </a:lnTo>
                <a:lnTo>
                  <a:pt x="149571" y="228025"/>
                </a:lnTo>
                <a:lnTo>
                  <a:pt x="158823" y="246376"/>
                </a:lnTo>
                <a:lnTo>
                  <a:pt x="168542" y="268764"/>
                </a:lnTo>
                <a:lnTo>
                  <a:pt x="178725" y="295195"/>
                </a:lnTo>
                <a:lnTo>
                  <a:pt x="189078" y="321693"/>
                </a:lnTo>
                <a:lnTo>
                  <a:pt x="209379" y="362969"/>
                </a:lnTo>
                <a:lnTo>
                  <a:pt x="227530" y="379883"/>
                </a:lnTo>
                <a:lnTo>
                  <a:pt x="239635" y="379883"/>
                </a:lnTo>
                <a:lnTo>
                  <a:pt x="245519" y="374009"/>
                </a:lnTo>
                <a:lnTo>
                  <a:pt x="248723" y="362261"/>
                </a:lnTo>
                <a:lnTo>
                  <a:pt x="240472" y="337281"/>
                </a:lnTo>
                <a:lnTo>
                  <a:pt x="227377" y="299342"/>
                </a:lnTo>
                <a:lnTo>
                  <a:pt x="207044" y="248848"/>
                </a:lnTo>
                <a:lnTo>
                  <a:pt x="188576" y="212678"/>
                </a:lnTo>
                <a:lnTo>
                  <a:pt x="181262" y="199954"/>
                </a:lnTo>
                <a:lnTo>
                  <a:pt x="172814" y="184627"/>
                </a:lnTo>
                <a:lnTo>
                  <a:pt x="163228" y="166696"/>
                </a:lnTo>
                <a:lnTo>
                  <a:pt x="155112" y="151602"/>
                </a:lnTo>
                <a:lnTo>
                  <a:pt x="147335" y="137849"/>
                </a:lnTo>
                <a:close/>
              </a:path>
              <a:path w="248920" h="380365">
                <a:moveTo>
                  <a:pt x="29473" y="1424"/>
                </a:moveTo>
                <a:lnTo>
                  <a:pt x="19505" y="2136"/>
                </a:lnTo>
                <a:lnTo>
                  <a:pt x="13097" y="2492"/>
                </a:lnTo>
                <a:lnTo>
                  <a:pt x="8636" y="6397"/>
                </a:lnTo>
                <a:lnTo>
                  <a:pt x="320" y="94635"/>
                </a:lnTo>
                <a:lnTo>
                  <a:pt x="74" y="137843"/>
                </a:lnTo>
                <a:lnTo>
                  <a:pt x="0" y="163540"/>
                </a:lnTo>
                <a:lnTo>
                  <a:pt x="396" y="215990"/>
                </a:lnTo>
                <a:lnTo>
                  <a:pt x="1536" y="266178"/>
                </a:lnTo>
                <a:lnTo>
                  <a:pt x="3485" y="314063"/>
                </a:lnTo>
                <a:lnTo>
                  <a:pt x="6144" y="355308"/>
                </a:lnTo>
                <a:lnTo>
                  <a:pt x="26447" y="377747"/>
                </a:lnTo>
                <a:lnTo>
                  <a:pt x="31592" y="376545"/>
                </a:lnTo>
                <a:lnTo>
                  <a:pt x="45549" y="328294"/>
                </a:lnTo>
                <a:lnTo>
                  <a:pt x="46228" y="286378"/>
                </a:lnTo>
                <a:lnTo>
                  <a:pt x="46648" y="222799"/>
                </a:lnTo>
                <a:lnTo>
                  <a:pt x="46750" y="176319"/>
                </a:lnTo>
                <a:lnTo>
                  <a:pt x="62914" y="164097"/>
                </a:lnTo>
                <a:lnTo>
                  <a:pt x="77209" y="153613"/>
                </a:lnTo>
                <a:lnTo>
                  <a:pt x="89633" y="144864"/>
                </a:lnTo>
                <a:lnTo>
                  <a:pt x="100183" y="137849"/>
                </a:lnTo>
                <a:lnTo>
                  <a:pt x="147335" y="137849"/>
                </a:lnTo>
                <a:lnTo>
                  <a:pt x="139888" y="125420"/>
                </a:lnTo>
                <a:lnTo>
                  <a:pt x="132779" y="114331"/>
                </a:lnTo>
                <a:lnTo>
                  <a:pt x="134497" y="111928"/>
                </a:lnTo>
                <a:lnTo>
                  <a:pt x="136013" y="110593"/>
                </a:lnTo>
                <a:lnTo>
                  <a:pt x="45860" y="110593"/>
                </a:lnTo>
                <a:lnTo>
                  <a:pt x="44436" y="109535"/>
                </a:lnTo>
                <a:lnTo>
                  <a:pt x="43012" y="107389"/>
                </a:lnTo>
                <a:lnTo>
                  <a:pt x="43148" y="100709"/>
                </a:lnTo>
                <a:lnTo>
                  <a:pt x="43413" y="94635"/>
                </a:lnTo>
                <a:lnTo>
                  <a:pt x="43913" y="86704"/>
                </a:lnTo>
                <a:lnTo>
                  <a:pt x="45315" y="68906"/>
                </a:lnTo>
                <a:lnTo>
                  <a:pt x="45816" y="61377"/>
                </a:lnTo>
                <a:lnTo>
                  <a:pt x="46116" y="55148"/>
                </a:lnTo>
                <a:lnTo>
                  <a:pt x="46155" y="48616"/>
                </a:lnTo>
                <a:lnTo>
                  <a:pt x="45816" y="39836"/>
                </a:lnTo>
                <a:lnTo>
                  <a:pt x="44614" y="30052"/>
                </a:lnTo>
                <a:lnTo>
                  <a:pt x="42612" y="20867"/>
                </a:lnTo>
                <a:lnTo>
                  <a:pt x="39808" y="12282"/>
                </a:lnTo>
                <a:lnTo>
                  <a:pt x="36238" y="4795"/>
                </a:lnTo>
                <a:lnTo>
                  <a:pt x="29473" y="1424"/>
                </a:lnTo>
                <a:close/>
              </a:path>
              <a:path w="248920" h="380365">
                <a:moveTo>
                  <a:pt x="216661" y="0"/>
                </a:moveTo>
                <a:lnTo>
                  <a:pt x="210253" y="0"/>
                </a:lnTo>
                <a:lnTo>
                  <a:pt x="201100" y="4240"/>
                </a:lnTo>
                <a:lnTo>
                  <a:pt x="185404" y="13757"/>
                </a:lnTo>
                <a:lnTo>
                  <a:pt x="163165" y="28549"/>
                </a:lnTo>
                <a:lnTo>
                  <a:pt x="134381" y="48616"/>
                </a:lnTo>
                <a:lnTo>
                  <a:pt x="104329" y="69923"/>
                </a:lnTo>
                <a:lnTo>
                  <a:pt x="81489" y="85753"/>
                </a:lnTo>
                <a:lnTo>
                  <a:pt x="65860" y="96106"/>
                </a:lnTo>
                <a:lnTo>
                  <a:pt x="57441" y="100981"/>
                </a:lnTo>
                <a:lnTo>
                  <a:pt x="53169" y="107389"/>
                </a:lnTo>
                <a:lnTo>
                  <a:pt x="49776" y="110593"/>
                </a:lnTo>
                <a:lnTo>
                  <a:pt x="136013" y="110593"/>
                </a:lnTo>
                <a:lnTo>
                  <a:pt x="139653" y="107388"/>
                </a:lnTo>
                <a:lnTo>
                  <a:pt x="148249" y="100709"/>
                </a:lnTo>
                <a:lnTo>
                  <a:pt x="182665" y="76404"/>
                </a:lnTo>
                <a:lnTo>
                  <a:pt x="194756" y="69453"/>
                </a:lnTo>
                <a:lnTo>
                  <a:pt x="197929" y="66048"/>
                </a:lnTo>
                <a:lnTo>
                  <a:pt x="203172" y="61708"/>
                </a:lnTo>
                <a:lnTo>
                  <a:pt x="210485" y="56432"/>
                </a:lnTo>
                <a:lnTo>
                  <a:pt x="219865" y="50218"/>
                </a:lnTo>
                <a:lnTo>
                  <a:pt x="226914" y="44809"/>
                </a:lnTo>
                <a:lnTo>
                  <a:pt x="232023" y="39265"/>
                </a:lnTo>
                <a:lnTo>
                  <a:pt x="235195" y="33588"/>
                </a:lnTo>
                <a:lnTo>
                  <a:pt x="236430" y="27779"/>
                </a:lnTo>
                <a:lnTo>
                  <a:pt x="236786" y="21015"/>
                </a:lnTo>
                <a:lnTo>
                  <a:pt x="234116" y="14690"/>
                </a:lnTo>
                <a:lnTo>
                  <a:pt x="222714" y="2942"/>
                </a:lnTo>
                <a:lnTo>
                  <a:pt x="216661" y="0"/>
                </a:lnTo>
                <a:close/>
              </a:path>
            </a:pathLst>
          </a:custGeom>
          <a:solidFill>
            <a:srgbClr val="231F20">
              <a:alpha val="58998"/>
            </a:srgbClr>
          </a:solidFill>
        </p:spPr>
        <p:txBody>
          <a:bodyPr wrap="square" lIns="0" tIns="0" rIns="0" bIns="0" rtlCol="0"/>
          <a:lstStyle/>
          <a:p>
            <a:endParaRPr/>
          </a:p>
        </p:txBody>
      </p:sp>
      <p:sp>
        <p:nvSpPr>
          <p:cNvPr id="59" name="bk object 59"/>
          <p:cNvSpPr/>
          <p:nvPr/>
        </p:nvSpPr>
        <p:spPr>
          <a:xfrm>
            <a:off x="4985831" y="7556429"/>
            <a:ext cx="215265" cy="374015"/>
          </a:xfrm>
          <a:custGeom>
            <a:avLst/>
            <a:gdLst/>
            <a:ahLst/>
            <a:cxnLst/>
            <a:rect l="l" t="t" r="r" b="b"/>
            <a:pathLst>
              <a:path w="215264" h="374015">
                <a:moveTo>
                  <a:pt x="138451" y="72667"/>
                </a:moveTo>
                <a:lnTo>
                  <a:pt x="96709" y="72667"/>
                </a:lnTo>
                <a:lnTo>
                  <a:pt x="99319" y="110266"/>
                </a:lnTo>
                <a:lnTo>
                  <a:pt x="100729" y="152949"/>
                </a:lnTo>
                <a:lnTo>
                  <a:pt x="100941" y="200716"/>
                </a:lnTo>
                <a:lnTo>
                  <a:pt x="99956" y="253569"/>
                </a:lnTo>
                <a:lnTo>
                  <a:pt x="97777" y="311508"/>
                </a:lnTo>
                <a:lnTo>
                  <a:pt x="45410" y="330609"/>
                </a:lnTo>
                <a:lnTo>
                  <a:pt x="12292" y="341958"/>
                </a:lnTo>
                <a:lnTo>
                  <a:pt x="10858" y="346596"/>
                </a:lnTo>
                <a:lnTo>
                  <a:pt x="10183" y="351046"/>
                </a:lnTo>
                <a:lnTo>
                  <a:pt x="10156" y="365119"/>
                </a:lnTo>
                <a:lnTo>
                  <a:pt x="13360" y="369747"/>
                </a:lnTo>
                <a:lnTo>
                  <a:pt x="19769" y="369747"/>
                </a:lnTo>
                <a:lnTo>
                  <a:pt x="26177" y="372595"/>
                </a:lnTo>
                <a:lnTo>
                  <a:pt x="30805" y="373842"/>
                </a:lnTo>
                <a:lnTo>
                  <a:pt x="33663" y="373486"/>
                </a:lnTo>
                <a:lnTo>
                  <a:pt x="37936" y="373130"/>
                </a:lnTo>
                <a:lnTo>
                  <a:pt x="90966" y="359363"/>
                </a:lnTo>
                <a:lnTo>
                  <a:pt x="138415" y="340731"/>
                </a:lnTo>
                <a:lnTo>
                  <a:pt x="158819" y="332750"/>
                </a:lnTo>
                <a:lnTo>
                  <a:pt x="173950" y="327103"/>
                </a:lnTo>
                <a:lnTo>
                  <a:pt x="183805" y="323791"/>
                </a:lnTo>
                <a:lnTo>
                  <a:pt x="184151" y="323445"/>
                </a:lnTo>
                <a:lnTo>
                  <a:pt x="197690" y="314178"/>
                </a:lnTo>
                <a:lnTo>
                  <a:pt x="202674" y="310618"/>
                </a:lnTo>
                <a:lnTo>
                  <a:pt x="205344" y="306168"/>
                </a:lnTo>
                <a:lnTo>
                  <a:pt x="205711" y="300818"/>
                </a:lnTo>
                <a:lnTo>
                  <a:pt x="200922" y="294409"/>
                </a:lnTo>
                <a:lnTo>
                  <a:pt x="142655" y="294409"/>
                </a:lnTo>
                <a:lnTo>
                  <a:pt x="143829" y="276177"/>
                </a:lnTo>
                <a:lnTo>
                  <a:pt x="144667" y="257808"/>
                </a:lnTo>
                <a:lnTo>
                  <a:pt x="145168" y="239307"/>
                </a:lnTo>
                <a:lnTo>
                  <a:pt x="145335" y="220673"/>
                </a:lnTo>
                <a:lnTo>
                  <a:pt x="144866" y="191424"/>
                </a:lnTo>
                <a:lnTo>
                  <a:pt x="143461" y="155493"/>
                </a:lnTo>
                <a:lnTo>
                  <a:pt x="141121" y="112881"/>
                </a:lnTo>
                <a:lnTo>
                  <a:pt x="138451" y="72667"/>
                </a:lnTo>
                <a:close/>
              </a:path>
              <a:path w="215264" h="374015">
                <a:moveTo>
                  <a:pt x="185585" y="284075"/>
                </a:moveTo>
                <a:lnTo>
                  <a:pt x="169555" y="285143"/>
                </a:lnTo>
                <a:lnTo>
                  <a:pt x="164570" y="286389"/>
                </a:lnTo>
                <a:lnTo>
                  <a:pt x="160298" y="288525"/>
                </a:lnTo>
                <a:lnTo>
                  <a:pt x="154948" y="291383"/>
                </a:lnTo>
                <a:lnTo>
                  <a:pt x="149073" y="293331"/>
                </a:lnTo>
                <a:lnTo>
                  <a:pt x="142655" y="294409"/>
                </a:lnTo>
                <a:lnTo>
                  <a:pt x="200922" y="294409"/>
                </a:lnTo>
                <a:lnTo>
                  <a:pt x="199470" y="292451"/>
                </a:lnTo>
                <a:lnTo>
                  <a:pt x="196622" y="288525"/>
                </a:lnTo>
                <a:lnTo>
                  <a:pt x="192706" y="285321"/>
                </a:lnTo>
                <a:lnTo>
                  <a:pt x="185585" y="284075"/>
                </a:lnTo>
                <a:close/>
              </a:path>
              <a:path w="215264" h="374015">
                <a:moveTo>
                  <a:pt x="191460" y="0"/>
                </a:moveTo>
                <a:lnTo>
                  <a:pt x="178989" y="0"/>
                </a:lnTo>
                <a:lnTo>
                  <a:pt x="175073" y="722"/>
                </a:lnTo>
                <a:lnTo>
                  <a:pt x="171513" y="2146"/>
                </a:lnTo>
                <a:lnTo>
                  <a:pt x="126894" y="16172"/>
                </a:lnTo>
                <a:lnTo>
                  <a:pt x="83883" y="30465"/>
                </a:lnTo>
                <a:lnTo>
                  <a:pt x="42476" y="45024"/>
                </a:lnTo>
                <a:lnTo>
                  <a:pt x="2670" y="59851"/>
                </a:lnTo>
                <a:lnTo>
                  <a:pt x="0" y="75704"/>
                </a:lnTo>
                <a:lnTo>
                  <a:pt x="0" y="83882"/>
                </a:lnTo>
                <a:lnTo>
                  <a:pt x="34197" y="91902"/>
                </a:lnTo>
                <a:lnTo>
                  <a:pt x="57341" y="84091"/>
                </a:lnTo>
                <a:lnTo>
                  <a:pt x="75474" y="78280"/>
                </a:lnTo>
                <a:lnTo>
                  <a:pt x="88596" y="74471"/>
                </a:lnTo>
                <a:lnTo>
                  <a:pt x="96709" y="72667"/>
                </a:lnTo>
                <a:lnTo>
                  <a:pt x="138451" y="72667"/>
                </a:lnTo>
                <a:lnTo>
                  <a:pt x="137849" y="63589"/>
                </a:lnTo>
                <a:lnTo>
                  <a:pt x="180832" y="48657"/>
                </a:lnTo>
                <a:lnTo>
                  <a:pt x="214789" y="27611"/>
                </a:lnTo>
                <a:lnTo>
                  <a:pt x="214789" y="15151"/>
                </a:lnTo>
                <a:lnTo>
                  <a:pt x="211585" y="10250"/>
                </a:lnTo>
                <a:lnTo>
                  <a:pt x="198768" y="2052"/>
                </a:lnTo>
                <a:lnTo>
                  <a:pt x="191460" y="0"/>
                </a:lnTo>
                <a:close/>
              </a:path>
            </a:pathLst>
          </a:custGeom>
          <a:solidFill>
            <a:srgbClr val="231F20">
              <a:alpha val="58998"/>
            </a:srgbClr>
          </a:solidFill>
        </p:spPr>
        <p:txBody>
          <a:bodyPr wrap="square" lIns="0" tIns="0" rIns="0" bIns="0" rtlCol="0"/>
          <a:lstStyle/>
          <a:p>
            <a:endParaRPr/>
          </a:p>
        </p:txBody>
      </p:sp>
      <p:sp>
        <p:nvSpPr>
          <p:cNvPr id="60" name="bk object 60"/>
          <p:cNvSpPr/>
          <p:nvPr/>
        </p:nvSpPr>
        <p:spPr>
          <a:xfrm>
            <a:off x="5241194" y="7551620"/>
            <a:ext cx="273685" cy="381000"/>
          </a:xfrm>
          <a:custGeom>
            <a:avLst/>
            <a:gdLst/>
            <a:ahLst/>
            <a:cxnLst/>
            <a:rect l="l" t="t" r="r" b="b"/>
            <a:pathLst>
              <a:path w="273685" h="381000">
                <a:moveTo>
                  <a:pt x="26557" y="0"/>
                </a:moveTo>
                <a:lnTo>
                  <a:pt x="21940" y="0"/>
                </a:lnTo>
                <a:lnTo>
                  <a:pt x="12754" y="1238"/>
                </a:lnTo>
                <a:lnTo>
                  <a:pt x="6040" y="4948"/>
                </a:lnTo>
                <a:lnTo>
                  <a:pt x="1799" y="11127"/>
                </a:lnTo>
                <a:lnTo>
                  <a:pt x="35" y="19769"/>
                </a:lnTo>
                <a:lnTo>
                  <a:pt x="0" y="26054"/>
                </a:lnTo>
                <a:lnTo>
                  <a:pt x="297" y="32063"/>
                </a:lnTo>
                <a:lnTo>
                  <a:pt x="1027" y="39809"/>
                </a:lnTo>
                <a:lnTo>
                  <a:pt x="2160" y="48626"/>
                </a:lnTo>
                <a:lnTo>
                  <a:pt x="3334" y="58050"/>
                </a:lnTo>
                <a:lnTo>
                  <a:pt x="4172" y="66000"/>
                </a:lnTo>
                <a:lnTo>
                  <a:pt x="4647" y="72133"/>
                </a:lnTo>
                <a:lnTo>
                  <a:pt x="4771" y="85935"/>
                </a:lnTo>
                <a:lnTo>
                  <a:pt x="4607" y="105569"/>
                </a:lnTo>
                <a:lnTo>
                  <a:pt x="4487" y="125836"/>
                </a:lnTo>
                <a:lnTo>
                  <a:pt x="4380" y="195728"/>
                </a:lnTo>
                <a:lnTo>
                  <a:pt x="6042" y="261147"/>
                </a:lnTo>
                <a:lnTo>
                  <a:pt x="8212" y="304526"/>
                </a:lnTo>
                <a:lnTo>
                  <a:pt x="11249" y="353182"/>
                </a:lnTo>
                <a:lnTo>
                  <a:pt x="31730" y="380606"/>
                </a:lnTo>
                <a:lnTo>
                  <a:pt x="38505" y="379894"/>
                </a:lnTo>
                <a:lnTo>
                  <a:pt x="52923" y="342680"/>
                </a:lnTo>
                <a:lnTo>
                  <a:pt x="52211" y="337508"/>
                </a:lnTo>
                <a:lnTo>
                  <a:pt x="50787" y="337152"/>
                </a:lnTo>
                <a:lnTo>
                  <a:pt x="51421" y="305761"/>
                </a:lnTo>
                <a:lnTo>
                  <a:pt x="50654" y="271431"/>
                </a:lnTo>
                <a:lnTo>
                  <a:pt x="48484" y="234164"/>
                </a:lnTo>
                <a:lnTo>
                  <a:pt x="44913" y="193962"/>
                </a:lnTo>
                <a:lnTo>
                  <a:pt x="45039" y="125836"/>
                </a:lnTo>
                <a:lnTo>
                  <a:pt x="45147" y="116119"/>
                </a:lnTo>
                <a:lnTo>
                  <a:pt x="45847" y="98990"/>
                </a:lnTo>
                <a:lnTo>
                  <a:pt x="47016" y="85935"/>
                </a:lnTo>
                <a:lnTo>
                  <a:pt x="48651" y="76950"/>
                </a:lnTo>
                <a:lnTo>
                  <a:pt x="93476" y="76950"/>
                </a:lnTo>
                <a:lnTo>
                  <a:pt x="80414" y="55008"/>
                </a:lnTo>
                <a:lnTo>
                  <a:pt x="63482" y="30866"/>
                </a:lnTo>
                <a:lnTo>
                  <a:pt x="48087" y="13602"/>
                </a:lnTo>
                <a:lnTo>
                  <a:pt x="34233" y="3214"/>
                </a:lnTo>
                <a:lnTo>
                  <a:pt x="30662" y="1078"/>
                </a:lnTo>
                <a:lnTo>
                  <a:pt x="26557" y="0"/>
                </a:lnTo>
                <a:close/>
              </a:path>
              <a:path w="273685" h="381000">
                <a:moveTo>
                  <a:pt x="93476" y="76950"/>
                </a:moveTo>
                <a:lnTo>
                  <a:pt x="48651" y="76950"/>
                </a:lnTo>
                <a:lnTo>
                  <a:pt x="60435" y="97052"/>
                </a:lnTo>
                <a:lnTo>
                  <a:pt x="76028" y="125836"/>
                </a:lnTo>
                <a:lnTo>
                  <a:pt x="95433" y="163301"/>
                </a:lnTo>
                <a:lnTo>
                  <a:pt x="118649" y="209449"/>
                </a:lnTo>
                <a:lnTo>
                  <a:pt x="139417" y="249623"/>
                </a:lnTo>
                <a:lnTo>
                  <a:pt x="160586" y="286793"/>
                </a:lnTo>
                <a:lnTo>
                  <a:pt x="182158" y="320957"/>
                </a:lnTo>
                <a:lnTo>
                  <a:pt x="204133" y="352114"/>
                </a:lnTo>
                <a:lnTo>
                  <a:pt x="235221" y="376055"/>
                </a:lnTo>
                <a:lnTo>
                  <a:pt x="243137" y="376690"/>
                </a:lnTo>
                <a:lnTo>
                  <a:pt x="251350" y="375788"/>
                </a:lnTo>
                <a:lnTo>
                  <a:pt x="271053" y="322594"/>
                </a:lnTo>
                <a:lnTo>
                  <a:pt x="271158" y="320587"/>
                </a:lnTo>
                <a:lnTo>
                  <a:pt x="222300" y="320587"/>
                </a:lnTo>
                <a:lnTo>
                  <a:pt x="211483" y="305359"/>
                </a:lnTo>
                <a:lnTo>
                  <a:pt x="198258" y="283187"/>
                </a:lnTo>
                <a:lnTo>
                  <a:pt x="182627" y="254069"/>
                </a:lnTo>
                <a:lnTo>
                  <a:pt x="164595" y="218003"/>
                </a:lnTo>
                <a:lnTo>
                  <a:pt x="141051" y="169685"/>
                </a:lnTo>
                <a:lnTo>
                  <a:pt x="122251" y="131582"/>
                </a:lnTo>
                <a:lnTo>
                  <a:pt x="108194" y="103696"/>
                </a:lnTo>
                <a:lnTo>
                  <a:pt x="98824" y="85935"/>
                </a:lnTo>
                <a:lnTo>
                  <a:pt x="93476" y="76950"/>
                </a:lnTo>
                <a:close/>
              </a:path>
              <a:path w="273685" h="381000">
                <a:moveTo>
                  <a:pt x="237441" y="2680"/>
                </a:moveTo>
                <a:lnTo>
                  <a:pt x="227462" y="2680"/>
                </a:lnTo>
                <a:lnTo>
                  <a:pt x="222478" y="8743"/>
                </a:lnTo>
                <a:lnTo>
                  <a:pt x="218562" y="20847"/>
                </a:lnTo>
                <a:lnTo>
                  <a:pt x="218762" y="26054"/>
                </a:lnTo>
                <a:lnTo>
                  <a:pt x="219363" y="32063"/>
                </a:lnTo>
                <a:lnTo>
                  <a:pt x="220364" y="38874"/>
                </a:lnTo>
                <a:lnTo>
                  <a:pt x="221766" y="46490"/>
                </a:lnTo>
                <a:lnTo>
                  <a:pt x="223201" y="55109"/>
                </a:lnTo>
                <a:lnTo>
                  <a:pt x="227407" y="111808"/>
                </a:lnTo>
                <a:lnTo>
                  <a:pt x="227674" y="163301"/>
                </a:lnTo>
                <a:lnTo>
                  <a:pt x="226606" y="212792"/>
                </a:lnTo>
                <a:lnTo>
                  <a:pt x="223902" y="274106"/>
                </a:lnTo>
                <a:lnTo>
                  <a:pt x="222300" y="320587"/>
                </a:lnTo>
                <a:lnTo>
                  <a:pt x="271158" y="320587"/>
                </a:lnTo>
                <a:lnTo>
                  <a:pt x="272690" y="291435"/>
                </a:lnTo>
                <a:lnTo>
                  <a:pt x="273574" y="253699"/>
                </a:lnTo>
                <a:lnTo>
                  <a:pt x="273359" y="253699"/>
                </a:lnTo>
                <a:lnTo>
                  <a:pt x="273193" y="234699"/>
                </a:lnTo>
                <a:lnTo>
                  <a:pt x="273075" y="158694"/>
                </a:lnTo>
                <a:lnTo>
                  <a:pt x="272195" y="100361"/>
                </a:lnTo>
                <a:lnTo>
                  <a:pt x="265249" y="46124"/>
                </a:lnTo>
                <a:lnTo>
                  <a:pt x="248477" y="11758"/>
                </a:lnTo>
                <a:lnTo>
                  <a:pt x="242415" y="5706"/>
                </a:lnTo>
                <a:lnTo>
                  <a:pt x="237441" y="2680"/>
                </a:lnTo>
                <a:close/>
              </a:path>
              <a:path w="273685" h="381000">
                <a:moveTo>
                  <a:pt x="273597" y="252725"/>
                </a:moveTo>
                <a:lnTo>
                  <a:pt x="273359" y="253699"/>
                </a:lnTo>
                <a:lnTo>
                  <a:pt x="273574" y="253699"/>
                </a:lnTo>
                <a:lnTo>
                  <a:pt x="273597" y="252725"/>
                </a:lnTo>
                <a:close/>
              </a:path>
            </a:pathLst>
          </a:custGeom>
          <a:solidFill>
            <a:srgbClr val="231F20">
              <a:alpha val="58998"/>
            </a:srgbClr>
          </a:solidFill>
        </p:spPr>
        <p:txBody>
          <a:bodyPr wrap="square" lIns="0" tIns="0" rIns="0" bIns="0" rtlCol="0"/>
          <a:lstStyle/>
          <a:p>
            <a:endParaRPr/>
          </a:p>
        </p:txBody>
      </p:sp>
      <p:sp>
        <p:nvSpPr>
          <p:cNvPr id="61" name="bk object 61"/>
          <p:cNvSpPr/>
          <p:nvPr/>
        </p:nvSpPr>
        <p:spPr>
          <a:xfrm>
            <a:off x="5583216" y="7557370"/>
            <a:ext cx="408940" cy="371475"/>
          </a:xfrm>
          <a:custGeom>
            <a:avLst/>
            <a:gdLst/>
            <a:ahLst/>
            <a:cxnLst/>
            <a:rect l="l" t="t" r="r" b="b"/>
            <a:pathLst>
              <a:path w="408939" h="371475">
                <a:moveTo>
                  <a:pt x="212607" y="0"/>
                </a:moveTo>
                <a:lnTo>
                  <a:pt x="160450" y="7587"/>
                </a:lnTo>
                <a:lnTo>
                  <a:pt x="109155" y="27083"/>
                </a:lnTo>
                <a:lnTo>
                  <a:pt x="71921" y="56736"/>
                </a:lnTo>
                <a:lnTo>
                  <a:pt x="44933" y="83723"/>
                </a:lnTo>
                <a:lnTo>
                  <a:pt x="19487" y="119248"/>
                </a:lnTo>
                <a:lnTo>
                  <a:pt x="1593" y="169739"/>
                </a:lnTo>
                <a:lnTo>
                  <a:pt x="0" y="196227"/>
                </a:lnTo>
                <a:lnTo>
                  <a:pt x="2428" y="227778"/>
                </a:lnTo>
                <a:lnTo>
                  <a:pt x="14180" y="279342"/>
                </a:lnTo>
                <a:lnTo>
                  <a:pt x="45302" y="322920"/>
                </a:lnTo>
                <a:lnTo>
                  <a:pt x="79830" y="347164"/>
                </a:lnTo>
                <a:lnTo>
                  <a:pt x="117568" y="365403"/>
                </a:lnTo>
                <a:lnTo>
                  <a:pt x="149032" y="371478"/>
                </a:lnTo>
                <a:lnTo>
                  <a:pt x="215281" y="371478"/>
                </a:lnTo>
                <a:lnTo>
                  <a:pt x="254687" y="364534"/>
                </a:lnTo>
                <a:lnTo>
                  <a:pt x="299174" y="343698"/>
                </a:lnTo>
                <a:lnTo>
                  <a:pt x="326179" y="323974"/>
                </a:lnTo>
                <a:lnTo>
                  <a:pt x="153152" y="323974"/>
                </a:lnTo>
                <a:lnTo>
                  <a:pt x="142079" y="323919"/>
                </a:lnTo>
                <a:lnTo>
                  <a:pt x="104687" y="313239"/>
                </a:lnTo>
                <a:lnTo>
                  <a:pt x="63569" y="286459"/>
                </a:lnTo>
                <a:lnTo>
                  <a:pt x="43234" y="251795"/>
                </a:lnTo>
                <a:lnTo>
                  <a:pt x="38748" y="216530"/>
                </a:lnTo>
                <a:lnTo>
                  <a:pt x="38770" y="211273"/>
                </a:lnTo>
                <a:lnTo>
                  <a:pt x="47240" y="170646"/>
                </a:lnTo>
                <a:lnTo>
                  <a:pt x="74791" y="122405"/>
                </a:lnTo>
                <a:lnTo>
                  <a:pt x="103907" y="93690"/>
                </a:lnTo>
                <a:lnTo>
                  <a:pt x="149962" y="65587"/>
                </a:lnTo>
                <a:lnTo>
                  <a:pt x="188570" y="52493"/>
                </a:lnTo>
                <a:lnTo>
                  <a:pt x="214214" y="49155"/>
                </a:lnTo>
                <a:lnTo>
                  <a:pt x="255401" y="49155"/>
                </a:lnTo>
                <a:lnTo>
                  <a:pt x="256421" y="48043"/>
                </a:lnTo>
                <a:lnTo>
                  <a:pt x="257489" y="44482"/>
                </a:lnTo>
                <a:lnTo>
                  <a:pt x="258557" y="41990"/>
                </a:lnTo>
                <a:lnTo>
                  <a:pt x="258913" y="40734"/>
                </a:lnTo>
                <a:lnTo>
                  <a:pt x="258557" y="40734"/>
                </a:lnTo>
                <a:lnTo>
                  <a:pt x="259280" y="38608"/>
                </a:lnTo>
                <a:lnTo>
                  <a:pt x="259625" y="36294"/>
                </a:lnTo>
                <a:lnTo>
                  <a:pt x="259625" y="25603"/>
                </a:lnTo>
                <a:lnTo>
                  <a:pt x="256599" y="18033"/>
                </a:lnTo>
                <a:lnTo>
                  <a:pt x="244484" y="4138"/>
                </a:lnTo>
                <a:lnTo>
                  <a:pt x="238590" y="1196"/>
                </a:lnTo>
                <a:lnTo>
                  <a:pt x="230778" y="1196"/>
                </a:lnTo>
                <a:lnTo>
                  <a:pt x="221959" y="232"/>
                </a:lnTo>
                <a:lnTo>
                  <a:pt x="212607" y="0"/>
                </a:lnTo>
                <a:close/>
              </a:path>
              <a:path w="408939" h="371475">
                <a:moveTo>
                  <a:pt x="316807" y="188740"/>
                </a:moveTo>
                <a:lnTo>
                  <a:pt x="275926" y="191282"/>
                </a:lnTo>
                <a:lnTo>
                  <a:pt x="252683" y="208875"/>
                </a:lnTo>
                <a:lnTo>
                  <a:pt x="252683" y="212791"/>
                </a:lnTo>
                <a:lnTo>
                  <a:pt x="282064" y="237545"/>
                </a:lnTo>
                <a:lnTo>
                  <a:pt x="304778" y="238234"/>
                </a:lnTo>
                <a:lnTo>
                  <a:pt x="314130" y="238702"/>
                </a:lnTo>
                <a:lnTo>
                  <a:pt x="319742" y="239302"/>
                </a:lnTo>
                <a:lnTo>
                  <a:pt x="321613" y="240037"/>
                </a:lnTo>
                <a:lnTo>
                  <a:pt x="312892" y="263347"/>
                </a:lnTo>
                <a:lnTo>
                  <a:pt x="270411" y="300748"/>
                </a:lnTo>
                <a:lnTo>
                  <a:pt x="229791" y="316661"/>
                </a:lnTo>
                <a:lnTo>
                  <a:pt x="179200" y="322773"/>
                </a:lnTo>
                <a:lnTo>
                  <a:pt x="153152" y="323974"/>
                </a:lnTo>
                <a:lnTo>
                  <a:pt x="326179" y="323974"/>
                </a:lnTo>
                <a:lnTo>
                  <a:pt x="350994" y="293470"/>
                </a:lnTo>
                <a:lnTo>
                  <a:pt x="365617" y="253795"/>
                </a:lnTo>
                <a:lnTo>
                  <a:pt x="367025" y="241105"/>
                </a:lnTo>
                <a:lnTo>
                  <a:pt x="376108" y="240003"/>
                </a:lnTo>
                <a:lnTo>
                  <a:pt x="384119" y="239369"/>
                </a:lnTo>
                <a:lnTo>
                  <a:pt x="391062" y="239202"/>
                </a:lnTo>
                <a:lnTo>
                  <a:pt x="397491" y="239202"/>
                </a:lnTo>
                <a:lnTo>
                  <a:pt x="404772" y="235231"/>
                </a:lnTo>
                <a:lnTo>
                  <a:pt x="408699" y="229356"/>
                </a:lnTo>
                <a:lnTo>
                  <a:pt x="408699" y="216530"/>
                </a:lnTo>
                <a:lnTo>
                  <a:pt x="377512" y="192954"/>
                </a:lnTo>
                <a:lnTo>
                  <a:pt x="340646" y="189209"/>
                </a:lnTo>
                <a:lnTo>
                  <a:pt x="316807" y="188740"/>
                </a:lnTo>
                <a:close/>
              </a:path>
              <a:path w="408939" h="371475">
                <a:moveTo>
                  <a:pt x="397491" y="239202"/>
                </a:moveTo>
                <a:lnTo>
                  <a:pt x="391062" y="239202"/>
                </a:lnTo>
                <a:lnTo>
                  <a:pt x="396940" y="239503"/>
                </a:lnTo>
                <a:lnTo>
                  <a:pt x="397491" y="239202"/>
                </a:lnTo>
                <a:close/>
              </a:path>
              <a:path w="408939" h="371475">
                <a:moveTo>
                  <a:pt x="255401" y="49155"/>
                </a:moveTo>
                <a:lnTo>
                  <a:pt x="214214" y="49155"/>
                </a:lnTo>
                <a:lnTo>
                  <a:pt x="231446" y="49389"/>
                </a:lnTo>
                <a:lnTo>
                  <a:pt x="251615" y="50891"/>
                </a:lnTo>
                <a:lnTo>
                  <a:pt x="254463" y="50179"/>
                </a:lnTo>
                <a:lnTo>
                  <a:pt x="255401" y="49155"/>
                </a:lnTo>
                <a:close/>
              </a:path>
              <a:path w="408939" h="371475">
                <a:moveTo>
                  <a:pt x="237898" y="850"/>
                </a:moveTo>
                <a:lnTo>
                  <a:pt x="230778" y="1196"/>
                </a:lnTo>
                <a:lnTo>
                  <a:pt x="238590" y="1196"/>
                </a:lnTo>
                <a:lnTo>
                  <a:pt x="237898" y="850"/>
                </a:lnTo>
                <a:close/>
              </a:path>
            </a:pathLst>
          </a:custGeom>
          <a:solidFill>
            <a:srgbClr val="231F20">
              <a:alpha val="58998"/>
            </a:srgbClr>
          </a:solidFill>
        </p:spPr>
        <p:txBody>
          <a:bodyPr wrap="square" lIns="0" tIns="0" rIns="0" bIns="0" rtlCol="0"/>
          <a:lstStyle/>
          <a:p>
            <a:endParaRPr/>
          </a:p>
        </p:txBody>
      </p:sp>
      <p:sp>
        <p:nvSpPr>
          <p:cNvPr id="62" name="bk object 62"/>
          <p:cNvSpPr/>
          <p:nvPr/>
        </p:nvSpPr>
        <p:spPr>
          <a:xfrm>
            <a:off x="1721802" y="6296396"/>
            <a:ext cx="267335" cy="374650"/>
          </a:xfrm>
          <a:custGeom>
            <a:avLst/>
            <a:gdLst/>
            <a:ahLst/>
            <a:cxnLst/>
            <a:rect l="l" t="t" r="r" b="b"/>
            <a:pathLst>
              <a:path w="267335" h="374650">
                <a:moveTo>
                  <a:pt x="13884" y="0"/>
                </a:moveTo>
                <a:lnTo>
                  <a:pt x="7641" y="1937"/>
                </a:lnTo>
                <a:lnTo>
                  <a:pt x="3332" y="7748"/>
                </a:lnTo>
                <a:lnTo>
                  <a:pt x="959" y="17431"/>
                </a:lnTo>
                <a:lnTo>
                  <a:pt x="523" y="30983"/>
                </a:lnTo>
                <a:lnTo>
                  <a:pt x="167" y="32051"/>
                </a:lnTo>
                <a:lnTo>
                  <a:pt x="0" y="33485"/>
                </a:lnTo>
                <a:lnTo>
                  <a:pt x="0" y="35265"/>
                </a:lnTo>
                <a:lnTo>
                  <a:pt x="9880" y="84687"/>
                </a:lnTo>
                <a:lnTo>
                  <a:pt x="22232" y="128830"/>
                </a:lnTo>
                <a:lnTo>
                  <a:pt x="39527" y="185931"/>
                </a:lnTo>
                <a:lnTo>
                  <a:pt x="53187" y="229115"/>
                </a:lnTo>
                <a:lnTo>
                  <a:pt x="66381" y="269959"/>
                </a:lnTo>
                <a:lnTo>
                  <a:pt x="79106" y="308460"/>
                </a:lnTo>
                <a:lnTo>
                  <a:pt x="91358" y="344617"/>
                </a:lnTo>
                <a:lnTo>
                  <a:pt x="123954" y="374543"/>
                </a:lnTo>
                <a:lnTo>
                  <a:pt x="129962" y="373176"/>
                </a:lnTo>
                <a:lnTo>
                  <a:pt x="135703" y="369072"/>
                </a:lnTo>
                <a:lnTo>
                  <a:pt x="141180" y="362227"/>
                </a:lnTo>
                <a:lnTo>
                  <a:pt x="146393" y="352638"/>
                </a:lnTo>
                <a:lnTo>
                  <a:pt x="167796" y="302749"/>
                </a:lnTo>
                <a:lnTo>
                  <a:pt x="175091" y="285855"/>
                </a:lnTo>
                <a:lnTo>
                  <a:pt x="118080" y="285855"/>
                </a:lnTo>
                <a:lnTo>
                  <a:pt x="105350" y="261007"/>
                </a:lnTo>
                <a:lnTo>
                  <a:pt x="92290" y="228147"/>
                </a:lnTo>
                <a:lnTo>
                  <a:pt x="78900" y="187273"/>
                </a:lnTo>
                <a:lnTo>
                  <a:pt x="65181" y="138383"/>
                </a:lnTo>
                <a:lnTo>
                  <a:pt x="49684" y="78140"/>
                </a:lnTo>
                <a:lnTo>
                  <a:pt x="34187" y="18156"/>
                </a:lnTo>
                <a:lnTo>
                  <a:pt x="29108" y="10217"/>
                </a:lnTo>
                <a:lnTo>
                  <a:pt x="24031" y="4543"/>
                </a:lnTo>
                <a:lnTo>
                  <a:pt x="18957" y="1136"/>
                </a:lnTo>
                <a:lnTo>
                  <a:pt x="13884" y="0"/>
                </a:lnTo>
                <a:close/>
              </a:path>
              <a:path w="267335" h="374650">
                <a:moveTo>
                  <a:pt x="249510" y="523"/>
                </a:moveTo>
                <a:lnTo>
                  <a:pt x="237762" y="523"/>
                </a:lnTo>
                <a:lnTo>
                  <a:pt x="232589" y="5518"/>
                </a:lnTo>
                <a:lnTo>
                  <a:pt x="228673" y="15486"/>
                </a:lnTo>
                <a:lnTo>
                  <a:pt x="221427" y="38962"/>
                </a:lnTo>
                <a:lnTo>
                  <a:pt x="209975" y="70527"/>
                </a:lnTo>
                <a:lnTo>
                  <a:pt x="194212" y="110468"/>
                </a:lnTo>
                <a:lnTo>
                  <a:pt x="174172" y="158686"/>
                </a:lnTo>
                <a:lnTo>
                  <a:pt x="151871" y="209713"/>
                </a:lnTo>
                <a:lnTo>
                  <a:pt x="136411" y="244646"/>
                </a:lnTo>
                <a:lnTo>
                  <a:pt x="118080" y="285855"/>
                </a:lnTo>
                <a:lnTo>
                  <a:pt x="175091" y="285855"/>
                </a:lnTo>
                <a:lnTo>
                  <a:pt x="187667" y="256731"/>
                </a:lnTo>
                <a:lnTo>
                  <a:pt x="206001" y="214587"/>
                </a:lnTo>
                <a:lnTo>
                  <a:pt x="222799" y="176319"/>
                </a:lnTo>
                <a:lnTo>
                  <a:pt x="230410" y="158087"/>
                </a:lnTo>
                <a:lnTo>
                  <a:pt x="244836" y="119618"/>
                </a:lnTo>
                <a:lnTo>
                  <a:pt x="258995" y="75028"/>
                </a:lnTo>
                <a:lnTo>
                  <a:pt x="266609" y="27245"/>
                </a:lnTo>
                <a:lnTo>
                  <a:pt x="266965" y="22973"/>
                </a:lnTo>
                <a:lnTo>
                  <a:pt x="264634" y="17431"/>
                </a:lnTo>
                <a:lnTo>
                  <a:pt x="254672" y="3916"/>
                </a:lnTo>
                <a:lnTo>
                  <a:pt x="249510" y="523"/>
                </a:lnTo>
                <a:close/>
              </a:path>
            </a:pathLst>
          </a:custGeom>
          <a:solidFill>
            <a:srgbClr val="231F20">
              <a:alpha val="58998"/>
            </a:srgbClr>
          </a:solidFill>
        </p:spPr>
        <p:txBody>
          <a:bodyPr wrap="square" lIns="0" tIns="0" rIns="0" bIns="0" rtlCol="0"/>
          <a:lstStyle/>
          <a:p>
            <a:endParaRPr/>
          </a:p>
        </p:txBody>
      </p:sp>
      <p:sp>
        <p:nvSpPr>
          <p:cNvPr id="63" name="bk object 63"/>
          <p:cNvSpPr/>
          <p:nvPr/>
        </p:nvSpPr>
        <p:spPr>
          <a:xfrm>
            <a:off x="2003891" y="6299597"/>
            <a:ext cx="215265" cy="374015"/>
          </a:xfrm>
          <a:custGeom>
            <a:avLst/>
            <a:gdLst/>
            <a:ahLst/>
            <a:cxnLst/>
            <a:rect l="l" t="t" r="r" b="b"/>
            <a:pathLst>
              <a:path w="215264" h="374015">
                <a:moveTo>
                  <a:pt x="138461" y="72667"/>
                </a:moveTo>
                <a:lnTo>
                  <a:pt x="96709" y="72667"/>
                </a:lnTo>
                <a:lnTo>
                  <a:pt x="99319" y="110262"/>
                </a:lnTo>
                <a:lnTo>
                  <a:pt x="100730" y="152944"/>
                </a:lnTo>
                <a:lnTo>
                  <a:pt x="100943" y="200711"/>
                </a:lnTo>
                <a:lnTo>
                  <a:pt x="99962" y="253563"/>
                </a:lnTo>
                <a:lnTo>
                  <a:pt x="97787" y="311498"/>
                </a:lnTo>
                <a:lnTo>
                  <a:pt x="45420" y="330603"/>
                </a:lnTo>
                <a:lnTo>
                  <a:pt x="12292" y="341958"/>
                </a:lnTo>
                <a:lnTo>
                  <a:pt x="10858" y="346586"/>
                </a:lnTo>
                <a:lnTo>
                  <a:pt x="10183" y="351046"/>
                </a:lnTo>
                <a:lnTo>
                  <a:pt x="10156" y="365119"/>
                </a:lnTo>
                <a:lnTo>
                  <a:pt x="13360" y="369737"/>
                </a:lnTo>
                <a:lnTo>
                  <a:pt x="19769" y="369737"/>
                </a:lnTo>
                <a:lnTo>
                  <a:pt x="26177" y="372585"/>
                </a:lnTo>
                <a:lnTo>
                  <a:pt x="30805" y="373831"/>
                </a:lnTo>
                <a:lnTo>
                  <a:pt x="33663" y="373486"/>
                </a:lnTo>
                <a:lnTo>
                  <a:pt x="37936" y="373119"/>
                </a:lnTo>
                <a:lnTo>
                  <a:pt x="90966" y="359358"/>
                </a:lnTo>
                <a:lnTo>
                  <a:pt x="138415" y="340727"/>
                </a:lnTo>
                <a:lnTo>
                  <a:pt x="158819" y="332746"/>
                </a:lnTo>
                <a:lnTo>
                  <a:pt x="173950" y="327101"/>
                </a:lnTo>
                <a:lnTo>
                  <a:pt x="183805" y="323791"/>
                </a:lnTo>
                <a:lnTo>
                  <a:pt x="184151" y="323435"/>
                </a:lnTo>
                <a:lnTo>
                  <a:pt x="188790" y="320231"/>
                </a:lnTo>
                <a:lnTo>
                  <a:pt x="197700" y="314168"/>
                </a:lnTo>
                <a:lnTo>
                  <a:pt x="202684" y="310608"/>
                </a:lnTo>
                <a:lnTo>
                  <a:pt x="205355" y="306158"/>
                </a:lnTo>
                <a:lnTo>
                  <a:pt x="205711" y="300818"/>
                </a:lnTo>
                <a:lnTo>
                  <a:pt x="200920" y="294399"/>
                </a:lnTo>
                <a:lnTo>
                  <a:pt x="142655" y="294399"/>
                </a:lnTo>
                <a:lnTo>
                  <a:pt x="143829" y="276168"/>
                </a:lnTo>
                <a:lnTo>
                  <a:pt x="144667" y="257803"/>
                </a:lnTo>
                <a:lnTo>
                  <a:pt x="145168" y="239305"/>
                </a:lnTo>
                <a:lnTo>
                  <a:pt x="145335" y="220673"/>
                </a:lnTo>
                <a:lnTo>
                  <a:pt x="144867" y="191420"/>
                </a:lnTo>
                <a:lnTo>
                  <a:pt x="143462" y="155488"/>
                </a:lnTo>
                <a:lnTo>
                  <a:pt x="141126" y="112875"/>
                </a:lnTo>
                <a:lnTo>
                  <a:pt x="138461" y="72667"/>
                </a:lnTo>
                <a:close/>
              </a:path>
              <a:path w="215264" h="374015">
                <a:moveTo>
                  <a:pt x="185585" y="284075"/>
                </a:moveTo>
                <a:lnTo>
                  <a:pt x="169555" y="285143"/>
                </a:lnTo>
                <a:lnTo>
                  <a:pt x="164570" y="286389"/>
                </a:lnTo>
                <a:lnTo>
                  <a:pt x="160298" y="288525"/>
                </a:lnTo>
                <a:lnTo>
                  <a:pt x="154948" y="291383"/>
                </a:lnTo>
                <a:lnTo>
                  <a:pt x="149073" y="293331"/>
                </a:lnTo>
                <a:lnTo>
                  <a:pt x="142655" y="294399"/>
                </a:lnTo>
                <a:lnTo>
                  <a:pt x="200920" y="294399"/>
                </a:lnTo>
                <a:lnTo>
                  <a:pt x="196622" y="288525"/>
                </a:lnTo>
                <a:lnTo>
                  <a:pt x="192706" y="285321"/>
                </a:lnTo>
                <a:lnTo>
                  <a:pt x="185585" y="284075"/>
                </a:lnTo>
                <a:close/>
              </a:path>
              <a:path w="215264" h="374015">
                <a:moveTo>
                  <a:pt x="191460" y="0"/>
                </a:moveTo>
                <a:lnTo>
                  <a:pt x="178999" y="0"/>
                </a:lnTo>
                <a:lnTo>
                  <a:pt x="175073" y="712"/>
                </a:lnTo>
                <a:lnTo>
                  <a:pt x="171513" y="2136"/>
                </a:lnTo>
                <a:lnTo>
                  <a:pt x="126894" y="16161"/>
                </a:lnTo>
                <a:lnTo>
                  <a:pt x="83883" y="30454"/>
                </a:lnTo>
                <a:lnTo>
                  <a:pt x="42476" y="45014"/>
                </a:lnTo>
                <a:lnTo>
                  <a:pt x="2670" y="59841"/>
                </a:lnTo>
                <a:lnTo>
                  <a:pt x="0" y="75694"/>
                </a:lnTo>
                <a:lnTo>
                  <a:pt x="0" y="83882"/>
                </a:lnTo>
                <a:lnTo>
                  <a:pt x="34197" y="91902"/>
                </a:lnTo>
                <a:lnTo>
                  <a:pt x="57341" y="84086"/>
                </a:lnTo>
                <a:lnTo>
                  <a:pt x="75474" y="78276"/>
                </a:lnTo>
                <a:lnTo>
                  <a:pt x="88596" y="74470"/>
                </a:lnTo>
                <a:lnTo>
                  <a:pt x="96709" y="72667"/>
                </a:lnTo>
                <a:lnTo>
                  <a:pt x="138461" y="72667"/>
                </a:lnTo>
                <a:lnTo>
                  <a:pt x="137859" y="63579"/>
                </a:lnTo>
                <a:lnTo>
                  <a:pt x="180832" y="48657"/>
                </a:lnTo>
                <a:lnTo>
                  <a:pt x="214799" y="27611"/>
                </a:lnTo>
                <a:lnTo>
                  <a:pt x="214799" y="15140"/>
                </a:lnTo>
                <a:lnTo>
                  <a:pt x="211585" y="10240"/>
                </a:lnTo>
                <a:lnTo>
                  <a:pt x="198768" y="2052"/>
                </a:lnTo>
                <a:lnTo>
                  <a:pt x="191460" y="0"/>
                </a:lnTo>
                <a:close/>
              </a:path>
            </a:pathLst>
          </a:custGeom>
          <a:solidFill>
            <a:srgbClr val="231F20">
              <a:alpha val="58998"/>
            </a:srgbClr>
          </a:solidFill>
        </p:spPr>
        <p:txBody>
          <a:bodyPr wrap="square" lIns="0" tIns="0" rIns="0" bIns="0" rtlCol="0"/>
          <a:lstStyle/>
          <a:p>
            <a:endParaRPr/>
          </a:p>
        </p:txBody>
      </p:sp>
      <p:sp>
        <p:nvSpPr>
          <p:cNvPr id="64" name="bk object 64"/>
          <p:cNvSpPr/>
          <p:nvPr/>
        </p:nvSpPr>
        <p:spPr>
          <a:xfrm>
            <a:off x="2258753" y="6296390"/>
            <a:ext cx="383540" cy="373380"/>
          </a:xfrm>
          <a:custGeom>
            <a:avLst/>
            <a:gdLst/>
            <a:ahLst/>
            <a:cxnLst/>
            <a:rect l="l" t="t" r="r" b="b"/>
            <a:pathLst>
              <a:path w="383539" h="373379">
                <a:moveTo>
                  <a:pt x="25653" y="314702"/>
                </a:moveTo>
                <a:lnTo>
                  <a:pt x="22439" y="314702"/>
                </a:lnTo>
                <a:lnTo>
                  <a:pt x="12624" y="315605"/>
                </a:lnTo>
                <a:lnTo>
                  <a:pt x="5612" y="318312"/>
                </a:lnTo>
                <a:lnTo>
                  <a:pt x="1403" y="322821"/>
                </a:lnTo>
                <a:lnTo>
                  <a:pt x="0" y="329131"/>
                </a:lnTo>
                <a:lnTo>
                  <a:pt x="0" y="335193"/>
                </a:lnTo>
                <a:lnTo>
                  <a:pt x="50091" y="364395"/>
                </a:lnTo>
                <a:lnTo>
                  <a:pt x="89597" y="369603"/>
                </a:lnTo>
                <a:lnTo>
                  <a:pt x="141597" y="372941"/>
                </a:lnTo>
                <a:lnTo>
                  <a:pt x="174922" y="373214"/>
                </a:lnTo>
                <a:lnTo>
                  <a:pt x="206512" y="370813"/>
                </a:lnTo>
                <a:lnTo>
                  <a:pt x="264484" y="357989"/>
                </a:lnTo>
                <a:lnTo>
                  <a:pt x="311635" y="339555"/>
                </a:lnTo>
                <a:lnTo>
                  <a:pt x="337598" y="324896"/>
                </a:lnTo>
                <a:lnTo>
                  <a:pt x="174186" y="324896"/>
                </a:lnTo>
                <a:lnTo>
                  <a:pt x="157094" y="324859"/>
                </a:lnTo>
                <a:lnTo>
                  <a:pt x="88429" y="319385"/>
                </a:lnTo>
                <a:lnTo>
                  <a:pt x="33129" y="315780"/>
                </a:lnTo>
                <a:lnTo>
                  <a:pt x="29203" y="315068"/>
                </a:lnTo>
                <a:lnTo>
                  <a:pt x="25653" y="314702"/>
                </a:lnTo>
                <a:close/>
              </a:path>
              <a:path w="383539" h="373379">
                <a:moveTo>
                  <a:pt x="257541" y="0"/>
                </a:moveTo>
                <a:lnTo>
                  <a:pt x="196224" y="5345"/>
                </a:lnTo>
                <a:lnTo>
                  <a:pt x="138393" y="18166"/>
                </a:lnTo>
                <a:lnTo>
                  <a:pt x="96040" y="32194"/>
                </a:lnTo>
                <a:lnTo>
                  <a:pt x="56906" y="52061"/>
                </a:lnTo>
                <a:lnTo>
                  <a:pt x="38470" y="84416"/>
                </a:lnTo>
                <a:lnTo>
                  <a:pt x="39371" y="93802"/>
                </a:lnTo>
                <a:lnTo>
                  <a:pt x="68164" y="135811"/>
                </a:lnTo>
                <a:lnTo>
                  <a:pt x="113308" y="155317"/>
                </a:lnTo>
                <a:lnTo>
                  <a:pt x="207446" y="177132"/>
                </a:lnTo>
                <a:lnTo>
                  <a:pt x="249531" y="184873"/>
                </a:lnTo>
                <a:lnTo>
                  <a:pt x="270194" y="188979"/>
                </a:lnTo>
                <a:lnTo>
                  <a:pt x="307760" y="199302"/>
                </a:lnTo>
                <a:lnTo>
                  <a:pt x="332335" y="237238"/>
                </a:lnTo>
                <a:lnTo>
                  <a:pt x="330699" y="246890"/>
                </a:lnTo>
                <a:lnTo>
                  <a:pt x="306158" y="279436"/>
                </a:lnTo>
                <a:lnTo>
                  <a:pt x="273597" y="302686"/>
                </a:lnTo>
                <a:lnTo>
                  <a:pt x="227615" y="315544"/>
                </a:lnTo>
                <a:lnTo>
                  <a:pt x="174186" y="324896"/>
                </a:lnTo>
                <a:lnTo>
                  <a:pt x="337598" y="324896"/>
                </a:lnTo>
                <a:lnTo>
                  <a:pt x="369874" y="291604"/>
                </a:lnTo>
                <a:lnTo>
                  <a:pt x="382030" y="254871"/>
                </a:lnTo>
                <a:lnTo>
                  <a:pt x="383098" y="241510"/>
                </a:lnTo>
                <a:lnTo>
                  <a:pt x="376352" y="207879"/>
                </a:lnTo>
                <a:lnTo>
                  <a:pt x="322389" y="158456"/>
                </a:lnTo>
                <a:lnTo>
                  <a:pt x="275174" y="142665"/>
                </a:lnTo>
                <a:lnTo>
                  <a:pt x="185607" y="124828"/>
                </a:lnTo>
                <a:lnTo>
                  <a:pt x="166172" y="121284"/>
                </a:lnTo>
                <a:lnTo>
                  <a:pt x="137054" y="113144"/>
                </a:lnTo>
                <a:lnTo>
                  <a:pt x="102583" y="91368"/>
                </a:lnTo>
                <a:lnTo>
                  <a:pt x="105756" y="84226"/>
                </a:lnTo>
                <a:lnTo>
                  <a:pt x="159764" y="60375"/>
                </a:lnTo>
                <a:lnTo>
                  <a:pt x="205711" y="50762"/>
                </a:lnTo>
                <a:lnTo>
                  <a:pt x="248453" y="49150"/>
                </a:lnTo>
                <a:lnTo>
                  <a:pt x="358140" y="49150"/>
                </a:lnTo>
                <a:lnTo>
                  <a:pt x="359057" y="46846"/>
                </a:lnTo>
                <a:lnTo>
                  <a:pt x="359057" y="41140"/>
                </a:lnTo>
                <a:lnTo>
                  <a:pt x="357855" y="36571"/>
                </a:lnTo>
                <a:lnTo>
                  <a:pt x="326729" y="11621"/>
                </a:lnTo>
                <a:lnTo>
                  <a:pt x="284521" y="1469"/>
                </a:lnTo>
                <a:lnTo>
                  <a:pt x="270698" y="233"/>
                </a:lnTo>
                <a:lnTo>
                  <a:pt x="257541" y="0"/>
                </a:lnTo>
                <a:close/>
              </a:path>
              <a:path w="383539" h="373379">
                <a:moveTo>
                  <a:pt x="358140" y="49150"/>
                </a:moveTo>
                <a:lnTo>
                  <a:pt x="248453" y="49150"/>
                </a:lnTo>
                <a:lnTo>
                  <a:pt x="260672" y="49494"/>
                </a:lnTo>
                <a:lnTo>
                  <a:pt x="277570" y="51032"/>
                </a:lnTo>
                <a:lnTo>
                  <a:pt x="299144" y="53767"/>
                </a:lnTo>
                <a:lnTo>
                  <a:pt x="325393" y="57705"/>
                </a:lnTo>
                <a:lnTo>
                  <a:pt x="335563" y="58760"/>
                </a:lnTo>
                <a:lnTo>
                  <a:pt x="343628" y="58708"/>
                </a:lnTo>
                <a:lnTo>
                  <a:pt x="349588" y="57556"/>
                </a:lnTo>
                <a:lnTo>
                  <a:pt x="353444" y="55307"/>
                </a:lnTo>
                <a:lnTo>
                  <a:pt x="357182" y="51558"/>
                </a:lnTo>
                <a:lnTo>
                  <a:pt x="358140" y="49150"/>
                </a:lnTo>
                <a:close/>
              </a:path>
            </a:pathLst>
          </a:custGeom>
          <a:solidFill>
            <a:srgbClr val="231F20">
              <a:alpha val="58998"/>
            </a:srgbClr>
          </a:solidFill>
        </p:spPr>
        <p:txBody>
          <a:bodyPr wrap="square" lIns="0" tIns="0" rIns="0" bIns="0" rtlCol="0"/>
          <a:lstStyle/>
          <a:p>
            <a:endParaRPr/>
          </a:p>
        </p:txBody>
      </p:sp>
      <p:sp>
        <p:nvSpPr>
          <p:cNvPr id="65" name="bk object 65"/>
          <p:cNvSpPr/>
          <p:nvPr/>
        </p:nvSpPr>
        <p:spPr>
          <a:xfrm>
            <a:off x="2682045" y="6299597"/>
            <a:ext cx="215265" cy="374015"/>
          </a:xfrm>
          <a:custGeom>
            <a:avLst/>
            <a:gdLst/>
            <a:ahLst/>
            <a:cxnLst/>
            <a:rect l="l" t="t" r="r" b="b"/>
            <a:pathLst>
              <a:path w="215264" h="374015">
                <a:moveTo>
                  <a:pt x="138328" y="72667"/>
                </a:moveTo>
                <a:lnTo>
                  <a:pt x="96584" y="72667"/>
                </a:lnTo>
                <a:lnTo>
                  <a:pt x="99190" y="110266"/>
                </a:lnTo>
                <a:lnTo>
                  <a:pt x="100600" y="152948"/>
                </a:lnTo>
                <a:lnTo>
                  <a:pt x="100814" y="200714"/>
                </a:lnTo>
                <a:lnTo>
                  <a:pt x="99831" y="253564"/>
                </a:lnTo>
                <a:lnTo>
                  <a:pt x="97652" y="311498"/>
                </a:lnTo>
                <a:lnTo>
                  <a:pt x="45285" y="330599"/>
                </a:lnTo>
                <a:lnTo>
                  <a:pt x="12157" y="341958"/>
                </a:lnTo>
                <a:lnTo>
                  <a:pt x="10733" y="346596"/>
                </a:lnTo>
                <a:lnTo>
                  <a:pt x="10050" y="351036"/>
                </a:lnTo>
                <a:lnTo>
                  <a:pt x="10021" y="365109"/>
                </a:lnTo>
                <a:lnTo>
                  <a:pt x="13225" y="369747"/>
                </a:lnTo>
                <a:lnTo>
                  <a:pt x="19644" y="369747"/>
                </a:lnTo>
                <a:lnTo>
                  <a:pt x="26052" y="372585"/>
                </a:lnTo>
                <a:lnTo>
                  <a:pt x="30680" y="373831"/>
                </a:lnTo>
                <a:lnTo>
                  <a:pt x="33539" y="373475"/>
                </a:lnTo>
                <a:lnTo>
                  <a:pt x="37811" y="373119"/>
                </a:lnTo>
                <a:lnTo>
                  <a:pt x="90840" y="359354"/>
                </a:lnTo>
                <a:lnTo>
                  <a:pt x="138291" y="340721"/>
                </a:lnTo>
                <a:lnTo>
                  <a:pt x="158694" y="332741"/>
                </a:lnTo>
                <a:lnTo>
                  <a:pt x="173821" y="327097"/>
                </a:lnTo>
                <a:lnTo>
                  <a:pt x="183671" y="323791"/>
                </a:lnTo>
                <a:lnTo>
                  <a:pt x="184027" y="323445"/>
                </a:lnTo>
                <a:lnTo>
                  <a:pt x="188655" y="320231"/>
                </a:lnTo>
                <a:lnTo>
                  <a:pt x="197565" y="314178"/>
                </a:lnTo>
                <a:lnTo>
                  <a:pt x="202550" y="310618"/>
                </a:lnTo>
                <a:lnTo>
                  <a:pt x="205220" y="306158"/>
                </a:lnTo>
                <a:lnTo>
                  <a:pt x="205576" y="300818"/>
                </a:lnTo>
                <a:lnTo>
                  <a:pt x="200804" y="294409"/>
                </a:lnTo>
                <a:lnTo>
                  <a:pt x="142530" y="294409"/>
                </a:lnTo>
                <a:lnTo>
                  <a:pt x="143700" y="276172"/>
                </a:lnTo>
                <a:lnTo>
                  <a:pt x="144538" y="257803"/>
                </a:lnTo>
                <a:lnTo>
                  <a:pt x="145042" y="239301"/>
                </a:lnTo>
                <a:lnTo>
                  <a:pt x="145211" y="220663"/>
                </a:lnTo>
                <a:lnTo>
                  <a:pt x="144742" y="191414"/>
                </a:lnTo>
                <a:lnTo>
                  <a:pt x="143337" y="155483"/>
                </a:lnTo>
                <a:lnTo>
                  <a:pt x="140997" y="112871"/>
                </a:lnTo>
                <a:lnTo>
                  <a:pt x="138328" y="72667"/>
                </a:lnTo>
                <a:close/>
              </a:path>
              <a:path w="215264" h="374015">
                <a:moveTo>
                  <a:pt x="185451" y="284075"/>
                </a:moveTo>
                <a:lnTo>
                  <a:pt x="169430" y="285143"/>
                </a:lnTo>
                <a:lnTo>
                  <a:pt x="164436" y="286389"/>
                </a:lnTo>
                <a:lnTo>
                  <a:pt x="160163" y="288525"/>
                </a:lnTo>
                <a:lnTo>
                  <a:pt x="154823" y="291383"/>
                </a:lnTo>
                <a:lnTo>
                  <a:pt x="148949" y="293331"/>
                </a:lnTo>
                <a:lnTo>
                  <a:pt x="142530" y="294409"/>
                </a:lnTo>
                <a:lnTo>
                  <a:pt x="200804" y="294409"/>
                </a:lnTo>
                <a:lnTo>
                  <a:pt x="199345" y="292451"/>
                </a:lnTo>
                <a:lnTo>
                  <a:pt x="196497" y="288525"/>
                </a:lnTo>
                <a:lnTo>
                  <a:pt x="192581" y="285321"/>
                </a:lnTo>
                <a:lnTo>
                  <a:pt x="185451" y="284075"/>
                </a:lnTo>
                <a:close/>
              </a:path>
              <a:path w="215264" h="374015">
                <a:moveTo>
                  <a:pt x="191325" y="0"/>
                </a:moveTo>
                <a:lnTo>
                  <a:pt x="178864" y="0"/>
                </a:lnTo>
                <a:lnTo>
                  <a:pt x="174938" y="712"/>
                </a:lnTo>
                <a:lnTo>
                  <a:pt x="171388" y="2136"/>
                </a:lnTo>
                <a:lnTo>
                  <a:pt x="126769" y="16166"/>
                </a:lnTo>
                <a:lnTo>
                  <a:pt x="83755" y="30459"/>
                </a:lnTo>
                <a:lnTo>
                  <a:pt x="42347" y="45020"/>
                </a:lnTo>
                <a:lnTo>
                  <a:pt x="2545" y="59851"/>
                </a:lnTo>
                <a:lnTo>
                  <a:pt x="0" y="84086"/>
                </a:lnTo>
                <a:lnTo>
                  <a:pt x="2095" y="87358"/>
                </a:lnTo>
                <a:lnTo>
                  <a:pt x="34063" y="91902"/>
                </a:lnTo>
                <a:lnTo>
                  <a:pt x="57210" y="84086"/>
                </a:lnTo>
                <a:lnTo>
                  <a:pt x="75344" y="78276"/>
                </a:lnTo>
                <a:lnTo>
                  <a:pt x="88467" y="74470"/>
                </a:lnTo>
                <a:lnTo>
                  <a:pt x="96584" y="72667"/>
                </a:lnTo>
                <a:lnTo>
                  <a:pt x="138328" y="72667"/>
                </a:lnTo>
                <a:lnTo>
                  <a:pt x="137724" y="63579"/>
                </a:lnTo>
                <a:lnTo>
                  <a:pt x="180703" y="48661"/>
                </a:lnTo>
                <a:lnTo>
                  <a:pt x="214664" y="27611"/>
                </a:lnTo>
                <a:lnTo>
                  <a:pt x="214664" y="15140"/>
                </a:lnTo>
                <a:lnTo>
                  <a:pt x="211460" y="10240"/>
                </a:lnTo>
                <a:lnTo>
                  <a:pt x="198633" y="2062"/>
                </a:lnTo>
                <a:lnTo>
                  <a:pt x="191325" y="0"/>
                </a:lnTo>
                <a:close/>
              </a:path>
            </a:pathLst>
          </a:custGeom>
          <a:solidFill>
            <a:srgbClr val="231F20">
              <a:alpha val="58998"/>
            </a:srgbClr>
          </a:solidFill>
        </p:spPr>
        <p:txBody>
          <a:bodyPr wrap="square" lIns="0" tIns="0" rIns="0" bIns="0" rtlCol="0"/>
          <a:lstStyle/>
          <a:p>
            <a:endParaRPr/>
          </a:p>
        </p:txBody>
      </p:sp>
      <p:sp>
        <p:nvSpPr>
          <p:cNvPr id="66" name="bk object 66"/>
          <p:cNvSpPr/>
          <p:nvPr/>
        </p:nvSpPr>
        <p:spPr>
          <a:xfrm>
            <a:off x="2936779" y="6295506"/>
            <a:ext cx="276860" cy="376555"/>
          </a:xfrm>
          <a:custGeom>
            <a:avLst/>
            <a:gdLst/>
            <a:ahLst/>
            <a:cxnLst/>
            <a:rect l="l" t="t" r="r" b="b"/>
            <a:pathLst>
              <a:path w="276860" h="376554">
                <a:moveTo>
                  <a:pt x="149953" y="0"/>
                </a:moveTo>
                <a:lnTo>
                  <a:pt x="142477" y="0"/>
                </a:lnTo>
                <a:lnTo>
                  <a:pt x="135713" y="1413"/>
                </a:lnTo>
                <a:lnTo>
                  <a:pt x="85752" y="41358"/>
                </a:lnTo>
                <a:lnTo>
                  <a:pt x="43810" y="102405"/>
                </a:lnTo>
                <a:lnTo>
                  <a:pt x="18029" y="163047"/>
                </a:lnTo>
                <a:lnTo>
                  <a:pt x="534" y="233490"/>
                </a:lnTo>
                <a:lnTo>
                  <a:pt x="0" y="239186"/>
                </a:lnTo>
                <a:lnTo>
                  <a:pt x="0" y="245594"/>
                </a:lnTo>
                <a:lnTo>
                  <a:pt x="4810" y="283868"/>
                </a:lnTo>
                <a:lnTo>
                  <a:pt x="19503" y="323207"/>
                </a:lnTo>
                <a:lnTo>
                  <a:pt x="48491" y="357668"/>
                </a:lnTo>
                <a:lnTo>
                  <a:pt x="82814" y="375967"/>
                </a:lnTo>
                <a:lnTo>
                  <a:pt x="112206" y="375967"/>
                </a:lnTo>
                <a:lnTo>
                  <a:pt x="138517" y="371392"/>
                </a:lnTo>
                <a:lnTo>
                  <a:pt x="166740" y="357639"/>
                </a:lnTo>
                <a:lnTo>
                  <a:pt x="196759" y="334792"/>
                </a:lnTo>
                <a:lnTo>
                  <a:pt x="197257" y="334293"/>
                </a:lnTo>
                <a:lnTo>
                  <a:pt x="91368" y="334293"/>
                </a:lnTo>
                <a:lnTo>
                  <a:pt x="72098" y="330186"/>
                </a:lnTo>
                <a:lnTo>
                  <a:pt x="58106" y="317863"/>
                </a:lnTo>
                <a:lnTo>
                  <a:pt x="49390" y="297324"/>
                </a:lnTo>
                <a:lnTo>
                  <a:pt x="45946" y="268567"/>
                </a:lnTo>
                <a:lnTo>
                  <a:pt x="47367" y="234425"/>
                </a:lnTo>
                <a:lnTo>
                  <a:pt x="65138" y="164838"/>
                </a:lnTo>
                <a:lnTo>
                  <a:pt x="81484" y="129388"/>
                </a:lnTo>
                <a:lnTo>
                  <a:pt x="120286" y="75221"/>
                </a:lnTo>
                <a:lnTo>
                  <a:pt x="161366" y="55380"/>
                </a:lnTo>
                <a:lnTo>
                  <a:pt x="167052" y="55034"/>
                </a:lnTo>
                <a:lnTo>
                  <a:pt x="236254" y="55034"/>
                </a:lnTo>
                <a:lnTo>
                  <a:pt x="209044" y="29604"/>
                </a:lnTo>
                <a:lnTo>
                  <a:pt x="158152" y="1413"/>
                </a:lnTo>
                <a:lnTo>
                  <a:pt x="149953" y="0"/>
                </a:lnTo>
                <a:close/>
              </a:path>
              <a:path w="276860" h="376554">
                <a:moveTo>
                  <a:pt x="236254" y="55034"/>
                </a:moveTo>
                <a:lnTo>
                  <a:pt x="167052" y="55034"/>
                </a:lnTo>
                <a:lnTo>
                  <a:pt x="174183" y="56448"/>
                </a:lnTo>
                <a:lnTo>
                  <a:pt x="182737" y="59663"/>
                </a:lnTo>
                <a:lnTo>
                  <a:pt x="189146" y="62155"/>
                </a:lnTo>
                <a:lnTo>
                  <a:pt x="193062" y="64113"/>
                </a:lnTo>
                <a:lnTo>
                  <a:pt x="194486" y="65537"/>
                </a:lnTo>
                <a:lnTo>
                  <a:pt x="205307" y="75323"/>
                </a:lnTo>
                <a:lnTo>
                  <a:pt x="230286" y="112156"/>
                </a:lnTo>
                <a:lnTo>
                  <a:pt x="233189" y="159308"/>
                </a:lnTo>
                <a:lnTo>
                  <a:pt x="232288" y="177207"/>
                </a:lnTo>
                <a:lnTo>
                  <a:pt x="221135" y="220188"/>
                </a:lnTo>
                <a:lnTo>
                  <a:pt x="205738" y="256916"/>
                </a:lnTo>
                <a:lnTo>
                  <a:pt x="180591" y="288881"/>
                </a:lnTo>
                <a:lnTo>
                  <a:pt x="149236" y="315323"/>
                </a:lnTo>
                <a:lnTo>
                  <a:pt x="104253" y="333458"/>
                </a:lnTo>
                <a:lnTo>
                  <a:pt x="91368" y="334293"/>
                </a:lnTo>
                <a:lnTo>
                  <a:pt x="197257" y="334293"/>
                </a:lnTo>
                <a:lnTo>
                  <a:pt x="228684" y="302765"/>
                </a:lnTo>
                <a:lnTo>
                  <a:pt x="251127" y="270048"/>
                </a:lnTo>
                <a:lnTo>
                  <a:pt x="267154" y="228495"/>
                </a:lnTo>
                <a:lnTo>
                  <a:pt x="274898" y="189897"/>
                </a:lnTo>
                <a:lnTo>
                  <a:pt x="276776" y="151032"/>
                </a:lnTo>
                <a:lnTo>
                  <a:pt x="268356" y="104411"/>
                </a:lnTo>
                <a:lnTo>
                  <a:pt x="245779" y="63936"/>
                </a:lnTo>
                <a:lnTo>
                  <a:pt x="236254" y="55034"/>
                </a:lnTo>
                <a:close/>
              </a:path>
            </a:pathLst>
          </a:custGeom>
          <a:solidFill>
            <a:srgbClr val="231F20">
              <a:alpha val="58998"/>
            </a:srgbClr>
          </a:solidFill>
        </p:spPr>
        <p:txBody>
          <a:bodyPr wrap="square" lIns="0" tIns="0" rIns="0" bIns="0" rtlCol="0"/>
          <a:lstStyle/>
          <a:p>
            <a:endParaRPr/>
          </a:p>
        </p:txBody>
      </p:sp>
      <p:sp>
        <p:nvSpPr>
          <p:cNvPr id="67" name="bk object 67"/>
          <p:cNvSpPr/>
          <p:nvPr/>
        </p:nvSpPr>
        <p:spPr>
          <a:xfrm>
            <a:off x="3268545" y="6294796"/>
            <a:ext cx="273685" cy="381000"/>
          </a:xfrm>
          <a:custGeom>
            <a:avLst/>
            <a:gdLst/>
            <a:ahLst/>
            <a:cxnLst/>
            <a:rect l="l" t="t" r="r" b="b"/>
            <a:pathLst>
              <a:path w="273685" h="381000">
                <a:moveTo>
                  <a:pt x="26566" y="0"/>
                </a:moveTo>
                <a:lnTo>
                  <a:pt x="21938" y="0"/>
                </a:lnTo>
                <a:lnTo>
                  <a:pt x="12758" y="1234"/>
                </a:lnTo>
                <a:lnTo>
                  <a:pt x="6046" y="4939"/>
                </a:lnTo>
                <a:lnTo>
                  <a:pt x="1803" y="11114"/>
                </a:lnTo>
                <a:lnTo>
                  <a:pt x="33" y="19758"/>
                </a:lnTo>
                <a:lnTo>
                  <a:pt x="0" y="26039"/>
                </a:lnTo>
                <a:lnTo>
                  <a:pt x="300" y="32051"/>
                </a:lnTo>
                <a:lnTo>
                  <a:pt x="1034" y="39798"/>
                </a:lnTo>
                <a:lnTo>
                  <a:pt x="2169" y="48616"/>
                </a:lnTo>
                <a:lnTo>
                  <a:pt x="3337" y="58035"/>
                </a:lnTo>
                <a:lnTo>
                  <a:pt x="4172" y="65984"/>
                </a:lnTo>
                <a:lnTo>
                  <a:pt x="4646" y="72123"/>
                </a:lnTo>
                <a:lnTo>
                  <a:pt x="4769" y="85919"/>
                </a:lnTo>
                <a:lnTo>
                  <a:pt x="4607" y="105554"/>
                </a:lnTo>
                <a:lnTo>
                  <a:pt x="4489" y="125826"/>
                </a:lnTo>
                <a:lnTo>
                  <a:pt x="4388" y="195718"/>
                </a:lnTo>
                <a:lnTo>
                  <a:pt x="6047" y="261136"/>
                </a:lnTo>
                <a:lnTo>
                  <a:pt x="8216" y="304511"/>
                </a:lnTo>
                <a:lnTo>
                  <a:pt x="11258" y="353162"/>
                </a:lnTo>
                <a:lnTo>
                  <a:pt x="31728" y="380595"/>
                </a:lnTo>
                <a:lnTo>
                  <a:pt x="38503" y="379883"/>
                </a:lnTo>
                <a:lnTo>
                  <a:pt x="52932" y="342670"/>
                </a:lnTo>
                <a:lnTo>
                  <a:pt x="52209" y="337497"/>
                </a:lnTo>
                <a:lnTo>
                  <a:pt x="50796" y="337141"/>
                </a:lnTo>
                <a:lnTo>
                  <a:pt x="51428" y="305750"/>
                </a:lnTo>
                <a:lnTo>
                  <a:pt x="50658" y="271419"/>
                </a:lnTo>
                <a:lnTo>
                  <a:pt x="48488" y="234149"/>
                </a:lnTo>
                <a:lnTo>
                  <a:pt x="44922" y="193941"/>
                </a:lnTo>
                <a:lnTo>
                  <a:pt x="45047" y="125826"/>
                </a:lnTo>
                <a:lnTo>
                  <a:pt x="45154" y="116103"/>
                </a:lnTo>
                <a:lnTo>
                  <a:pt x="45852" y="98974"/>
                </a:lnTo>
                <a:lnTo>
                  <a:pt x="47020" y="85919"/>
                </a:lnTo>
                <a:lnTo>
                  <a:pt x="48660" y="76940"/>
                </a:lnTo>
                <a:lnTo>
                  <a:pt x="93474" y="76940"/>
                </a:lnTo>
                <a:lnTo>
                  <a:pt x="80412" y="54996"/>
                </a:lnTo>
                <a:lnTo>
                  <a:pt x="63480" y="30851"/>
                </a:lnTo>
                <a:lnTo>
                  <a:pt x="48085" y="13583"/>
                </a:lnTo>
                <a:lnTo>
                  <a:pt x="34231" y="3193"/>
                </a:lnTo>
                <a:lnTo>
                  <a:pt x="30671" y="1068"/>
                </a:lnTo>
                <a:lnTo>
                  <a:pt x="26566" y="0"/>
                </a:lnTo>
                <a:close/>
              </a:path>
              <a:path w="273685" h="381000">
                <a:moveTo>
                  <a:pt x="93474" y="76940"/>
                </a:moveTo>
                <a:lnTo>
                  <a:pt x="48660" y="76940"/>
                </a:lnTo>
                <a:lnTo>
                  <a:pt x="60443" y="97042"/>
                </a:lnTo>
                <a:lnTo>
                  <a:pt x="76036" y="125826"/>
                </a:lnTo>
                <a:lnTo>
                  <a:pt x="95437" y="163291"/>
                </a:lnTo>
                <a:lnTo>
                  <a:pt x="118647" y="209438"/>
                </a:lnTo>
                <a:lnTo>
                  <a:pt x="139417" y="249613"/>
                </a:lnTo>
                <a:lnTo>
                  <a:pt x="160590" y="286781"/>
                </a:lnTo>
                <a:lnTo>
                  <a:pt x="182165" y="320942"/>
                </a:lnTo>
                <a:lnTo>
                  <a:pt x="204142" y="352093"/>
                </a:lnTo>
                <a:lnTo>
                  <a:pt x="235228" y="376045"/>
                </a:lnTo>
                <a:lnTo>
                  <a:pt x="243146" y="376679"/>
                </a:lnTo>
                <a:lnTo>
                  <a:pt x="251357" y="375778"/>
                </a:lnTo>
                <a:lnTo>
                  <a:pt x="271055" y="322580"/>
                </a:lnTo>
                <a:lnTo>
                  <a:pt x="271160" y="320576"/>
                </a:lnTo>
                <a:lnTo>
                  <a:pt x="222309" y="320576"/>
                </a:lnTo>
                <a:lnTo>
                  <a:pt x="211487" y="305349"/>
                </a:lnTo>
                <a:lnTo>
                  <a:pt x="198262" y="283177"/>
                </a:lnTo>
                <a:lnTo>
                  <a:pt x="182635" y="254059"/>
                </a:lnTo>
                <a:lnTo>
                  <a:pt x="164604" y="217993"/>
                </a:lnTo>
                <a:lnTo>
                  <a:pt x="141058" y="169670"/>
                </a:lnTo>
                <a:lnTo>
                  <a:pt x="122254" y="131567"/>
                </a:lnTo>
                <a:lnTo>
                  <a:pt x="108194" y="103684"/>
                </a:lnTo>
                <a:lnTo>
                  <a:pt x="98820" y="85919"/>
                </a:lnTo>
                <a:lnTo>
                  <a:pt x="93474" y="76940"/>
                </a:lnTo>
                <a:close/>
              </a:path>
              <a:path w="273685" h="381000">
                <a:moveTo>
                  <a:pt x="237439" y="2670"/>
                </a:moveTo>
                <a:lnTo>
                  <a:pt x="227471" y="2670"/>
                </a:lnTo>
                <a:lnTo>
                  <a:pt x="222476" y="8732"/>
                </a:lnTo>
                <a:lnTo>
                  <a:pt x="218560" y="20826"/>
                </a:lnTo>
                <a:lnTo>
                  <a:pt x="218762" y="26039"/>
                </a:lnTo>
                <a:lnTo>
                  <a:pt x="219367" y="32051"/>
                </a:lnTo>
                <a:lnTo>
                  <a:pt x="220371" y="38864"/>
                </a:lnTo>
                <a:lnTo>
                  <a:pt x="221775" y="46480"/>
                </a:lnTo>
                <a:lnTo>
                  <a:pt x="223209" y="55097"/>
                </a:lnTo>
                <a:lnTo>
                  <a:pt x="227415" y="111793"/>
                </a:lnTo>
                <a:lnTo>
                  <a:pt x="227683" y="163291"/>
                </a:lnTo>
                <a:lnTo>
                  <a:pt x="226614" y="212780"/>
                </a:lnTo>
                <a:lnTo>
                  <a:pt x="223911" y="274096"/>
                </a:lnTo>
                <a:lnTo>
                  <a:pt x="222309" y="320576"/>
                </a:lnTo>
                <a:lnTo>
                  <a:pt x="271160" y="320576"/>
                </a:lnTo>
                <a:lnTo>
                  <a:pt x="272693" y="291420"/>
                </a:lnTo>
                <a:lnTo>
                  <a:pt x="273573" y="253689"/>
                </a:lnTo>
                <a:lnTo>
                  <a:pt x="273362" y="253689"/>
                </a:lnTo>
                <a:lnTo>
                  <a:pt x="273195" y="234689"/>
                </a:lnTo>
                <a:lnTo>
                  <a:pt x="273074" y="158679"/>
                </a:lnTo>
                <a:lnTo>
                  <a:pt x="272193" y="100350"/>
                </a:lnTo>
                <a:lnTo>
                  <a:pt x="265251" y="46113"/>
                </a:lnTo>
                <a:lnTo>
                  <a:pt x="248486" y="11748"/>
                </a:lnTo>
                <a:lnTo>
                  <a:pt x="242423" y="5696"/>
                </a:lnTo>
                <a:lnTo>
                  <a:pt x="237439" y="2670"/>
                </a:lnTo>
                <a:close/>
              </a:path>
              <a:path w="273685" h="381000">
                <a:moveTo>
                  <a:pt x="273595" y="252714"/>
                </a:moveTo>
                <a:lnTo>
                  <a:pt x="273362" y="253689"/>
                </a:lnTo>
                <a:lnTo>
                  <a:pt x="273573" y="253689"/>
                </a:lnTo>
                <a:lnTo>
                  <a:pt x="273595" y="252714"/>
                </a:lnTo>
                <a:close/>
              </a:path>
            </a:pathLst>
          </a:custGeom>
          <a:solidFill>
            <a:srgbClr val="231F20">
              <a:alpha val="58998"/>
            </a:srgbClr>
          </a:solidFill>
        </p:spPr>
        <p:txBody>
          <a:bodyPr wrap="square" lIns="0" tIns="0" rIns="0" bIns="0" rtlCol="0"/>
          <a:lstStyle/>
          <a:p>
            <a:endParaRPr/>
          </a:p>
        </p:txBody>
      </p:sp>
      <p:sp>
        <p:nvSpPr>
          <p:cNvPr id="68" name="bk object 68"/>
          <p:cNvSpPr/>
          <p:nvPr/>
        </p:nvSpPr>
        <p:spPr>
          <a:xfrm>
            <a:off x="3047455" y="5657804"/>
            <a:ext cx="215265" cy="374015"/>
          </a:xfrm>
          <a:custGeom>
            <a:avLst/>
            <a:gdLst/>
            <a:ahLst/>
            <a:cxnLst/>
            <a:rect l="l" t="t" r="r" b="b"/>
            <a:pathLst>
              <a:path w="215264" h="374014">
                <a:moveTo>
                  <a:pt x="138461" y="72667"/>
                </a:moveTo>
                <a:lnTo>
                  <a:pt x="96709" y="72667"/>
                </a:lnTo>
                <a:lnTo>
                  <a:pt x="99319" y="110262"/>
                </a:lnTo>
                <a:lnTo>
                  <a:pt x="100730" y="152944"/>
                </a:lnTo>
                <a:lnTo>
                  <a:pt x="100943" y="200713"/>
                </a:lnTo>
                <a:lnTo>
                  <a:pt x="99962" y="253568"/>
                </a:lnTo>
                <a:lnTo>
                  <a:pt x="97787" y="311508"/>
                </a:lnTo>
                <a:lnTo>
                  <a:pt x="45420" y="330609"/>
                </a:lnTo>
                <a:lnTo>
                  <a:pt x="12292" y="341958"/>
                </a:lnTo>
                <a:lnTo>
                  <a:pt x="10858" y="346586"/>
                </a:lnTo>
                <a:lnTo>
                  <a:pt x="10183" y="351046"/>
                </a:lnTo>
                <a:lnTo>
                  <a:pt x="10156" y="365119"/>
                </a:lnTo>
                <a:lnTo>
                  <a:pt x="13360" y="369737"/>
                </a:lnTo>
                <a:lnTo>
                  <a:pt x="19769" y="369737"/>
                </a:lnTo>
                <a:lnTo>
                  <a:pt x="26177" y="372585"/>
                </a:lnTo>
                <a:lnTo>
                  <a:pt x="30805" y="373831"/>
                </a:lnTo>
                <a:lnTo>
                  <a:pt x="33663" y="373486"/>
                </a:lnTo>
                <a:lnTo>
                  <a:pt x="37936" y="373119"/>
                </a:lnTo>
                <a:lnTo>
                  <a:pt x="90966" y="359363"/>
                </a:lnTo>
                <a:lnTo>
                  <a:pt x="138415" y="340731"/>
                </a:lnTo>
                <a:lnTo>
                  <a:pt x="158819" y="332750"/>
                </a:lnTo>
                <a:lnTo>
                  <a:pt x="173950" y="327103"/>
                </a:lnTo>
                <a:lnTo>
                  <a:pt x="183805" y="323791"/>
                </a:lnTo>
                <a:lnTo>
                  <a:pt x="184151" y="323445"/>
                </a:lnTo>
                <a:lnTo>
                  <a:pt x="188790" y="320231"/>
                </a:lnTo>
                <a:lnTo>
                  <a:pt x="197700" y="314178"/>
                </a:lnTo>
                <a:lnTo>
                  <a:pt x="202684" y="310618"/>
                </a:lnTo>
                <a:lnTo>
                  <a:pt x="205355" y="306158"/>
                </a:lnTo>
                <a:lnTo>
                  <a:pt x="205711" y="300818"/>
                </a:lnTo>
                <a:lnTo>
                  <a:pt x="200920" y="294399"/>
                </a:lnTo>
                <a:lnTo>
                  <a:pt x="142655" y="294399"/>
                </a:lnTo>
                <a:lnTo>
                  <a:pt x="143829" y="276172"/>
                </a:lnTo>
                <a:lnTo>
                  <a:pt x="144667" y="257807"/>
                </a:lnTo>
                <a:lnTo>
                  <a:pt x="145168" y="239307"/>
                </a:lnTo>
                <a:lnTo>
                  <a:pt x="145335" y="220673"/>
                </a:lnTo>
                <a:lnTo>
                  <a:pt x="144867" y="191420"/>
                </a:lnTo>
                <a:lnTo>
                  <a:pt x="143462" y="155490"/>
                </a:lnTo>
                <a:lnTo>
                  <a:pt x="141126" y="112880"/>
                </a:lnTo>
                <a:lnTo>
                  <a:pt x="138461" y="72667"/>
                </a:lnTo>
                <a:close/>
              </a:path>
              <a:path w="215264" h="374014">
                <a:moveTo>
                  <a:pt x="185585" y="284075"/>
                </a:moveTo>
                <a:lnTo>
                  <a:pt x="169555" y="285143"/>
                </a:lnTo>
                <a:lnTo>
                  <a:pt x="164570" y="286389"/>
                </a:lnTo>
                <a:lnTo>
                  <a:pt x="160298" y="288525"/>
                </a:lnTo>
                <a:lnTo>
                  <a:pt x="154948" y="291383"/>
                </a:lnTo>
                <a:lnTo>
                  <a:pt x="149073" y="293331"/>
                </a:lnTo>
                <a:lnTo>
                  <a:pt x="142655" y="294399"/>
                </a:lnTo>
                <a:lnTo>
                  <a:pt x="200920" y="294399"/>
                </a:lnTo>
                <a:lnTo>
                  <a:pt x="196622" y="288525"/>
                </a:lnTo>
                <a:lnTo>
                  <a:pt x="192706" y="285321"/>
                </a:lnTo>
                <a:lnTo>
                  <a:pt x="185585" y="284075"/>
                </a:lnTo>
                <a:close/>
              </a:path>
              <a:path w="215264" h="374014">
                <a:moveTo>
                  <a:pt x="191460" y="0"/>
                </a:moveTo>
                <a:lnTo>
                  <a:pt x="178999" y="0"/>
                </a:lnTo>
                <a:lnTo>
                  <a:pt x="175073" y="722"/>
                </a:lnTo>
                <a:lnTo>
                  <a:pt x="171513" y="2136"/>
                </a:lnTo>
                <a:lnTo>
                  <a:pt x="126894" y="16167"/>
                </a:lnTo>
                <a:lnTo>
                  <a:pt x="83883" y="30462"/>
                </a:lnTo>
                <a:lnTo>
                  <a:pt x="42476" y="45020"/>
                </a:lnTo>
                <a:lnTo>
                  <a:pt x="2670" y="59841"/>
                </a:lnTo>
                <a:lnTo>
                  <a:pt x="0" y="75704"/>
                </a:lnTo>
                <a:lnTo>
                  <a:pt x="0" y="83882"/>
                </a:lnTo>
                <a:lnTo>
                  <a:pt x="34197" y="91902"/>
                </a:lnTo>
                <a:lnTo>
                  <a:pt x="57341" y="84091"/>
                </a:lnTo>
                <a:lnTo>
                  <a:pt x="75474" y="78280"/>
                </a:lnTo>
                <a:lnTo>
                  <a:pt x="88596" y="74471"/>
                </a:lnTo>
                <a:lnTo>
                  <a:pt x="96709" y="72667"/>
                </a:lnTo>
                <a:lnTo>
                  <a:pt x="138461" y="72667"/>
                </a:lnTo>
                <a:lnTo>
                  <a:pt x="137859" y="63589"/>
                </a:lnTo>
                <a:lnTo>
                  <a:pt x="180832" y="48657"/>
                </a:lnTo>
                <a:lnTo>
                  <a:pt x="214799" y="27611"/>
                </a:lnTo>
                <a:lnTo>
                  <a:pt x="214799" y="15151"/>
                </a:lnTo>
                <a:lnTo>
                  <a:pt x="211585" y="10250"/>
                </a:lnTo>
                <a:lnTo>
                  <a:pt x="198768" y="2052"/>
                </a:lnTo>
                <a:lnTo>
                  <a:pt x="191460" y="0"/>
                </a:lnTo>
                <a:close/>
              </a:path>
            </a:pathLst>
          </a:custGeom>
          <a:solidFill>
            <a:srgbClr val="231F20">
              <a:alpha val="58998"/>
            </a:srgbClr>
          </a:solidFill>
        </p:spPr>
        <p:txBody>
          <a:bodyPr wrap="square" lIns="0" tIns="0" rIns="0" bIns="0" rtlCol="0"/>
          <a:lstStyle/>
          <a:p>
            <a:endParaRPr/>
          </a:p>
        </p:txBody>
      </p:sp>
      <p:sp>
        <p:nvSpPr>
          <p:cNvPr id="69" name="bk object 69"/>
          <p:cNvSpPr/>
          <p:nvPr/>
        </p:nvSpPr>
        <p:spPr>
          <a:xfrm>
            <a:off x="3302813" y="5652992"/>
            <a:ext cx="273685" cy="381000"/>
          </a:xfrm>
          <a:custGeom>
            <a:avLst/>
            <a:gdLst/>
            <a:ahLst/>
            <a:cxnLst/>
            <a:rect l="l" t="t" r="r" b="b"/>
            <a:pathLst>
              <a:path w="273685" h="381000">
                <a:moveTo>
                  <a:pt x="26566" y="0"/>
                </a:moveTo>
                <a:lnTo>
                  <a:pt x="21938" y="0"/>
                </a:lnTo>
                <a:lnTo>
                  <a:pt x="12758" y="1238"/>
                </a:lnTo>
                <a:lnTo>
                  <a:pt x="6046" y="4950"/>
                </a:lnTo>
                <a:lnTo>
                  <a:pt x="1803" y="11131"/>
                </a:lnTo>
                <a:lnTo>
                  <a:pt x="33" y="19779"/>
                </a:lnTo>
                <a:lnTo>
                  <a:pt x="0" y="26055"/>
                </a:lnTo>
                <a:lnTo>
                  <a:pt x="300" y="32067"/>
                </a:lnTo>
                <a:lnTo>
                  <a:pt x="1034" y="39813"/>
                </a:lnTo>
                <a:lnTo>
                  <a:pt x="2169" y="48626"/>
                </a:lnTo>
                <a:lnTo>
                  <a:pt x="3339" y="58050"/>
                </a:lnTo>
                <a:lnTo>
                  <a:pt x="4177" y="66000"/>
                </a:lnTo>
                <a:lnTo>
                  <a:pt x="4654" y="72133"/>
                </a:lnTo>
                <a:lnTo>
                  <a:pt x="4778" y="85935"/>
                </a:lnTo>
                <a:lnTo>
                  <a:pt x="4611" y="105564"/>
                </a:lnTo>
                <a:lnTo>
                  <a:pt x="4492" y="125837"/>
                </a:lnTo>
                <a:lnTo>
                  <a:pt x="4388" y="195729"/>
                </a:lnTo>
                <a:lnTo>
                  <a:pt x="6047" y="261147"/>
                </a:lnTo>
                <a:lnTo>
                  <a:pt x="8216" y="304526"/>
                </a:lnTo>
                <a:lnTo>
                  <a:pt x="11258" y="353182"/>
                </a:lnTo>
                <a:lnTo>
                  <a:pt x="31739" y="380606"/>
                </a:lnTo>
                <a:lnTo>
                  <a:pt x="38503" y="379904"/>
                </a:lnTo>
                <a:lnTo>
                  <a:pt x="52932" y="342680"/>
                </a:lnTo>
                <a:lnTo>
                  <a:pt x="52220" y="337508"/>
                </a:lnTo>
                <a:lnTo>
                  <a:pt x="50796" y="337152"/>
                </a:lnTo>
                <a:lnTo>
                  <a:pt x="51430" y="305767"/>
                </a:lnTo>
                <a:lnTo>
                  <a:pt x="50662" y="271439"/>
                </a:lnTo>
                <a:lnTo>
                  <a:pt x="48493" y="234170"/>
                </a:lnTo>
                <a:lnTo>
                  <a:pt x="44922" y="193962"/>
                </a:lnTo>
                <a:lnTo>
                  <a:pt x="45048" y="125837"/>
                </a:lnTo>
                <a:lnTo>
                  <a:pt x="45155" y="116119"/>
                </a:lnTo>
                <a:lnTo>
                  <a:pt x="45856" y="98990"/>
                </a:lnTo>
                <a:lnTo>
                  <a:pt x="47024" y="85935"/>
                </a:lnTo>
                <a:lnTo>
                  <a:pt x="48660" y="76950"/>
                </a:lnTo>
                <a:lnTo>
                  <a:pt x="93478" y="76950"/>
                </a:lnTo>
                <a:lnTo>
                  <a:pt x="80418" y="55013"/>
                </a:lnTo>
                <a:lnTo>
                  <a:pt x="63485" y="30868"/>
                </a:lnTo>
                <a:lnTo>
                  <a:pt x="48090" y="13602"/>
                </a:lnTo>
                <a:lnTo>
                  <a:pt x="34231" y="3214"/>
                </a:lnTo>
                <a:lnTo>
                  <a:pt x="30671" y="1078"/>
                </a:lnTo>
                <a:lnTo>
                  <a:pt x="26566" y="0"/>
                </a:lnTo>
                <a:close/>
              </a:path>
              <a:path w="273685" h="381000">
                <a:moveTo>
                  <a:pt x="93478" y="76950"/>
                </a:moveTo>
                <a:lnTo>
                  <a:pt x="48660" y="76950"/>
                </a:lnTo>
                <a:lnTo>
                  <a:pt x="60444" y="97052"/>
                </a:lnTo>
                <a:lnTo>
                  <a:pt x="76037" y="125837"/>
                </a:lnTo>
                <a:lnTo>
                  <a:pt x="95441" y="163306"/>
                </a:lnTo>
                <a:lnTo>
                  <a:pt x="118658" y="209459"/>
                </a:lnTo>
                <a:lnTo>
                  <a:pt x="139425" y="249632"/>
                </a:lnTo>
                <a:lnTo>
                  <a:pt x="160595" y="286798"/>
                </a:lnTo>
                <a:lnTo>
                  <a:pt x="182167" y="320959"/>
                </a:lnTo>
                <a:lnTo>
                  <a:pt x="204142" y="352114"/>
                </a:lnTo>
                <a:lnTo>
                  <a:pt x="235230" y="376055"/>
                </a:lnTo>
                <a:lnTo>
                  <a:pt x="243146" y="376690"/>
                </a:lnTo>
                <a:lnTo>
                  <a:pt x="251357" y="375788"/>
                </a:lnTo>
                <a:lnTo>
                  <a:pt x="271060" y="322596"/>
                </a:lnTo>
                <a:lnTo>
                  <a:pt x="271165" y="320597"/>
                </a:lnTo>
                <a:lnTo>
                  <a:pt x="222309" y="320597"/>
                </a:lnTo>
                <a:lnTo>
                  <a:pt x="211487" y="305368"/>
                </a:lnTo>
                <a:lnTo>
                  <a:pt x="198262" y="283192"/>
                </a:lnTo>
                <a:lnTo>
                  <a:pt x="182635" y="254071"/>
                </a:lnTo>
                <a:lnTo>
                  <a:pt x="164604" y="218003"/>
                </a:lnTo>
                <a:lnTo>
                  <a:pt x="141060" y="169687"/>
                </a:lnTo>
                <a:lnTo>
                  <a:pt x="122260" y="131587"/>
                </a:lnTo>
                <a:lnTo>
                  <a:pt x="108202" y="103704"/>
                </a:lnTo>
                <a:lnTo>
                  <a:pt x="98826" y="85935"/>
                </a:lnTo>
                <a:lnTo>
                  <a:pt x="93478" y="76950"/>
                </a:lnTo>
                <a:close/>
              </a:path>
              <a:path w="273685" h="381000">
                <a:moveTo>
                  <a:pt x="237450" y="2680"/>
                </a:moveTo>
                <a:lnTo>
                  <a:pt x="227471" y="2680"/>
                </a:lnTo>
                <a:lnTo>
                  <a:pt x="222487" y="8743"/>
                </a:lnTo>
                <a:lnTo>
                  <a:pt x="218571" y="20847"/>
                </a:lnTo>
                <a:lnTo>
                  <a:pt x="218771" y="26055"/>
                </a:lnTo>
                <a:lnTo>
                  <a:pt x="219372" y="32067"/>
                </a:lnTo>
                <a:lnTo>
                  <a:pt x="220373" y="38879"/>
                </a:lnTo>
                <a:lnTo>
                  <a:pt x="221775" y="46490"/>
                </a:lnTo>
                <a:lnTo>
                  <a:pt x="223210" y="55109"/>
                </a:lnTo>
                <a:lnTo>
                  <a:pt x="227415" y="111808"/>
                </a:lnTo>
                <a:lnTo>
                  <a:pt x="227683" y="163306"/>
                </a:lnTo>
                <a:lnTo>
                  <a:pt x="226614" y="212792"/>
                </a:lnTo>
                <a:lnTo>
                  <a:pt x="223911" y="274106"/>
                </a:lnTo>
                <a:lnTo>
                  <a:pt x="222309" y="320597"/>
                </a:lnTo>
                <a:lnTo>
                  <a:pt x="271165" y="320597"/>
                </a:lnTo>
                <a:lnTo>
                  <a:pt x="272699" y="291439"/>
                </a:lnTo>
                <a:lnTo>
                  <a:pt x="273583" y="253704"/>
                </a:lnTo>
                <a:lnTo>
                  <a:pt x="273368" y="253704"/>
                </a:lnTo>
                <a:lnTo>
                  <a:pt x="273201" y="234700"/>
                </a:lnTo>
                <a:lnTo>
                  <a:pt x="273084" y="158694"/>
                </a:lnTo>
                <a:lnTo>
                  <a:pt x="272202" y="100358"/>
                </a:lnTo>
                <a:lnTo>
                  <a:pt x="265253" y="46127"/>
                </a:lnTo>
                <a:lnTo>
                  <a:pt x="248486" y="11758"/>
                </a:lnTo>
                <a:lnTo>
                  <a:pt x="242423" y="5706"/>
                </a:lnTo>
                <a:lnTo>
                  <a:pt x="237450" y="2680"/>
                </a:lnTo>
                <a:close/>
              </a:path>
              <a:path w="273685" h="381000">
                <a:moveTo>
                  <a:pt x="273606" y="252735"/>
                </a:moveTo>
                <a:lnTo>
                  <a:pt x="273368" y="253704"/>
                </a:lnTo>
                <a:lnTo>
                  <a:pt x="273583" y="253704"/>
                </a:lnTo>
                <a:lnTo>
                  <a:pt x="273606" y="252735"/>
                </a:lnTo>
                <a:close/>
              </a:path>
            </a:pathLst>
          </a:custGeom>
          <a:solidFill>
            <a:srgbClr val="231F20">
              <a:alpha val="58998"/>
            </a:srgbClr>
          </a:solidFill>
        </p:spPr>
        <p:txBody>
          <a:bodyPr wrap="square" lIns="0" tIns="0" rIns="0" bIns="0" rtlCol="0"/>
          <a:lstStyle/>
          <a:p>
            <a:endParaRPr/>
          </a:p>
        </p:txBody>
      </p:sp>
      <p:sp>
        <p:nvSpPr>
          <p:cNvPr id="70" name="bk object 70"/>
          <p:cNvSpPr/>
          <p:nvPr/>
        </p:nvSpPr>
        <p:spPr>
          <a:xfrm>
            <a:off x="3643195" y="5654598"/>
            <a:ext cx="383540" cy="373380"/>
          </a:xfrm>
          <a:custGeom>
            <a:avLst/>
            <a:gdLst/>
            <a:ahLst/>
            <a:cxnLst/>
            <a:rect l="l" t="t" r="r" b="b"/>
            <a:pathLst>
              <a:path w="383539" h="373379">
                <a:moveTo>
                  <a:pt x="25643" y="314712"/>
                </a:moveTo>
                <a:lnTo>
                  <a:pt x="22439" y="314712"/>
                </a:lnTo>
                <a:lnTo>
                  <a:pt x="12624" y="315614"/>
                </a:lnTo>
                <a:lnTo>
                  <a:pt x="5612" y="318317"/>
                </a:lnTo>
                <a:lnTo>
                  <a:pt x="1403" y="322823"/>
                </a:lnTo>
                <a:lnTo>
                  <a:pt x="0" y="329131"/>
                </a:lnTo>
                <a:lnTo>
                  <a:pt x="0" y="335193"/>
                </a:lnTo>
                <a:lnTo>
                  <a:pt x="50086" y="364402"/>
                </a:lnTo>
                <a:lnTo>
                  <a:pt x="89592" y="369612"/>
                </a:lnTo>
                <a:lnTo>
                  <a:pt x="141587" y="372951"/>
                </a:lnTo>
                <a:lnTo>
                  <a:pt x="174913" y="373218"/>
                </a:lnTo>
                <a:lnTo>
                  <a:pt x="206506" y="370814"/>
                </a:lnTo>
                <a:lnTo>
                  <a:pt x="264484" y="357989"/>
                </a:lnTo>
                <a:lnTo>
                  <a:pt x="311631" y="339559"/>
                </a:lnTo>
                <a:lnTo>
                  <a:pt x="337596" y="324898"/>
                </a:lnTo>
                <a:lnTo>
                  <a:pt x="174182" y="324898"/>
                </a:lnTo>
                <a:lnTo>
                  <a:pt x="157084" y="324859"/>
                </a:lnTo>
                <a:lnTo>
                  <a:pt x="88427" y="319388"/>
                </a:lnTo>
                <a:lnTo>
                  <a:pt x="33129" y="315770"/>
                </a:lnTo>
                <a:lnTo>
                  <a:pt x="29203" y="315068"/>
                </a:lnTo>
                <a:lnTo>
                  <a:pt x="25643" y="314712"/>
                </a:lnTo>
                <a:close/>
              </a:path>
              <a:path w="383539" h="373379">
                <a:moveTo>
                  <a:pt x="257531" y="0"/>
                </a:moveTo>
                <a:lnTo>
                  <a:pt x="196221" y="5346"/>
                </a:lnTo>
                <a:lnTo>
                  <a:pt x="138383" y="18177"/>
                </a:lnTo>
                <a:lnTo>
                  <a:pt x="96038" y="32200"/>
                </a:lnTo>
                <a:lnTo>
                  <a:pt x="56902" y="52066"/>
                </a:lnTo>
                <a:lnTo>
                  <a:pt x="38470" y="84426"/>
                </a:lnTo>
                <a:lnTo>
                  <a:pt x="39371" y="93813"/>
                </a:lnTo>
                <a:lnTo>
                  <a:pt x="68158" y="135816"/>
                </a:lnTo>
                <a:lnTo>
                  <a:pt x="113303" y="155322"/>
                </a:lnTo>
                <a:lnTo>
                  <a:pt x="207441" y="177129"/>
                </a:lnTo>
                <a:lnTo>
                  <a:pt x="249521" y="184873"/>
                </a:lnTo>
                <a:lnTo>
                  <a:pt x="270190" y="188980"/>
                </a:lnTo>
                <a:lnTo>
                  <a:pt x="307760" y="199302"/>
                </a:lnTo>
                <a:lnTo>
                  <a:pt x="332335" y="237238"/>
                </a:lnTo>
                <a:lnTo>
                  <a:pt x="330698" y="246890"/>
                </a:lnTo>
                <a:lnTo>
                  <a:pt x="306158" y="279446"/>
                </a:lnTo>
                <a:lnTo>
                  <a:pt x="273596" y="302686"/>
                </a:lnTo>
                <a:lnTo>
                  <a:pt x="227615" y="315548"/>
                </a:lnTo>
                <a:lnTo>
                  <a:pt x="174182" y="324898"/>
                </a:lnTo>
                <a:lnTo>
                  <a:pt x="337596" y="324898"/>
                </a:lnTo>
                <a:lnTo>
                  <a:pt x="369870" y="291603"/>
                </a:lnTo>
                <a:lnTo>
                  <a:pt x="382030" y="254861"/>
                </a:lnTo>
                <a:lnTo>
                  <a:pt x="383098" y="241510"/>
                </a:lnTo>
                <a:lnTo>
                  <a:pt x="376352" y="207885"/>
                </a:lnTo>
                <a:lnTo>
                  <a:pt x="322385" y="158462"/>
                </a:lnTo>
                <a:lnTo>
                  <a:pt x="275164" y="142665"/>
                </a:lnTo>
                <a:lnTo>
                  <a:pt x="185602" y="124837"/>
                </a:lnTo>
                <a:lnTo>
                  <a:pt x="166162" y="121294"/>
                </a:lnTo>
                <a:lnTo>
                  <a:pt x="137044" y="113149"/>
                </a:lnTo>
                <a:lnTo>
                  <a:pt x="102583" y="91368"/>
                </a:lnTo>
                <a:lnTo>
                  <a:pt x="105755" y="84226"/>
                </a:lnTo>
                <a:lnTo>
                  <a:pt x="159754" y="60375"/>
                </a:lnTo>
                <a:lnTo>
                  <a:pt x="205711" y="50762"/>
                </a:lnTo>
                <a:lnTo>
                  <a:pt x="248453" y="49160"/>
                </a:lnTo>
                <a:lnTo>
                  <a:pt x="358136" y="49160"/>
                </a:lnTo>
                <a:lnTo>
                  <a:pt x="359057" y="46846"/>
                </a:lnTo>
                <a:lnTo>
                  <a:pt x="359057" y="41150"/>
                </a:lnTo>
                <a:lnTo>
                  <a:pt x="357855" y="36576"/>
                </a:lnTo>
                <a:lnTo>
                  <a:pt x="326729" y="11626"/>
                </a:lnTo>
                <a:lnTo>
                  <a:pt x="284516" y="1477"/>
                </a:lnTo>
                <a:lnTo>
                  <a:pt x="270689" y="239"/>
                </a:lnTo>
                <a:lnTo>
                  <a:pt x="257531" y="0"/>
                </a:lnTo>
                <a:close/>
              </a:path>
              <a:path w="383539" h="373379">
                <a:moveTo>
                  <a:pt x="358136" y="49160"/>
                </a:moveTo>
                <a:lnTo>
                  <a:pt x="248453" y="49160"/>
                </a:lnTo>
                <a:lnTo>
                  <a:pt x="260670" y="49494"/>
                </a:lnTo>
                <a:lnTo>
                  <a:pt x="277566" y="51031"/>
                </a:lnTo>
                <a:lnTo>
                  <a:pt x="299139" y="53771"/>
                </a:lnTo>
                <a:lnTo>
                  <a:pt x="325393" y="57715"/>
                </a:lnTo>
                <a:lnTo>
                  <a:pt x="335563" y="58761"/>
                </a:lnTo>
                <a:lnTo>
                  <a:pt x="343628" y="58710"/>
                </a:lnTo>
                <a:lnTo>
                  <a:pt x="349588" y="57559"/>
                </a:lnTo>
                <a:lnTo>
                  <a:pt x="353444" y="55307"/>
                </a:lnTo>
                <a:lnTo>
                  <a:pt x="357182" y="51558"/>
                </a:lnTo>
                <a:lnTo>
                  <a:pt x="358136" y="49160"/>
                </a:lnTo>
                <a:close/>
              </a:path>
            </a:pathLst>
          </a:custGeom>
          <a:solidFill>
            <a:srgbClr val="231F20">
              <a:alpha val="58998"/>
            </a:srgbClr>
          </a:solidFill>
        </p:spPr>
        <p:txBody>
          <a:bodyPr wrap="square" lIns="0" tIns="0" rIns="0" bIns="0" rtlCol="0"/>
          <a:lstStyle/>
          <a:p>
            <a:endParaRPr/>
          </a:p>
        </p:txBody>
      </p:sp>
      <p:sp>
        <p:nvSpPr>
          <p:cNvPr id="71" name="bk object 71"/>
          <p:cNvSpPr/>
          <p:nvPr/>
        </p:nvSpPr>
        <p:spPr>
          <a:xfrm>
            <a:off x="4066537" y="5655140"/>
            <a:ext cx="295275" cy="373380"/>
          </a:xfrm>
          <a:custGeom>
            <a:avLst/>
            <a:gdLst/>
            <a:ahLst/>
            <a:cxnLst/>
            <a:rect l="l" t="t" r="r" b="b"/>
            <a:pathLst>
              <a:path w="295275" h="373379">
                <a:moveTo>
                  <a:pt x="104985" y="58234"/>
                </a:moveTo>
                <a:lnTo>
                  <a:pt x="69819" y="58234"/>
                </a:lnTo>
                <a:lnTo>
                  <a:pt x="70454" y="66048"/>
                </a:lnTo>
                <a:lnTo>
                  <a:pt x="70640" y="74621"/>
                </a:lnTo>
                <a:lnTo>
                  <a:pt x="70721" y="99714"/>
                </a:lnTo>
                <a:lnTo>
                  <a:pt x="69868" y="154344"/>
                </a:lnTo>
                <a:lnTo>
                  <a:pt x="69552" y="177525"/>
                </a:lnTo>
                <a:lnTo>
                  <a:pt x="69498" y="183434"/>
                </a:lnTo>
                <a:lnTo>
                  <a:pt x="69371" y="224407"/>
                </a:lnTo>
                <a:lnTo>
                  <a:pt x="70120" y="280508"/>
                </a:lnTo>
                <a:lnTo>
                  <a:pt x="72623" y="326990"/>
                </a:lnTo>
                <a:lnTo>
                  <a:pt x="82636" y="371869"/>
                </a:lnTo>
                <a:lnTo>
                  <a:pt x="86562" y="372947"/>
                </a:lnTo>
                <a:lnTo>
                  <a:pt x="100091" y="372947"/>
                </a:lnTo>
                <a:lnTo>
                  <a:pt x="111226" y="324255"/>
                </a:lnTo>
                <a:lnTo>
                  <a:pt x="111493" y="308289"/>
                </a:lnTo>
                <a:lnTo>
                  <a:pt x="111427" y="300411"/>
                </a:lnTo>
                <a:lnTo>
                  <a:pt x="111226" y="290660"/>
                </a:lnTo>
                <a:lnTo>
                  <a:pt x="110893" y="279039"/>
                </a:lnTo>
                <a:lnTo>
                  <a:pt x="109987" y="252858"/>
                </a:lnTo>
                <a:lnTo>
                  <a:pt x="109754" y="242040"/>
                </a:lnTo>
                <a:lnTo>
                  <a:pt x="152948" y="213020"/>
                </a:lnTo>
                <a:lnTo>
                  <a:pt x="162984" y="209849"/>
                </a:lnTo>
                <a:lnTo>
                  <a:pt x="171253" y="206876"/>
                </a:lnTo>
                <a:lnTo>
                  <a:pt x="177753" y="204104"/>
                </a:lnTo>
                <a:lnTo>
                  <a:pt x="204063" y="191548"/>
                </a:lnTo>
                <a:lnTo>
                  <a:pt x="211642" y="187539"/>
                </a:lnTo>
                <a:lnTo>
                  <a:pt x="107221" y="187539"/>
                </a:lnTo>
                <a:lnTo>
                  <a:pt x="105885" y="146532"/>
                </a:lnTo>
                <a:lnTo>
                  <a:pt x="105096" y="110202"/>
                </a:lnTo>
                <a:lnTo>
                  <a:pt x="104899" y="87092"/>
                </a:lnTo>
                <a:lnTo>
                  <a:pt x="104985" y="58234"/>
                </a:lnTo>
                <a:close/>
              </a:path>
              <a:path w="295275" h="373379">
                <a:moveTo>
                  <a:pt x="278631" y="38465"/>
                </a:moveTo>
                <a:lnTo>
                  <a:pt x="190970" y="38465"/>
                </a:lnTo>
                <a:lnTo>
                  <a:pt x="202155" y="38732"/>
                </a:lnTo>
                <a:lnTo>
                  <a:pt x="225302" y="40601"/>
                </a:lnTo>
                <a:lnTo>
                  <a:pt x="262170" y="69375"/>
                </a:lnTo>
                <a:lnTo>
                  <a:pt x="263416" y="74621"/>
                </a:lnTo>
                <a:lnTo>
                  <a:pt x="262704" y="78537"/>
                </a:lnTo>
                <a:lnTo>
                  <a:pt x="241007" y="122168"/>
                </a:lnTo>
                <a:lnTo>
                  <a:pt x="195846" y="154344"/>
                </a:lnTo>
                <a:lnTo>
                  <a:pt x="137137" y="180597"/>
                </a:lnTo>
                <a:lnTo>
                  <a:pt x="107221" y="187539"/>
                </a:lnTo>
                <a:lnTo>
                  <a:pt x="211642" y="187539"/>
                </a:lnTo>
                <a:lnTo>
                  <a:pt x="249343" y="163498"/>
                </a:lnTo>
                <a:lnTo>
                  <a:pt x="279101" y="133641"/>
                </a:lnTo>
                <a:lnTo>
                  <a:pt x="294765" y="87092"/>
                </a:lnTo>
                <a:lnTo>
                  <a:pt x="287548" y="51226"/>
                </a:lnTo>
                <a:lnTo>
                  <a:pt x="278631" y="38465"/>
                </a:lnTo>
                <a:close/>
              </a:path>
              <a:path w="295275" h="373379">
                <a:moveTo>
                  <a:pt x="178645" y="0"/>
                </a:moveTo>
                <a:lnTo>
                  <a:pt x="137774" y="2133"/>
                </a:lnTo>
                <a:lnTo>
                  <a:pt x="93661" y="8948"/>
                </a:lnTo>
                <a:lnTo>
                  <a:pt x="54120" y="19639"/>
                </a:lnTo>
                <a:lnTo>
                  <a:pt x="14250" y="37397"/>
                </a:lnTo>
                <a:lnTo>
                  <a:pt x="0" y="64831"/>
                </a:lnTo>
                <a:lnTo>
                  <a:pt x="2041" y="68841"/>
                </a:lnTo>
                <a:lnTo>
                  <a:pt x="10952" y="77029"/>
                </a:lnTo>
                <a:lnTo>
                  <a:pt x="15496" y="79438"/>
                </a:lnTo>
                <a:lnTo>
                  <a:pt x="20125" y="80150"/>
                </a:lnTo>
                <a:lnTo>
                  <a:pt x="25037" y="78980"/>
                </a:lnTo>
                <a:lnTo>
                  <a:pt x="34955" y="74937"/>
                </a:lnTo>
                <a:lnTo>
                  <a:pt x="49882" y="68021"/>
                </a:lnTo>
                <a:lnTo>
                  <a:pt x="69819" y="58234"/>
                </a:lnTo>
                <a:lnTo>
                  <a:pt x="104985" y="58234"/>
                </a:lnTo>
                <a:lnTo>
                  <a:pt x="146155" y="41441"/>
                </a:lnTo>
                <a:lnTo>
                  <a:pt x="190970" y="38465"/>
                </a:lnTo>
                <a:lnTo>
                  <a:pt x="278631" y="38465"/>
                </a:lnTo>
                <a:lnTo>
                  <a:pt x="269113" y="24845"/>
                </a:lnTo>
                <a:lnTo>
                  <a:pt x="239458" y="7947"/>
                </a:lnTo>
                <a:lnTo>
                  <a:pt x="198580" y="529"/>
                </a:lnTo>
                <a:lnTo>
                  <a:pt x="178645" y="0"/>
                </a:lnTo>
                <a:close/>
              </a:path>
            </a:pathLst>
          </a:custGeom>
          <a:solidFill>
            <a:srgbClr val="231F20">
              <a:alpha val="58998"/>
            </a:srgbClr>
          </a:solidFill>
        </p:spPr>
        <p:txBody>
          <a:bodyPr wrap="square" lIns="0" tIns="0" rIns="0" bIns="0" rtlCol="0"/>
          <a:lstStyle/>
          <a:p>
            <a:endParaRPr/>
          </a:p>
        </p:txBody>
      </p:sp>
      <p:sp>
        <p:nvSpPr>
          <p:cNvPr id="72" name="bk object 72"/>
          <p:cNvSpPr/>
          <p:nvPr/>
        </p:nvSpPr>
        <p:spPr>
          <a:xfrm>
            <a:off x="4375715" y="5657810"/>
            <a:ext cx="215265" cy="374015"/>
          </a:xfrm>
          <a:custGeom>
            <a:avLst/>
            <a:gdLst/>
            <a:ahLst/>
            <a:cxnLst/>
            <a:rect l="l" t="t" r="r" b="b"/>
            <a:pathLst>
              <a:path w="215264" h="374014">
                <a:moveTo>
                  <a:pt x="138452" y="72667"/>
                </a:moveTo>
                <a:lnTo>
                  <a:pt x="96709" y="72667"/>
                </a:lnTo>
                <a:lnTo>
                  <a:pt x="99315" y="110261"/>
                </a:lnTo>
                <a:lnTo>
                  <a:pt x="100724" y="152941"/>
                </a:lnTo>
                <a:lnTo>
                  <a:pt x="100938" y="200707"/>
                </a:lnTo>
                <a:lnTo>
                  <a:pt x="99955" y="253559"/>
                </a:lnTo>
                <a:lnTo>
                  <a:pt x="97777" y="311498"/>
                </a:lnTo>
                <a:lnTo>
                  <a:pt x="45409" y="330598"/>
                </a:lnTo>
                <a:lnTo>
                  <a:pt x="12282" y="341947"/>
                </a:lnTo>
                <a:lnTo>
                  <a:pt x="10858" y="346586"/>
                </a:lnTo>
                <a:lnTo>
                  <a:pt x="10173" y="351036"/>
                </a:lnTo>
                <a:lnTo>
                  <a:pt x="10146" y="365109"/>
                </a:lnTo>
                <a:lnTo>
                  <a:pt x="13350" y="369737"/>
                </a:lnTo>
                <a:lnTo>
                  <a:pt x="19769" y="369737"/>
                </a:lnTo>
                <a:lnTo>
                  <a:pt x="26177" y="372585"/>
                </a:lnTo>
                <a:lnTo>
                  <a:pt x="30805" y="373831"/>
                </a:lnTo>
                <a:lnTo>
                  <a:pt x="33663" y="373475"/>
                </a:lnTo>
                <a:lnTo>
                  <a:pt x="37936" y="373119"/>
                </a:lnTo>
                <a:lnTo>
                  <a:pt x="90964" y="359354"/>
                </a:lnTo>
                <a:lnTo>
                  <a:pt x="138415" y="340721"/>
                </a:lnTo>
                <a:lnTo>
                  <a:pt x="158818" y="332741"/>
                </a:lnTo>
                <a:lnTo>
                  <a:pt x="173946" y="327097"/>
                </a:lnTo>
                <a:lnTo>
                  <a:pt x="183795" y="323791"/>
                </a:lnTo>
                <a:lnTo>
                  <a:pt x="184151" y="323445"/>
                </a:lnTo>
                <a:lnTo>
                  <a:pt x="188779" y="320231"/>
                </a:lnTo>
                <a:lnTo>
                  <a:pt x="197690" y="314178"/>
                </a:lnTo>
                <a:lnTo>
                  <a:pt x="202674" y="310618"/>
                </a:lnTo>
                <a:lnTo>
                  <a:pt x="205344" y="306147"/>
                </a:lnTo>
                <a:lnTo>
                  <a:pt x="205700" y="300807"/>
                </a:lnTo>
                <a:lnTo>
                  <a:pt x="200913" y="294399"/>
                </a:lnTo>
                <a:lnTo>
                  <a:pt x="142655" y="294399"/>
                </a:lnTo>
                <a:lnTo>
                  <a:pt x="143823" y="276168"/>
                </a:lnTo>
                <a:lnTo>
                  <a:pt x="144657" y="257802"/>
                </a:lnTo>
                <a:lnTo>
                  <a:pt x="145158" y="239301"/>
                </a:lnTo>
                <a:lnTo>
                  <a:pt x="145325" y="220663"/>
                </a:lnTo>
                <a:lnTo>
                  <a:pt x="144858" y="191414"/>
                </a:lnTo>
                <a:lnTo>
                  <a:pt x="143456" y="155483"/>
                </a:lnTo>
                <a:lnTo>
                  <a:pt x="141120" y="112871"/>
                </a:lnTo>
                <a:lnTo>
                  <a:pt x="138452" y="72667"/>
                </a:lnTo>
                <a:close/>
              </a:path>
              <a:path w="215264" h="374014">
                <a:moveTo>
                  <a:pt x="185575" y="284075"/>
                </a:moveTo>
                <a:lnTo>
                  <a:pt x="169555" y="285143"/>
                </a:lnTo>
                <a:lnTo>
                  <a:pt x="164560" y="286389"/>
                </a:lnTo>
                <a:lnTo>
                  <a:pt x="160288" y="288525"/>
                </a:lnTo>
                <a:lnTo>
                  <a:pt x="154948" y="291383"/>
                </a:lnTo>
                <a:lnTo>
                  <a:pt x="149073" y="293331"/>
                </a:lnTo>
                <a:lnTo>
                  <a:pt x="142655" y="294399"/>
                </a:lnTo>
                <a:lnTo>
                  <a:pt x="200913" y="294399"/>
                </a:lnTo>
                <a:lnTo>
                  <a:pt x="199470" y="292451"/>
                </a:lnTo>
                <a:lnTo>
                  <a:pt x="196622" y="288525"/>
                </a:lnTo>
                <a:lnTo>
                  <a:pt x="192706" y="285321"/>
                </a:lnTo>
                <a:lnTo>
                  <a:pt x="185575" y="284075"/>
                </a:lnTo>
                <a:close/>
              </a:path>
              <a:path w="215264" h="374014">
                <a:moveTo>
                  <a:pt x="191449" y="0"/>
                </a:moveTo>
                <a:lnTo>
                  <a:pt x="178989" y="0"/>
                </a:lnTo>
                <a:lnTo>
                  <a:pt x="175062" y="712"/>
                </a:lnTo>
                <a:lnTo>
                  <a:pt x="171513" y="2136"/>
                </a:lnTo>
                <a:lnTo>
                  <a:pt x="126893" y="16166"/>
                </a:lnTo>
                <a:lnTo>
                  <a:pt x="83879" y="30458"/>
                </a:lnTo>
                <a:lnTo>
                  <a:pt x="42471" y="45015"/>
                </a:lnTo>
                <a:lnTo>
                  <a:pt x="2670" y="59841"/>
                </a:lnTo>
                <a:lnTo>
                  <a:pt x="0" y="75694"/>
                </a:lnTo>
                <a:lnTo>
                  <a:pt x="0" y="83882"/>
                </a:lnTo>
                <a:lnTo>
                  <a:pt x="34187" y="91902"/>
                </a:lnTo>
                <a:lnTo>
                  <a:pt x="57330" y="84086"/>
                </a:lnTo>
                <a:lnTo>
                  <a:pt x="75464" y="78276"/>
                </a:lnTo>
                <a:lnTo>
                  <a:pt x="88590" y="74470"/>
                </a:lnTo>
                <a:lnTo>
                  <a:pt x="96709" y="72667"/>
                </a:lnTo>
                <a:lnTo>
                  <a:pt x="138452" y="72667"/>
                </a:lnTo>
                <a:lnTo>
                  <a:pt x="137849" y="63579"/>
                </a:lnTo>
                <a:lnTo>
                  <a:pt x="180827" y="48657"/>
                </a:lnTo>
                <a:lnTo>
                  <a:pt x="214789" y="27601"/>
                </a:lnTo>
                <a:lnTo>
                  <a:pt x="214789" y="15140"/>
                </a:lnTo>
                <a:lnTo>
                  <a:pt x="211585" y="10240"/>
                </a:lnTo>
                <a:lnTo>
                  <a:pt x="198758" y="2052"/>
                </a:lnTo>
                <a:lnTo>
                  <a:pt x="191449" y="0"/>
                </a:lnTo>
                <a:close/>
              </a:path>
            </a:pathLst>
          </a:custGeom>
          <a:solidFill>
            <a:srgbClr val="231F20">
              <a:alpha val="58998"/>
            </a:srgbClr>
          </a:solidFill>
        </p:spPr>
        <p:txBody>
          <a:bodyPr wrap="square" lIns="0" tIns="0" rIns="0" bIns="0" rtlCol="0"/>
          <a:lstStyle/>
          <a:p>
            <a:endParaRPr/>
          </a:p>
        </p:txBody>
      </p:sp>
      <p:sp>
        <p:nvSpPr>
          <p:cNvPr id="73" name="bk object 73"/>
          <p:cNvSpPr/>
          <p:nvPr/>
        </p:nvSpPr>
        <p:spPr>
          <a:xfrm>
            <a:off x="4630640" y="5657010"/>
            <a:ext cx="331470" cy="375920"/>
          </a:xfrm>
          <a:custGeom>
            <a:avLst/>
            <a:gdLst/>
            <a:ahLst/>
            <a:cxnLst/>
            <a:rect l="l" t="t" r="r" b="b"/>
            <a:pathLst>
              <a:path w="331470" h="375920">
                <a:moveTo>
                  <a:pt x="88615" y="58694"/>
                </a:moveTo>
                <a:lnTo>
                  <a:pt x="49088" y="58694"/>
                </a:lnTo>
                <a:lnTo>
                  <a:pt x="51224" y="59040"/>
                </a:lnTo>
                <a:lnTo>
                  <a:pt x="51201" y="82648"/>
                </a:lnTo>
                <a:lnTo>
                  <a:pt x="50911" y="108724"/>
                </a:lnTo>
                <a:lnTo>
                  <a:pt x="49761" y="178722"/>
                </a:lnTo>
                <a:lnTo>
                  <a:pt x="49088" y="216124"/>
                </a:lnTo>
                <a:lnTo>
                  <a:pt x="49021" y="262044"/>
                </a:lnTo>
                <a:lnTo>
                  <a:pt x="50423" y="303085"/>
                </a:lnTo>
                <a:lnTo>
                  <a:pt x="57632" y="370538"/>
                </a:lnTo>
                <a:lnTo>
                  <a:pt x="65119" y="375878"/>
                </a:lnTo>
                <a:lnTo>
                  <a:pt x="79715" y="375878"/>
                </a:lnTo>
                <a:lnTo>
                  <a:pt x="91529" y="319945"/>
                </a:lnTo>
                <a:lnTo>
                  <a:pt x="92170" y="273092"/>
                </a:lnTo>
                <a:lnTo>
                  <a:pt x="91796" y="241134"/>
                </a:lnTo>
                <a:lnTo>
                  <a:pt x="90228" y="208637"/>
                </a:lnTo>
                <a:lnTo>
                  <a:pt x="111731" y="208637"/>
                </a:lnTo>
                <a:lnTo>
                  <a:pt x="122152" y="207445"/>
                </a:lnTo>
                <a:lnTo>
                  <a:pt x="133473" y="205272"/>
                </a:lnTo>
                <a:lnTo>
                  <a:pt x="144729" y="202229"/>
                </a:lnTo>
                <a:lnTo>
                  <a:pt x="154409" y="199360"/>
                </a:lnTo>
                <a:lnTo>
                  <a:pt x="162623" y="197160"/>
                </a:lnTo>
                <a:lnTo>
                  <a:pt x="169369" y="195625"/>
                </a:lnTo>
                <a:lnTo>
                  <a:pt x="174644" y="194753"/>
                </a:lnTo>
                <a:lnTo>
                  <a:pt x="222082" y="194753"/>
                </a:lnTo>
                <a:lnTo>
                  <a:pt x="210444" y="178722"/>
                </a:lnTo>
                <a:lnTo>
                  <a:pt x="224301" y="173448"/>
                </a:lnTo>
                <a:lnTo>
                  <a:pt x="235955" y="168307"/>
                </a:lnTo>
                <a:lnTo>
                  <a:pt x="240487" y="165905"/>
                </a:lnTo>
                <a:lnTo>
                  <a:pt x="96814" y="165905"/>
                </a:lnTo>
                <a:lnTo>
                  <a:pt x="93076" y="165361"/>
                </a:lnTo>
                <a:lnTo>
                  <a:pt x="90228" y="164293"/>
                </a:lnTo>
                <a:lnTo>
                  <a:pt x="90785" y="144524"/>
                </a:lnTo>
                <a:lnTo>
                  <a:pt x="90762" y="113404"/>
                </a:lnTo>
                <a:lnTo>
                  <a:pt x="89827" y="82648"/>
                </a:lnTo>
                <a:lnTo>
                  <a:pt x="88615" y="58694"/>
                </a:lnTo>
                <a:close/>
              </a:path>
              <a:path w="331470" h="375920">
                <a:moveTo>
                  <a:pt x="222082" y="194753"/>
                </a:moveTo>
                <a:lnTo>
                  <a:pt x="174644" y="194753"/>
                </a:lnTo>
                <a:lnTo>
                  <a:pt x="185966" y="211717"/>
                </a:lnTo>
                <a:lnTo>
                  <a:pt x="200694" y="232155"/>
                </a:lnTo>
                <a:lnTo>
                  <a:pt x="218828" y="256063"/>
                </a:lnTo>
                <a:lnTo>
                  <a:pt x="240370" y="283441"/>
                </a:lnTo>
                <a:lnTo>
                  <a:pt x="263075" y="311932"/>
                </a:lnTo>
                <a:lnTo>
                  <a:pt x="282043" y="336480"/>
                </a:lnTo>
                <a:lnTo>
                  <a:pt x="297270" y="357084"/>
                </a:lnTo>
                <a:lnTo>
                  <a:pt x="308755" y="373742"/>
                </a:lnTo>
                <a:lnTo>
                  <a:pt x="311970" y="374810"/>
                </a:lnTo>
                <a:lnTo>
                  <a:pt x="314985" y="375344"/>
                </a:lnTo>
                <a:lnTo>
                  <a:pt x="326744" y="375344"/>
                </a:lnTo>
                <a:lnTo>
                  <a:pt x="330849" y="371250"/>
                </a:lnTo>
                <a:lnTo>
                  <a:pt x="330137" y="363051"/>
                </a:lnTo>
                <a:lnTo>
                  <a:pt x="329701" y="351134"/>
                </a:lnTo>
                <a:lnTo>
                  <a:pt x="326794" y="339415"/>
                </a:lnTo>
                <a:lnTo>
                  <a:pt x="321417" y="327893"/>
                </a:lnTo>
                <a:lnTo>
                  <a:pt x="313572" y="316571"/>
                </a:lnTo>
                <a:lnTo>
                  <a:pt x="280476" y="273092"/>
                </a:lnTo>
                <a:lnTo>
                  <a:pt x="252258" y="235623"/>
                </a:lnTo>
                <a:lnTo>
                  <a:pt x="228915" y="204166"/>
                </a:lnTo>
                <a:lnTo>
                  <a:pt x="222082" y="194753"/>
                </a:lnTo>
                <a:close/>
              </a:path>
              <a:path w="331470" h="375920">
                <a:moveTo>
                  <a:pt x="111731" y="208637"/>
                </a:moveTo>
                <a:lnTo>
                  <a:pt x="90228" y="208637"/>
                </a:lnTo>
                <a:lnTo>
                  <a:pt x="92720" y="209004"/>
                </a:lnTo>
                <a:lnTo>
                  <a:pt x="95746" y="209182"/>
                </a:lnTo>
                <a:lnTo>
                  <a:pt x="99316" y="209182"/>
                </a:lnTo>
                <a:lnTo>
                  <a:pt x="110766" y="208748"/>
                </a:lnTo>
                <a:lnTo>
                  <a:pt x="111731" y="208637"/>
                </a:lnTo>
                <a:close/>
              </a:path>
              <a:path w="331470" h="375920">
                <a:moveTo>
                  <a:pt x="278615" y="39937"/>
                </a:moveTo>
                <a:lnTo>
                  <a:pt x="189137" y="39937"/>
                </a:lnTo>
                <a:lnTo>
                  <a:pt x="198572" y="39967"/>
                </a:lnTo>
                <a:lnTo>
                  <a:pt x="205104" y="40328"/>
                </a:lnTo>
                <a:lnTo>
                  <a:pt x="246144" y="56638"/>
                </a:lnTo>
                <a:lnTo>
                  <a:pt x="255867" y="76673"/>
                </a:lnTo>
                <a:lnTo>
                  <a:pt x="254964" y="86024"/>
                </a:lnTo>
                <a:lnTo>
                  <a:pt x="252791" y="94304"/>
                </a:lnTo>
                <a:lnTo>
                  <a:pt x="249350" y="101515"/>
                </a:lnTo>
                <a:lnTo>
                  <a:pt x="244642" y="107656"/>
                </a:lnTo>
                <a:lnTo>
                  <a:pt x="243919" y="108724"/>
                </a:lnTo>
                <a:lnTo>
                  <a:pt x="205638" y="134243"/>
                </a:lnTo>
                <a:lnTo>
                  <a:pt x="132005" y="161090"/>
                </a:lnTo>
                <a:lnTo>
                  <a:pt x="101453" y="165905"/>
                </a:lnTo>
                <a:lnTo>
                  <a:pt x="240487" y="165905"/>
                </a:lnTo>
                <a:lnTo>
                  <a:pt x="274495" y="138384"/>
                </a:lnTo>
                <a:lnTo>
                  <a:pt x="290588" y="92693"/>
                </a:lnTo>
                <a:lnTo>
                  <a:pt x="290407" y="74670"/>
                </a:lnTo>
                <a:lnTo>
                  <a:pt x="287254" y="58375"/>
                </a:lnTo>
                <a:lnTo>
                  <a:pt x="281077" y="43513"/>
                </a:lnTo>
                <a:lnTo>
                  <a:pt x="278615" y="39937"/>
                </a:lnTo>
                <a:close/>
              </a:path>
              <a:path w="331470" h="375920">
                <a:moveTo>
                  <a:pt x="138048" y="0"/>
                </a:moveTo>
                <a:lnTo>
                  <a:pt x="81683" y="3471"/>
                </a:lnTo>
                <a:lnTo>
                  <a:pt x="38805" y="13392"/>
                </a:lnTo>
                <a:lnTo>
                  <a:pt x="2775" y="34108"/>
                </a:lnTo>
                <a:lnTo>
                  <a:pt x="0" y="47156"/>
                </a:lnTo>
                <a:lnTo>
                  <a:pt x="939" y="53332"/>
                </a:lnTo>
                <a:lnTo>
                  <a:pt x="3942" y="59176"/>
                </a:lnTo>
                <a:lnTo>
                  <a:pt x="8949" y="64281"/>
                </a:lnTo>
                <a:lnTo>
                  <a:pt x="15958" y="68652"/>
                </a:lnTo>
                <a:lnTo>
                  <a:pt x="19874" y="68306"/>
                </a:lnTo>
                <a:lnTo>
                  <a:pt x="26198" y="66516"/>
                </a:lnTo>
                <a:lnTo>
                  <a:pt x="43653" y="60108"/>
                </a:lnTo>
                <a:lnTo>
                  <a:pt x="49088" y="58694"/>
                </a:lnTo>
                <a:lnTo>
                  <a:pt x="88615" y="58694"/>
                </a:lnTo>
                <a:lnTo>
                  <a:pt x="88092" y="48349"/>
                </a:lnTo>
                <a:lnTo>
                  <a:pt x="87736" y="48349"/>
                </a:lnTo>
                <a:lnTo>
                  <a:pt x="111599" y="44611"/>
                </a:lnTo>
                <a:lnTo>
                  <a:pt x="161555" y="40873"/>
                </a:lnTo>
                <a:lnTo>
                  <a:pt x="189137" y="39937"/>
                </a:lnTo>
                <a:lnTo>
                  <a:pt x="278615" y="39937"/>
                </a:lnTo>
                <a:lnTo>
                  <a:pt x="271898" y="30182"/>
                </a:lnTo>
                <a:lnTo>
                  <a:pt x="239729" y="7347"/>
                </a:lnTo>
                <a:lnTo>
                  <a:pt x="196322" y="1468"/>
                </a:lnTo>
                <a:lnTo>
                  <a:pt x="188539" y="1335"/>
                </a:lnTo>
                <a:lnTo>
                  <a:pt x="164027" y="66"/>
                </a:lnTo>
                <a:lnTo>
                  <a:pt x="138048" y="0"/>
                </a:lnTo>
                <a:close/>
              </a:path>
            </a:pathLst>
          </a:custGeom>
          <a:solidFill>
            <a:srgbClr val="231F20">
              <a:alpha val="58998"/>
            </a:srgbClr>
          </a:solidFill>
        </p:spPr>
        <p:txBody>
          <a:bodyPr wrap="square" lIns="0" tIns="0" rIns="0" bIns="0" rtlCol="0"/>
          <a:lstStyle/>
          <a:p>
            <a:endParaRPr/>
          </a:p>
        </p:txBody>
      </p:sp>
      <p:sp>
        <p:nvSpPr>
          <p:cNvPr id="74" name="bk object 74"/>
          <p:cNvSpPr/>
          <p:nvPr/>
        </p:nvSpPr>
        <p:spPr>
          <a:xfrm>
            <a:off x="5002446" y="5652999"/>
            <a:ext cx="293370" cy="381000"/>
          </a:xfrm>
          <a:custGeom>
            <a:avLst/>
            <a:gdLst/>
            <a:ahLst/>
            <a:cxnLst/>
            <a:rect l="l" t="t" r="r" b="b"/>
            <a:pathLst>
              <a:path w="293370" h="381000">
                <a:moveTo>
                  <a:pt x="102630" y="237762"/>
                </a:moveTo>
                <a:lnTo>
                  <a:pt x="52364" y="237762"/>
                </a:lnTo>
                <a:lnTo>
                  <a:pt x="29455" y="288794"/>
                </a:lnTo>
                <a:lnTo>
                  <a:pt x="13091" y="326999"/>
                </a:lnTo>
                <a:lnTo>
                  <a:pt x="3272" y="352377"/>
                </a:lnTo>
                <a:lnTo>
                  <a:pt x="0" y="364931"/>
                </a:lnTo>
                <a:lnTo>
                  <a:pt x="0" y="375622"/>
                </a:lnTo>
                <a:lnTo>
                  <a:pt x="6230" y="380962"/>
                </a:lnTo>
                <a:lnTo>
                  <a:pt x="18701" y="380962"/>
                </a:lnTo>
                <a:lnTo>
                  <a:pt x="57705" y="343026"/>
                </a:lnTo>
                <a:lnTo>
                  <a:pt x="79245" y="294235"/>
                </a:lnTo>
                <a:lnTo>
                  <a:pt x="89232" y="268756"/>
                </a:lnTo>
                <a:lnTo>
                  <a:pt x="97211" y="249419"/>
                </a:lnTo>
                <a:lnTo>
                  <a:pt x="102630" y="237762"/>
                </a:lnTo>
                <a:close/>
              </a:path>
              <a:path w="293370" h="381000">
                <a:moveTo>
                  <a:pt x="233711" y="196276"/>
                </a:moveTo>
                <a:lnTo>
                  <a:pt x="184339" y="196276"/>
                </a:lnTo>
                <a:lnTo>
                  <a:pt x="187355" y="201260"/>
                </a:lnTo>
                <a:lnTo>
                  <a:pt x="191282" y="211585"/>
                </a:lnTo>
                <a:lnTo>
                  <a:pt x="194842" y="220495"/>
                </a:lnTo>
                <a:lnTo>
                  <a:pt x="196800" y="226380"/>
                </a:lnTo>
                <a:lnTo>
                  <a:pt x="197156" y="229218"/>
                </a:lnTo>
                <a:lnTo>
                  <a:pt x="199932" y="239733"/>
                </a:lnTo>
                <a:lnTo>
                  <a:pt x="212486" y="275799"/>
                </a:lnTo>
                <a:lnTo>
                  <a:pt x="232519" y="327933"/>
                </a:lnTo>
                <a:lnTo>
                  <a:pt x="251657" y="367601"/>
                </a:lnTo>
                <a:lnTo>
                  <a:pt x="278378" y="379894"/>
                </a:lnTo>
                <a:lnTo>
                  <a:pt x="287991" y="379894"/>
                </a:lnTo>
                <a:lnTo>
                  <a:pt x="292807" y="374376"/>
                </a:lnTo>
                <a:lnTo>
                  <a:pt x="292807" y="361905"/>
                </a:lnTo>
                <a:lnTo>
                  <a:pt x="291017" y="357633"/>
                </a:lnTo>
                <a:lnTo>
                  <a:pt x="287457" y="350512"/>
                </a:lnTo>
                <a:lnTo>
                  <a:pt x="280215" y="331369"/>
                </a:lnTo>
                <a:lnTo>
                  <a:pt x="266116" y="293601"/>
                </a:lnTo>
                <a:lnTo>
                  <a:pt x="250687" y="251192"/>
                </a:lnTo>
                <a:lnTo>
                  <a:pt x="235903" y="204371"/>
                </a:lnTo>
                <a:lnTo>
                  <a:pt x="233711" y="196276"/>
                </a:lnTo>
                <a:close/>
              </a:path>
              <a:path w="293370" h="381000">
                <a:moveTo>
                  <a:pt x="160832" y="0"/>
                </a:moveTo>
                <a:lnTo>
                  <a:pt x="156550" y="0"/>
                </a:lnTo>
                <a:lnTo>
                  <a:pt x="151744" y="2502"/>
                </a:lnTo>
                <a:lnTo>
                  <a:pt x="110069" y="94039"/>
                </a:lnTo>
                <a:lnTo>
                  <a:pt x="90834" y="141726"/>
                </a:lnTo>
                <a:lnTo>
                  <a:pt x="76940" y="181135"/>
                </a:lnTo>
                <a:lnTo>
                  <a:pt x="74702" y="182539"/>
                </a:lnTo>
                <a:lnTo>
                  <a:pt x="67990" y="185678"/>
                </a:lnTo>
                <a:lnTo>
                  <a:pt x="56805" y="190552"/>
                </a:lnTo>
                <a:lnTo>
                  <a:pt x="41150" y="197156"/>
                </a:lnTo>
                <a:lnTo>
                  <a:pt x="25483" y="204371"/>
                </a:lnTo>
                <a:lnTo>
                  <a:pt x="14292" y="211049"/>
                </a:lnTo>
                <a:lnTo>
                  <a:pt x="7578" y="217192"/>
                </a:lnTo>
                <a:lnTo>
                  <a:pt x="5340" y="222799"/>
                </a:lnTo>
                <a:lnTo>
                  <a:pt x="6742" y="231151"/>
                </a:lnTo>
                <a:lnTo>
                  <a:pt x="10949" y="236965"/>
                </a:lnTo>
                <a:lnTo>
                  <a:pt x="17965" y="240240"/>
                </a:lnTo>
                <a:lnTo>
                  <a:pt x="27789" y="240976"/>
                </a:lnTo>
                <a:lnTo>
                  <a:pt x="30637" y="240976"/>
                </a:lnTo>
                <a:lnTo>
                  <a:pt x="35799" y="240432"/>
                </a:lnTo>
                <a:lnTo>
                  <a:pt x="43276" y="239374"/>
                </a:lnTo>
                <a:lnTo>
                  <a:pt x="46124" y="238662"/>
                </a:lnTo>
                <a:lnTo>
                  <a:pt x="49160" y="238128"/>
                </a:lnTo>
                <a:lnTo>
                  <a:pt x="52364" y="237762"/>
                </a:lnTo>
                <a:lnTo>
                  <a:pt x="102630" y="237762"/>
                </a:lnTo>
                <a:lnTo>
                  <a:pt x="104057" y="234694"/>
                </a:lnTo>
                <a:lnTo>
                  <a:pt x="141726" y="208920"/>
                </a:lnTo>
                <a:lnTo>
                  <a:pt x="182193" y="196632"/>
                </a:lnTo>
                <a:lnTo>
                  <a:pt x="184339" y="196276"/>
                </a:lnTo>
                <a:lnTo>
                  <a:pt x="233711" y="196276"/>
                </a:lnTo>
                <a:lnTo>
                  <a:pt x="229752" y="181659"/>
                </a:lnTo>
                <a:lnTo>
                  <a:pt x="230097" y="181659"/>
                </a:lnTo>
                <a:lnTo>
                  <a:pt x="235364" y="178989"/>
                </a:lnTo>
                <a:lnTo>
                  <a:pt x="255667" y="168309"/>
                </a:lnTo>
                <a:lnTo>
                  <a:pt x="262348" y="165104"/>
                </a:lnTo>
                <a:lnTo>
                  <a:pt x="265552" y="164036"/>
                </a:lnTo>
                <a:lnTo>
                  <a:pt x="266680" y="161366"/>
                </a:lnTo>
                <a:lnTo>
                  <a:pt x="134111" y="161366"/>
                </a:lnTo>
                <a:lnTo>
                  <a:pt x="138151" y="148809"/>
                </a:lnTo>
                <a:lnTo>
                  <a:pt x="143329" y="135179"/>
                </a:lnTo>
                <a:lnTo>
                  <a:pt x="149639" y="120486"/>
                </a:lnTo>
                <a:lnTo>
                  <a:pt x="157084" y="104719"/>
                </a:lnTo>
                <a:lnTo>
                  <a:pt x="207930" y="104719"/>
                </a:lnTo>
                <a:lnTo>
                  <a:pt x="201438" y="83623"/>
                </a:lnTo>
                <a:lnTo>
                  <a:pt x="192623" y="54434"/>
                </a:lnTo>
                <a:lnTo>
                  <a:pt x="183271" y="22973"/>
                </a:lnTo>
                <a:lnTo>
                  <a:pt x="177854" y="12925"/>
                </a:lnTo>
                <a:lnTo>
                  <a:pt x="172311" y="5745"/>
                </a:lnTo>
                <a:lnTo>
                  <a:pt x="166638" y="1436"/>
                </a:lnTo>
                <a:lnTo>
                  <a:pt x="160832" y="0"/>
                </a:lnTo>
                <a:close/>
              </a:path>
              <a:path w="293370" h="381000">
                <a:moveTo>
                  <a:pt x="207930" y="104719"/>
                </a:moveTo>
                <a:lnTo>
                  <a:pt x="157084" y="104719"/>
                </a:lnTo>
                <a:lnTo>
                  <a:pt x="163987" y="126634"/>
                </a:lnTo>
                <a:lnTo>
                  <a:pt x="170979" y="149073"/>
                </a:lnTo>
                <a:lnTo>
                  <a:pt x="166350" y="151932"/>
                </a:lnTo>
                <a:lnTo>
                  <a:pt x="160288" y="154414"/>
                </a:lnTo>
                <a:lnTo>
                  <a:pt x="141409" y="159764"/>
                </a:lnTo>
                <a:lnTo>
                  <a:pt x="135179" y="161366"/>
                </a:lnTo>
                <a:lnTo>
                  <a:pt x="266680" y="161366"/>
                </a:lnTo>
                <a:lnTo>
                  <a:pt x="269468" y="154770"/>
                </a:lnTo>
                <a:lnTo>
                  <a:pt x="271436" y="147827"/>
                </a:lnTo>
                <a:lnTo>
                  <a:pt x="271436" y="143189"/>
                </a:lnTo>
                <a:lnTo>
                  <a:pt x="269964" y="136747"/>
                </a:lnTo>
                <a:lnTo>
                  <a:pt x="268554" y="135179"/>
                </a:lnTo>
                <a:lnTo>
                  <a:pt x="217469" y="135179"/>
                </a:lnTo>
                <a:lnTo>
                  <a:pt x="209720" y="110537"/>
                </a:lnTo>
                <a:lnTo>
                  <a:pt x="207930" y="104719"/>
                </a:lnTo>
                <a:close/>
              </a:path>
              <a:path w="293370" h="381000">
                <a:moveTo>
                  <a:pt x="244348" y="126289"/>
                </a:moveTo>
                <a:lnTo>
                  <a:pt x="239458" y="127619"/>
                </a:lnTo>
                <a:lnTo>
                  <a:pt x="226987" y="133671"/>
                </a:lnTo>
                <a:lnTo>
                  <a:pt x="221741" y="135179"/>
                </a:lnTo>
                <a:lnTo>
                  <a:pt x="268554" y="135179"/>
                </a:lnTo>
                <a:lnTo>
                  <a:pt x="265552" y="131841"/>
                </a:lnTo>
                <a:lnTo>
                  <a:pt x="258202" y="128470"/>
                </a:lnTo>
                <a:lnTo>
                  <a:pt x="247919" y="126634"/>
                </a:lnTo>
                <a:lnTo>
                  <a:pt x="244348" y="126289"/>
                </a:lnTo>
                <a:close/>
              </a:path>
            </a:pathLst>
          </a:custGeom>
          <a:solidFill>
            <a:srgbClr val="231F20">
              <a:alpha val="58998"/>
            </a:srgbClr>
          </a:solidFill>
        </p:spPr>
        <p:txBody>
          <a:bodyPr wrap="square" lIns="0" tIns="0" rIns="0" bIns="0" rtlCol="0"/>
          <a:lstStyle/>
          <a:p>
            <a:endParaRPr/>
          </a:p>
        </p:txBody>
      </p:sp>
      <p:sp>
        <p:nvSpPr>
          <p:cNvPr id="75" name="bk object 75"/>
          <p:cNvSpPr/>
          <p:nvPr/>
        </p:nvSpPr>
        <p:spPr>
          <a:xfrm>
            <a:off x="5335313" y="5652799"/>
            <a:ext cx="229235" cy="376555"/>
          </a:xfrm>
          <a:custGeom>
            <a:avLst/>
            <a:gdLst/>
            <a:ahLst/>
            <a:cxnLst/>
            <a:rect l="l" t="t" r="r" b="b"/>
            <a:pathLst>
              <a:path w="229235" h="376554">
                <a:moveTo>
                  <a:pt x="142960" y="73396"/>
                </a:moveTo>
                <a:lnTo>
                  <a:pt x="98311" y="73396"/>
                </a:lnTo>
                <a:lnTo>
                  <a:pt x="97376" y="91335"/>
                </a:lnTo>
                <a:lnTo>
                  <a:pt x="96709" y="120023"/>
                </a:lnTo>
                <a:lnTo>
                  <a:pt x="96308" y="159461"/>
                </a:lnTo>
                <a:lnTo>
                  <a:pt x="96175" y="209653"/>
                </a:lnTo>
                <a:lnTo>
                  <a:pt x="96655" y="262833"/>
                </a:lnTo>
                <a:lnTo>
                  <a:pt x="97574" y="304292"/>
                </a:lnTo>
                <a:lnTo>
                  <a:pt x="100708" y="352047"/>
                </a:lnTo>
                <a:lnTo>
                  <a:pt x="119148" y="376350"/>
                </a:lnTo>
                <a:lnTo>
                  <a:pt x="125391" y="374746"/>
                </a:lnTo>
                <a:lnTo>
                  <a:pt x="139451" y="318248"/>
                </a:lnTo>
                <a:lnTo>
                  <a:pt x="139985" y="231548"/>
                </a:lnTo>
                <a:lnTo>
                  <a:pt x="140419" y="175353"/>
                </a:lnTo>
                <a:lnTo>
                  <a:pt x="141186" y="127503"/>
                </a:lnTo>
                <a:lnTo>
                  <a:pt x="142288" y="87998"/>
                </a:lnTo>
                <a:lnTo>
                  <a:pt x="142960" y="73396"/>
                </a:lnTo>
                <a:close/>
              </a:path>
              <a:path w="229235" h="376554">
                <a:moveTo>
                  <a:pt x="201194" y="0"/>
                </a:moveTo>
                <a:lnTo>
                  <a:pt x="160157" y="6483"/>
                </a:lnTo>
                <a:lnTo>
                  <a:pt x="98845" y="22109"/>
                </a:lnTo>
                <a:lnTo>
                  <a:pt x="41408" y="38276"/>
                </a:lnTo>
                <a:lnTo>
                  <a:pt x="2314" y="51847"/>
                </a:lnTo>
                <a:lnTo>
                  <a:pt x="0" y="55951"/>
                </a:lnTo>
                <a:lnTo>
                  <a:pt x="0" y="68778"/>
                </a:lnTo>
                <a:lnTo>
                  <a:pt x="36323" y="90495"/>
                </a:lnTo>
                <a:lnTo>
                  <a:pt x="50756" y="85822"/>
                </a:lnTo>
                <a:lnTo>
                  <a:pt x="76465" y="77910"/>
                </a:lnTo>
                <a:lnTo>
                  <a:pt x="85751" y="75403"/>
                </a:lnTo>
                <a:lnTo>
                  <a:pt x="93034" y="73898"/>
                </a:lnTo>
                <a:lnTo>
                  <a:pt x="98311" y="73396"/>
                </a:lnTo>
                <a:lnTo>
                  <a:pt x="142960" y="73396"/>
                </a:lnTo>
                <a:lnTo>
                  <a:pt x="143723" y="56841"/>
                </a:lnTo>
                <a:lnTo>
                  <a:pt x="191816" y="45082"/>
                </a:lnTo>
                <a:lnTo>
                  <a:pt x="227616" y="29941"/>
                </a:lnTo>
                <a:lnTo>
                  <a:pt x="228684" y="27093"/>
                </a:lnTo>
                <a:lnTo>
                  <a:pt x="228684" y="17837"/>
                </a:lnTo>
                <a:lnTo>
                  <a:pt x="225291" y="11953"/>
                </a:lnTo>
                <a:lnTo>
                  <a:pt x="218527" y="6612"/>
                </a:lnTo>
                <a:lnTo>
                  <a:pt x="213214" y="3208"/>
                </a:lnTo>
                <a:lnTo>
                  <a:pt x="207437" y="1004"/>
                </a:lnTo>
                <a:lnTo>
                  <a:pt x="201194" y="0"/>
                </a:lnTo>
                <a:close/>
              </a:path>
            </a:pathLst>
          </a:custGeom>
          <a:solidFill>
            <a:srgbClr val="231F20">
              <a:alpha val="58998"/>
            </a:srgbClr>
          </a:solidFill>
        </p:spPr>
        <p:txBody>
          <a:bodyPr wrap="square" lIns="0" tIns="0" rIns="0" bIns="0" rtlCol="0"/>
          <a:lstStyle/>
          <a:p>
            <a:endParaRPr/>
          </a:p>
        </p:txBody>
      </p:sp>
      <p:sp>
        <p:nvSpPr>
          <p:cNvPr id="76" name="bk object 76"/>
          <p:cNvSpPr/>
          <p:nvPr/>
        </p:nvSpPr>
        <p:spPr>
          <a:xfrm>
            <a:off x="5550641" y="5657803"/>
            <a:ext cx="215265" cy="374015"/>
          </a:xfrm>
          <a:custGeom>
            <a:avLst/>
            <a:gdLst/>
            <a:ahLst/>
            <a:cxnLst/>
            <a:rect l="l" t="t" r="r" b="b"/>
            <a:pathLst>
              <a:path w="215264" h="374014">
                <a:moveTo>
                  <a:pt x="138451" y="72667"/>
                </a:moveTo>
                <a:lnTo>
                  <a:pt x="96709" y="72667"/>
                </a:lnTo>
                <a:lnTo>
                  <a:pt x="99314" y="110266"/>
                </a:lnTo>
                <a:lnTo>
                  <a:pt x="100721" y="152949"/>
                </a:lnTo>
                <a:lnTo>
                  <a:pt x="100933" y="200716"/>
                </a:lnTo>
                <a:lnTo>
                  <a:pt x="99951" y="253569"/>
                </a:lnTo>
                <a:lnTo>
                  <a:pt x="97777" y="311508"/>
                </a:lnTo>
                <a:lnTo>
                  <a:pt x="45409" y="330609"/>
                </a:lnTo>
                <a:lnTo>
                  <a:pt x="12282" y="341958"/>
                </a:lnTo>
                <a:lnTo>
                  <a:pt x="10858" y="346586"/>
                </a:lnTo>
                <a:lnTo>
                  <a:pt x="10183" y="351046"/>
                </a:lnTo>
                <a:lnTo>
                  <a:pt x="10156" y="365119"/>
                </a:lnTo>
                <a:lnTo>
                  <a:pt x="13350" y="369747"/>
                </a:lnTo>
                <a:lnTo>
                  <a:pt x="19769" y="369747"/>
                </a:lnTo>
                <a:lnTo>
                  <a:pt x="26177" y="372595"/>
                </a:lnTo>
                <a:lnTo>
                  <a:pt x="30805" y="373831"/>
                </a:lnTo>
                <a:lnTo>
                  <a:pt x="33663" y="373486"/>
                </a:lnTo>
                <a:lnTo>
                  <a:pt x="37925" y="373130"/>
                </a:lnTo>
                <a:lnTo>
                  <a:pt x="90960" y="359363"/>
                </a:lnTo>
                <a:lnTo>
                  <a:pt x="138411" y="340731"/>
                </a:lnTo>
                <a:lnTo>
                  <a:pt x="158817" y="332750"/>
                </a:lnTo>
                <a:lnTo>
                  <a:pt x="173945" y="327103"/>
                </a:lnTo>
                <a:lnTo>
                  <a:pt x="183795" y="323791"/>
                </a:lnTo>
                <a:lnTo>
                  <a:pt x="184151" y="323445"/>
                </a:lnTo>
                <a:lnTo>
                  <a:pt x="188779" y="320241"/>
                </a:lnTo>
                <a:lnTo>
                  <a:pt x="197690" y="314178"/>
                </a:lnTo>
                <a:lnTo>
                  <a:pt x="202674" y="310618"/>
                </a:lnTo>
                <a:lnTo>
                  <a:pt x="205344" y="306158"/>
                </a:lnTo>
                <a:lnTo>
                  <a:pt x="205700" y="300818"/>
                </a:lnTo>
                <a:lnTo>
                  <a:pt x="200909" y="294399"/>
                </a:lnTo>
                <a:lnTo>
                  <a:pt x="142655" y="294399"/>
                </a:lnTo>
                <a:lnTo>
                  <a:pt x="143823" y="276172"/>
                </a:lnTo>
                <a:lnTo>
                  <a:pt x="144657" y="257807"/>
                </a:lnTo>
                <a:lnTo>
                  <a:pt x="145158" y="239307"/>
                </a:lnTo>
                <a:lnTo>
                  <a:pt x="145325" y="220673"/>
                </a:lnTo>
                <a:lnTo>
                  <a:pt x="144858" y="191420"/>
                </a:lnTo>
                <a:lnTo>
                  <a:pt x="143456" y="155490"/>
                </a:lnTo>
                <a:lnTo>
                  <a:pt x="141120" y="112880"/>
                </a:lnTo>
                <a:lnTo>
                  <a:pt x="138451" y="72667"/>
                </a:lnTo>
                <a:close/>
              </a:path>
              <a:path w="215264" h="374014">
                <a:moveTo>
                  <a:pt x="185575" y="284075"/>
                </a:moveTo>
                <a:lnTo>
                  <a:pt x="169544" y="285153"/>
                </a:lnTo>
                <a:lnTo>
                  <a:pt x="164560" y="286389"/>
                </a:lnTo>
                <a:lnTo>
                  <a:pt x="160288" y="288535"/>
                </a:lnTo>
                <a:lnTo>
                  <a:pt x="154948" y="291383"/>
                </a:lnTo>
                <a:lnTo>
                  <a:pt x="149073" y="293331"/>
                </a:lnTo>
                <a:lnTo>
                  <a:pt x="142655" y="294399"/>
                </a:lnTo>
                <a:lnTo>
                  <a:pt x="200909" y="294399"/>
                </a:lnTo>
                <a:lnTo>
                  <a:pt x="196622" y="288535"/>
                </a:lnTo>
                <a:lnTo>
                  <a:pt x="192695" y="285321"/>
                </a:lnTo>
                <a:lnTo>
                  <a:pt x="185575" y="284075"/>
                </a:lnTo>
                <a:close/>
              </a:path>
              <a:path w="215264" h="374014">
                <a:moveTo>
                  <a:pt x="191449" y="0"/>
                </a:moveTo>
                <a:lnTo>
                  <a:pt x="178989" y="0"/>
                </a:lnTo>
                <a:lnTo>
                  <a:pt x="175062" y="722"/>
                </a:lnTo>
                <a:lnTo>
                  <a:pt x="171513" y="2146"/>
                </a:lnTo>
                <a:lnTo>
                  <a:pt x="126894" y="16172"/>
                </a:lnTo>
                <a:lnTo>
                  <a:pt x="83883" y="30463"/>
                </a:lnTo>
                <a:lnTo>
                  <a:pt x="42476" y="45020"/>
                </a:lnTo>
                <a:lnTo>
                  <a:pt x="2670" y="59841"/>
                </a:lnTo>
                <a:lnTo>
                  <a:pt x="0" y="75704"/>
                </a:lnTo>
                <a:lnTo>
                  <a:pt x="0" y="83892"/>
                </a:lnTo>
                <a:lnTo>
                  <a:pt x="34197" y="91902"/>
                </a:lnTo>
                <a:lnTo>
                  <a:pt x="57335" y="84092"/>
                </a:lnTo>
                <a:lnTo>
                  <a:pt x="75466" y="78284"/>
                </a:lnTo>
                <a:lnTo>
                  <a:pt x="88590" y="74476"/>
                </a:lnTo>
                <a:lnTo>
                  <a:pt x="96709" y="72667"/>
                </a:lnTo>
                <a:lnTo>
                  <a:pt x="138451" y="72667"/>
                </a:lnTo>
                <a:lnTo>
                  <a:pt x="137849" y="63589"/>
                </a:lnTo>
                <a:lnTo>
                  <a:pt x="180821" y="48657"/>
                </a:lnTo>
                <a:lnTo>
                  <a:pt x="214789" y="27611"/>
                </a:lnTo>
                <a:lnTo>
                  <a:pt x="214789" y="15151"/>
                </a:lnTo>
                <a:lnTo>
                  <a:pt x="211585" y="10250"/>
                </a:lnTo>
                <a:lnTo>
                  <a:pt x="198758" y="2052"/>
                </a:lnTo>
                <a:lnTo>
                  <a:pt x="191449" y="0"/>
                </a:lnTo>
                <a:close/>
              </a:path>
            </a:pathLst>
          </a:custGeom>
          <a:solidFill>
            <a:srgbClr val="231F20">
              <a:alpha val="58998"/>
            </a:srgbClr>
          </a:solidFill>
        </p:spPr>
        <p:txBody>
          <a:bodyPr wrap="square" lIns="0" tIns="0" rIns="0" bIns="0" rtlCol="0"/>
          <a:lstStyle/>
          <a:p>
            <a:endParaRPr/>
          </a:p>
        </p:txBody>
      </p:sp>
      <p:sp>
        <p:nvSpPr>
          <p:cNvPr id="77" name="bk object 77"/>
          <p:cNvSpPr/>
          <p:nvPr/>
        </p:nvSpPr>
        <p:spPr>
          <a:xfrm>
            <a:off x="5805494" y="5653720"/>
            <a:ext cx="276860" cy="376555"/>
          </a:xfrm>
          <a:custGeom>
            <a:avLst/>
            <a:gdLst/>
            <a:ahLst/>
            <a:cxnLst/>
            <a:rect l="l" t="t" r="r" b="b"/>
            <a:pathLst>
              <a:path w="276860" h="376554">
                <a:moveTo>
                  <a:pt x="149953" y="0"/>
                </a:moveTo>
                <a:lnTo>
                  <a:pt x="142477" y="0"/>
                </a:lnTo>
                <a:lnTo>
                  <a:pt x="135713" y="1413"/>
                </a:lnTo>
                <a:lnTo>
                  <a:pt x="85753" y="41357"/>
                </a:lnTo>
                <a:lnTo>
                  <a:pt x="43820" y="102394"/>
                </a:lnTo>
                <a:lnTo>
                  <a:pt x="18030" y="163042"/>
                </a:lnTo>
                <a:lnTo>
                  <a:pt x="534" y="233490"/>
                </a:lnTo>
                <a:lnTo>
                  <a:pt x="0" y="239186"/>
                </a:lnTo>
                <a:lnTo>
                  <a:pt x="0" y="245594"/>
                </a:lnTo>
                <a:lnTo>
                  <a:pt x="4810" y="283867"/>
                </a:lnTo>
                <a:lnTo>
                  <a:pt x="19503" y="323207"/>
                </a:lnTo>
                <a:lnTo>
                  <a:pt x="48497" y="357668"/>
                </a:lnTo>
                <a:lnTo>
                  <a:pt x="82814" y="375967"/>
                </a:lnTo>
                <a:lnTo>
                  <a:pt x="112206" y="375967"/>
                </a:lnTo>
                <a:lnTo>
                  <a:pt x="138517" y="371392"/>
                </a:lnTo>
                <a:lnTo>
                  <a:pt x="166746" y="357635"/>
                </a:lnTo>
                <a:lnTo>
                  <a:pt x="196759" y="334792"/>
                </a:lnTo>
                <a:lnTo>
                  <a:pt x="197267" y="334283"/>
                </a:lnTo>
                <a:lnTo>
                  <a:pt x="91368" y="334283"/>
                </a:lnTo>
                <a:lnTo>
                  <a:pt x="72098" y="330177"/>
                </a:lnTo>
                <a:lnTo>
                  <a:pt x="58106" y="317858"/>
                </a:lnTo>
                <a:lnTo>
                  <a:pt x="49390" y="297322"/>
                </a:lnTo>
                <a:lnTo>
                  <a:pt x="45946" y="268567"/>
                </a:lnTo>
                <a:lnTo>
                  <a:pt x="47371" y="234424"/>
                </a:lnTo>
                <a:lnTo>
                  <a:pt x="65139" y="164829"/>
                </a:lnTo>
                <a:lnTo>
                  <a:pt x="81484" y="129378"/>
                </a:lnTo>
                <a:lnTo>
                  <a:pt x="120286" y="75220"/>
                </a:lnTo>
                <a:lnTo>
                  <a:pt x="161366" y="55380"/>
                </a:lnTo>
                <a:lnTo>
                  <a:pt x="167062" y="55034"/>
                </a:lnTo>
                <a:lnTo>
                  <a:pt x="236263" y="55034"/>
                </a:lnTo>
                <a:lnTo>
                  <a:pt x="209044" y="29598"/>
                </a:lnTo>
                <a:lnTo>
                  <a:pt x="158152" y="1413"/>
                </a:lnTo>
                <a:lnTo>
                  <a:pt x="149953" y="0"/>
                </a:lnTo>
                <a:close/>
              </a:path>
              <a:path w="276860" h="376554">
                <a:moveTo>
                  <a:pt x="236263" y="55034"/>
                </a:moveTo>
                <a:lnTo>
                  <a:pt x="167062" y="55034"/>
                </a:lnTo>
                <a:lnTo>
                  <a:pt x="174183" y="56448"/>
                </a:lnTo>
                <a:lnTo>
                  <a:pt x="182737" y="59652"/>
                </a:lnTo>
                <a:lnTo>
                  <a:pt x="189146" y="62155"/>
                </a:lnTo>
                <a:lnTo>
                  <a:pt x="193062" y="64113"/>
                </a:lnTo>
                <a:lnTo>
                  <a:pt x="194486" y="65537"/>
                </a:lnTo>
                <a:lnTo>
                  <a:pt x="205306" y="75323"/>
                </a:lnTo>
                <a:lnTo>
                  <a:pt x="230286" y="112156"/>
                </a:lnTo>
                <a:lnTo>
                  <a:pt x="233189" y="159308"/>
                </a:lnTo>
                <a:lnTo>
                  <a:pt x="232288" y="177207"/>
                </a:lnTo>
                <a:lnTo>
                  <a:pt x="221136" y="220186"/>
                </a:lnTo>
                <a:lnTo>
                  <a:pt x="205738" y="256916"/>
                </a:lnTo>
                <a:lnTo>
                  <a:pt x="180601" y="288881"/>
                </a:lnTo>
                <a:lnTo>
                  <a:pt x="149236" y="315323"/>
                </a:lnTo>
                <a:lnTo>
                  <a:pt x="104253" y="333450"/>
                </a:lnTo>
                <a:lnTo>
                  <a:pt x="91368" y="334283"/>
                </a:lnTo>
                <a:lnTo>
                  <a:pt x="197267" y="334283"/>
                </a:lnTo>
                <a:lnTo>
                  <a:pt x="228684" y="302765"/>
                </a:lnTo>
                <a:lnTo>
                  <a:pt x="251123" y="270040"/>
                </a:lnTo>
                <a:lnTo>
                  <a:pt x="267154" y="228495"/>
                </a:lnTo>
                <a:lnTo>
                  <a:pt x="274898" y="189892"/>
                </a:lnTo>
                <a:lnTo>
                  <a:pt x="276776" y="151021"/>
                </a:lnTo>
                <a:lnTo>
                  <a:pt x="268356" y="104400"/>
                </a:lnTo>
                <a:lnTo>
                  <a:pt x="245779" y="63927"/>
                </a:lnTo>
                <a:lnTo>
                  <a:pt x="236263" y="55034"/>
                </a:lnTo>
                <a:close/>
              </a:path>
            </a:pathLst>
          </a:custGeom>
          <a:solidFill>
            <a:srgbClr val="231F20">
              <a:alpha val="58998"/>
            </a:srgbClr>
          </a:solidFill>
        </p:spPr>
        <p:txBody>
          <a:bodyPr wrap="square" lIns="0" tIns="0" rIns="0" bIns="0" rtlCol="0"/>
          <a:lstStyle/>
          <a:p>
            <a:endParaRPr/>
          </a:p>
        </p:txBody>
      </p:sp>
      <p:sp>
        <p:nvSpPr>
          <p:cNvPr id="78" name="bk object 78"/>
          <p:cNvSpPr/>
          <p:nvPr/>
        </p:nvSpPr>
        <p:spPr>
          <a:xfrm>
            <a:off x="6137265" y="5652996"/>
            <a:ext cx="273685" cy="381000"/>
          </a:xfrm>
          <a:custGeom>
            <a:avLst/>
            <a:gdLst/>
            <a:ahLst/>
            <a:cxnLst/>
            <a:rect l="l" t="t" r="r" b="b"/>
            <a:pathLst>
              <a:path w="273685" h="381000">
                <a:moveTo>
                  <a:pt x="26562" y="0"/>
                </a:moveTo>
                <a:lnTo>
                  <a:pt x="21934" y="0"/>
                </a:lnTo>
                <a:lnTo>
                  <a:pt x="12754" y="1238"/>
                </a:lnTo>
                <a:lnTo>
                  <a:pt x="6043" y="4948"/>
                </a:lnTo>
                <a:lnTo>
                  <a:pt x="1804" y="11127"/>
                </a:lnTo>
                <a:lnTo>
                  <a:pt x="39" y="19769"/>
                </a:lnTo>
                <a:lnTo>
                  <a:pt x="0" y="26054"/>
                </a:lnTo>
                <a:lnTo>
                  <a:pt x="297" y="32063"/>
                </a:lnTo>
                <a:lnTo>
                  <a:pt x="1030" y="39809"/>
                </a:lnTo>
                <a:lnTo>
                  <a:pt x="2165" y="48626"/>
                </a:lnTo>
                <a:lnTo>
                  <a:pt x="3334" y="58046"/>
                </a:lnTo>
                <a:lnTo>
                  <a:pt x="4172" y="65996"/>
                </a:lnTo>
                <a:lnTo>
                  <a:pt x="4650" y="72133"/>
                </a:lnTo>
                <a:lnTo>
                  <a:pt x="4774" y="85935"/>
                </a:lnTo>
                <a:lnTo>
                  <a:pt x="4607" y="105564"/>
                </a:lnTo>
                <a:lnTo>
                  <a:pt x="4487" y="125832"/>
                </a:lnTo>
                <a:lnTo>
                  <a:pt x="4384" y="195727"/>
                </a:lnTo>
                <a:lnTo>
                  <a:pt x="6043" y="261147"/>
                </a:lnTo>
                <a:lnTo>
                  <a:pt x="8212" y="304526"/>
                </a:lnTo>
                <a:lnTo>
                  <a:pt x="11253" y="353182"/>
                </a:lnTo>
                <a:lnTo>
                  <a:pt x="31734" y="380606"/>
                </a:lnTo>
                <a:lnTo>
                  <a:pt x="38509" y="379894"/>
                </a:lnTo>
                <a:lnTo>
                  <a:pt x="52927" y="342670"/>
                </a:lnTo>
                <a:lnTo>
                  <a:pt x="52215" y="337508"/>
                </a:lnTo>
                <a:lnTo>
                  <a:pt x="50791" y="337152"/>
                </a:lnTo>
                <a:lnTo>
                  <a:pt x="51424" y="305761"/>
                </a:lnTo>
                <a:lnTo>
                  <a:pt x="50654" y="271431"/>
                </a:lnTo>
                <a:lnTo>
                  <a:pt x="48484" y="234164"/>
                </a:lnTo>
                <a:lnTo>
                  <a:pt x="44917" y="193962"/>
                </a:lnTo>
                <a:lnTo>
                  <a:pt x="45044" y="125832"/>
                </a:lnTo>
                <a:lnTo>
                  <a:pt x="45151" y="116119"/>
                </a:lnTo>
                <a:lnTo>
                  <a:pt x="45852" y="98990"/>
                </a:lnTo>
                <a:lnTo>
                  <a:pt x="47020" y="85935"/>
                </a:lnTo>
                <a:lnTo>
                  <a:pt x="48655" y="76950"/>
                </a:lnTo>
                <a:lnTo>
                  <a:pt x="93479" y="76950"/>
                </a:lnTo>
                <a:lnTo>
                  <a:pt x="80413" y="55008"/>
                </a:lnTo>
                <a:lnTo>
                  <a:pt x="63481" y="30866"/>
                </a:lnTo>
                <a:lnTo>
                  <a:pt x="48086" y="13602"/>
                </a:lnTo>
                <a:lnTo>
                  <a:pt x="34226" y="3214"/>
                </a:lnTo>
                <a:lnTo>
                  <a:pt x="30666" y="1068"/>
                </a:lnTo>
                <a:lnTo>
                  <a:pt x="26562" y="0"/>
                </a:lnTo>
                <a:close/>
              </a:path>
              <a:path w="273685" h="381000">
                <a:moveTo>
                  <a:pt x="93479" y="76950"/>
                </a:moveTo>
                <a:lnTo>
                  <a:pt x="48655" y="76950"/>
                </a:lnTo>
                <a:lnTo>
                  <a:pt x="60439" y="97048"/>
                </a:lnTo>
                <a:lnTo>
                  <a:pt x="76031" y="125832"/>
                </a:lnTo>
                <a:lnTo>
                  <a:pt x="95433" y="163300"/>
                </a:lnTo>
                <a:lnTo>
                  <a:pt x="118643" y="209449"/>
                </a:lnTo>
                <a:lnTo>
                  <a:pt x="139417" y="249622"/>
                </a:lnTo>
                <a:lnTo>
                  <a:pt x="160589" y="286788"/>
                </a:lnTo>
                <a:lnTo>
                  <a:pt x="182162" y="320948"/>
                </a:lnTo>
                <a:lnTo>
                  <a:pt x="204138" y="352104"/>
                </a:lnTo>
                <a:lnTo>
                  <a:pt x="235225" y="376055"/>
                </a:lnTo>
                <a:lnTo>
                  <a:pt x="243142" y="376690"/>
                </a:lnTo>
                <a:lnTo>
                  <a:pt x="251354" y="375788"/>
                </a:lnTo>
                <a:lnTo>
                  <a:pt x="271054" y="322596"/>
                </a:lnTo>
                <a:lnTo>
                  <a:pt x="271160" y="320587"/>
                </a:lnTo>
                <a:lnTo>
                  <a:pt x="222305" y="320587"/>
                </a:lnTo>
                <a:lnTo>
                  <a:pt x="211483" y="305359"/>
                </a:lnTo>
                <a:lnTo>
                  <a:pt x="198258" y="283187"/>
                </a:lnTo>
                <a:lnTo>
                  <a:pt x="182630" y="254069"/>
                </a:lnTo>
                <a:lnTo>
                  <a:pt x="164599" y="218003"/>
                </a:lnTo>
                <a:lnTo>
                  <a:pt x="141056" y="169685"/>
                </a:lnTo>
                <a:lnTo>
                  <a:pt x="122255" y="131582"/>
                </a:lnTo>
                <a:lnTo>
                  <a:pt x="108198" y="103696"/>
                </a:lnTo>
                <a:lnTo>
                  <a:pt x="98828" y="85935"/>
                </a:lnTo>
                <a:lnTo>
                  <a:pt x="93479" y="76950"/>
                </a:lnTo>
                <a:close/>
              </a:path>
              <a:path w="273685" h="381000">
                <a:moveTo>
                  <a:pt x="237445" y="2670"/>
                </a:moveTo>
                <a:lnTo>
                  <a:pt x="227456" y="2670"/>
                </a:lnTo>
                <a:lnTo>
                  <a:pt x="222483" y="8732"/>
                </a:lnTo>
                <a:lnTo>
                  <a:pt x="218566" y="20847"/>
                </a:lnTo>
                <a:lnTo>
                  <a:pt x="218765" y="26054"/>
                </a:lnTo>
                <a:lnTo>
                  <a:pt x="219364" y="32063"/>
                </a:lnTo>
                <a:lnTo>
                  <a:pt x="220364" y="38874"/>
                </a:lnTo>
                <a:lnTo>
                  <a:pt x="221771" y="46490"/>
                </a:lnTo>
                <a:lnTo>
                  <a:pt x="223206" y="55109"/>
                </a:lnTo>
                <a:lnTo>
                  <a:pt x="227411" y="111808"/>
                </a:lnTo>
                <a:lnTo>
                  <a:pt x="227679" y="163300"/>
                </a:lnTo>
                <a:lnTo>
                  <a:pt x="226610" y="212788"/>
                </a:lnTo>
                <a:lnTo>
                  <a:pt x="223907" y="274096"/>
                </a:lnTo>
                <a:lnTo>
                  <a:pt x="222305" y="320587"/>
                </a:lnTo>
                <a:lnTo>
                  <a:pt x="271160" y="320587"/>
                </a:lnTo>
                <a:lnTo>
                  <a:pt x="272690" y="291439"/>
                </a:lnTo>
                <a:lnTo>
                  <a:pt x="273568" y="253699"/>
                </a:lnTo>
                <a:lnTo>
                  <a:pt x="273359" y="253699"/>
                </a:lnTo>
                <a:lnTo>
                  <a:pt x="273196" y="234697"/>
                </a:lnTo>
                <a:lnTo>
                  <a:pt x="273079" y="158692"/>
                </a:lnTo>
                <a:lnTo>
                  <a:pt x="272198" y="100356"/>
                </a:lnTo>
                <a:lnTo>
                  <a:pt x="265244" y="46122"/>
                </a:lnTo>
                <a:lnTo>
                  <a:pt x="248482" y="11758"/>
                </a:lnTo>
                <a:lnTo>
                  <a:pt x="242419" y="5706"/>
                </a:lnTo>
                <a:lnTo>
                  <a:pt x="237445" y="2670"/>
                </a:lnTo>
                <a:close/>
              </a:path>
              <a:path w="273685" h="381000">
                <a:moveTo>
                  <a:pt x="273591" y="252735"/>
                </a:moveTo>
                <a:lnTo>
                  <a:pt x="273359" y="253699"/>
                </a:lnTo>
                <a:lnTo>
                  <a:pt x="273568" y="253699"/>
                </a:lnTo>
                <a:lnTo>
                  <a:pt x="273591" y="252735"/>
                </a:lnTo>
                <a:close/>
              </a:path>
            </a:pathLst>
          </a:custGeom>
          <a:solidFill>
            <a:srgbClr val="231F20">
              <a:alpha val="58998"/>
            </a:srgbClr>
          </a:solidFill>
        </p:spPr>
        <p:txBody>
          <a:bodyPr wrap="square" lIns="0" tIns="0" rIns="0" bIns="0" rtlCol="0"/>
          <a:lstStyle/>
          <a:p>
            <a:endParaRPr/>
          </a:p>
        </p:txBody>
      </p:sp>
      <p:sp>
        <p:nvSpPr>
          <p:cNvPr id="79" name="bk object 79"/>
          <p:cNvSpPr/>
          <p:nvPr/>
        </p:nvSpPr>
        <p:spPr>
          <a:xfrm>
            <a:off x="722137" y="4504837"/>
            <a:ext cx="331470" cy="375920"/>
          </a:xfrm>
          <a:custGeom>
            <a:avLst/>
            <a:gdLst/>
            <a:ahLst/>
            <a:cxnLst/>
            <a:rect l="l" t="t" r="r" b="b"/>
            <a:pathLst>
              <a:path w="331469" h="375920">
                <a:moveTo>
                  <a:pt x="88615" y="58690"/>
                </a:moveTo>
                <a:lnTo>
                  <a:pt x="49087" y="58690"/>
                </a:lnTo>
                <a:lnTo>
                  <a:pt x="51223" y="59036"/>
                </a:lnTo>
                <a:lnTo>
                  <a:pt x="51205" y="82644"/>
                </a:lnTo>
                <a:lnTo>
                  <a:pt x="50915" y="108720"/>
                </a:lnTo>
                <a:lnTo>
                  <a:pt x="49762" y="178718"/>
                </a:lnTo>
                <a:lnTo>
                  <a:pt x="49087" y="216120"/>
                </a:lnTo>
                <a:lnTo>
                  <a:pt x="49021" y="262040"/>
                </a:lnTo>
                <a:lnTo>
                  <a:pt x="50422" y="303081"/>
                </a:lnTo>
                <a:lnTo>
                  <a:pt x="57632" y="370534"/>
                </a:lnTo>
                <a:lnTo>
                  <a:pt x="65118" y="375874"/>
                </a:lnTo>
                <a:lnTo>
                  <a:pt x="79715" y="375874"/>
                </a:lnTo>
                <a:lnTo>
                  <a:pt x="91529" y="319946"/>
                </a:lnTo>
                <a:lnTo>
                  <a:pt x="92170" y="273090"/>
                </a:lnTo>
                <a:lnTo>
                  <a:pt x="91796" y="241136"/>
                </a:lnTo>
                <a:lnTo>
                  <a:pt x="90228" y="208644"/>
                </a:lnTo>
                <a:lnTo>
                  <a:pt x="111640" y="208644"/>
                </a:lnTo>
                <a:lnTo>
                  <a:pt x="122152" y="207441"/>
                </a:lnTo>
                <a:lnTo>
                  <a:pt x="133473" y="205268"/>
                </a:lnTo>
                <a:lnTo>
                  <a:pt x="144728" y="202225"/>
                </a:lnTo>
                <a:lnTo>
                  <a:pt x="154409" y="199356"/>
                </a:lnTo>
                <a:lnTo>
                  <a:pt x="162625" y="197156"/>
                </a:lnTo>
                <a:lnTo>
                  <a:pt x="169373" y="195621"/>
                </a:lnTo>
                <a:lnTo>
                  <a:pt x="174654" y="194749"/>
                </a:lnTo>
                <a:lnTo>
                  <a:pt x="222079" y="194749"/>
                </a:lnTo>
                <a:lnTo>
                  <a:pt x="210444" y="178718"/>
                </a:lnTo>
                <a:lnTo>
                  <a:pt x="224303" y="173444"/>
                </a:lnTo>
                <a:lnTo>
                  <a:pt x="235959" y="168303"/>
                </a:lnTo>
                <a:lnTo>
                  <a:pt x="240491" y="165902"/>
                </a:lnTo>
                <a:lnTo>
                  <a:pt x="96814" y="165902"/>
                </a:lnTo>
                <a:lnTo>
                  <a:pt x="93071" y="165366"/>
                </a:lnTo>
                <a:lnTo>
                  <a:pt x="90228" y="164289"/>
                </a:lnTo>
                <a:lnTo>
                  <a:pt x="90785" y="144520"/>
                </a:lnTo>
                <a:lnTo>
                  <a:pt x="90762" y="113400"/>
                </a:lnTo>
                <a:lnTo>
                  <a:pt x="89827" y="82644"/>
                </a:lnTo>
                <a:lnTo>
                  <a:pt x="88615" y="58690"/>
                </a:lnTo>
                <a:close/>
              </a:path>
              <a:path w="331469" h="375920">
                <a:moveTo>
                  <a:pt x="222079" y="194749"/>
                </a:moveTo>
                <a:lnTo>
                  <a:pt x="174654" y="194749"/>
                </a:lnTo>
                <a:lnTo>
                  <a:pt x="185971" y="211713"/>
                </a:lnTo>
                <a:lnTo>
                  <a:pt x="200695" y="232151"/>
                </a:lnTo>
                <a:lnTo>
                  <a:pt x="218828" y="256059"/>
                </a:lnTo>
                <a:lnTo>
                  <a:pt x="240370" y="283437"/>
                </a:lnTo>
                <a:lnTo>
                  <a:pt x="263075" y="311928"/>
                </a:lnTo>
                <a:lnTo>
                  <a:pt x="282042" y="336476"/>
                </a:lnTo>
                <a:lnTo>
                  <a:pt x="297270" y="357080"/>
                </a:lnTo>
                <a:lnTo>
                  <a:pt x="308755" y="373738"/>
                </a:lnTo>
                <a:lnTo>
                  <a:pt x="311969" y="374817"/>
                </a:lnTo>
                <a:lnTo>
                  <a:pt x="314985" y="375340"/>
                </a:lnTo>
                <a:lnTo>
                  <a:pt x="326744" y="375340"/>
                </a:lnTo>
                <a:lnTo>
                  <a:pt x="330848" y="371246"/>
                </a:lnTo>
                <a:lnTo>
                  <a:pt x="330136" y="363058"/>
                </a:lnTo>
                <a:lnTo>
                  <a:pt x="329701" y="351135"/>
                </a:lnTo>
                <a:lnTo>
                  <a:pt x="326794" y="339412"/>
                </a:lnTo>
                <a:lnTo>
                  <a:pt x="321416" y="327889"/>
                </a:lnTo>
                <a:lnTo>
                  <a:pt x="313571" y="316567"/>
                </a:lnTo>
                <a:lnTo>
                  <a:pt x="280476" y="273090"/>
                </a:lnTo>
                <a:lnTo>
                  <a:pt x="252258" y="235623"/>
                </a:lnTo>
                <a:lnTo>
                  <a:pt x="228915" y="204166"/>
                </a:lnTo>
                <a:lnTo>
                  <a:pt x="222079" y="194749"/>
                </a:lnTo>
                <a:close/>
              </a:path>
              <a:path w="331469" h="375920">
                <a:moveTo>
                  <a:pt x="111640" y="208644"/>
                </a:moveTo>
                <a:lnTo>
                  <a:pt x="90228" y="208644"/>
                </a:lnTo>
                <a:lnTo>
                  <a:pt x="92720" y="209000"/>
                </a:lnTo>
                <a:lnTo>
                  <a:pt x="95746" y="209178"/>
                </a:lnTo>
                <a:lnTo>
                  <a:pt x="99316" y="209178"/>
                </a:lnTo>
                <a:lnTo>
                  <a:pt x="110766" y="208744"/>
                </a:lnTo>
                <a:lnTo>
                  <a:pt x="111640" y="208644"/>
                </a:lnTo>
                <a:close/>
              </a:path>
              <a:path w="331469" h="375920">
                <a:moveTo>
                  <a:pt x="278615" y="39933"/>
                </a:moveTo>
                <a:lnTo>
                  <a:pt x="189141" y="39933"/>
                </a:lnTo>
                <a:lnTo>
                  <a:pt x="198576" y="39963"/>
                </a:lnTo>
                <a:lnTo>
                  <a:pt x="205104" y="40324"/>
                </a:lnTo>
                <a:lnTo>
                  <a:pt x="246144" y="56634"/>
                </a:lnTo>
                <a:lnTo>
                  <a:pt x="255866" y="76669"/>
                </a:lnTo>
                <a:lnTo>
                  <a:pt x="254964" y="86020"/>
                </a:lnTo>
                <a:lnTo>
                  <a:pt x="252791" y="94300"/>
                </a:lnTo>
                <a:lnTo>
                  <a:pt x="249349" y="101511"/>
                </a:lnTo>
                <a:lnTo>
                  <a:pt x="244642" y="107652"/>
                </a:lnTo>
                <a:lnTo>
                  <a:pt x="243919" y="108720"/>
                </a:lnTo>
                <a:lnTo>
                  <a:pt x="205638" y="134239"/>
                </a:lnTo>
                <a:lnTo>
                  <a:pt x="132005" y="161087"/>
                </a:lnTo>
                <a:lnTo>
                  <a:pt x="101452" y="165902"/>
                </a:lnTo>
                <a:lnTo>
                  <a:pt x="240491" y="165902"/>
                </a:lnTo>
                <a:lnTo>
                  <a:pt x="274495" y="138380"/>
                </a:lnTo>
                <a:lnTo>
                  <a:pt x="290598" y="92689"/>
                </a:lnTo>
                <a:lnTo>
                  <a:pt x="290411" y="74666"/>
                </a:lnTo>
                <a:lnTo>
                  <a:pt x="287256" y="58371"/>
                </a:lnTo>
                <a:lnTo>
                  <a:pt x="281077" y="43509"/>
                </a:lnTo>
                <a:lnTo>
                  <a:pt x="278615" y="39933"/>
                </a:lnTo>
                <a:close/>
              </a:path>
              <a:path w="331469" h="375920">
                <a:moveTo>
                  <a:pt x="138048" y="0"/>
                </a:moveTo>
                <a:lnTo>
                  <a:pt x="81683" y="3467"/>
                </a:lnTo>
                <a:lnTo>
                  <a:pt x="38805" y="13388"/>
                </a:lnTo>
                <a:lnTo>
                  <a:pt x="2775" y="34104"/>
                </a:lnTo>
                <a:lnTo>
                  <a:pt x="0" y="47153"/>
                </a:lnTo>
                <a:lnTo>
                  <a:pt x="938" y="53328"/>
                </a:lnTo>
                <a:lnTo>
                  <a:pt x="3942" y="59172"/>
                </a:lnTo>
                <a:lnTo>
                  <a:pt x="8949" y="64277"/>
                </a:lnTo>
                <a:lnTo>
                  <a:pt x="15958" y="68648"/>
                </a:lnTo>
                <a:lnTo>
                  <a:pt x="19874" y="68302"/>
                </a:lnTo>
                <a:lnTo>
                  <a:pt x="26198" y="66522"/>
                </a:lnTo>
                <a:lnTo>
                  <a:pt x="43653" y="60104"/>
                </a:lnTo>
                <a:lnTo>
                  <a:pt x="49087" y="58690"/>
                </a:lnTo>
                <a:lnTo>
                  <a:pt x="88615" y="58690"/>
                </a:lnTo>
                <a:lnTo>
                  <a:pt x="88091" y="48345"/>
                </a:lnTo>
                <a:lnTo>
                  <a:pt x="87735" y="48345"/>
                </a:lnTo>
                <a:lnTo>
                  <a:pt x="111599" y="44607"/>
                </a:lnTo>
                <a:lnTo>
                  <a:pt x="161555" y="40869"/>
                </a:lnTo>
                <a:lnTo>
                  <a:pt x="189141" y="39933"/>
                </a:lnTo>
                <a:lnTo>
                  <a:pt x="278615" y="39933"/>
                </a:lnTo>
                <a:lnTo>
                  <a:pt x="271897" y="30178"/>
                </a:lnTo>
                <a:lnTo>
                  <a:pt x="239733" y="7344"/>
                </a:lnTo>
                <a:lnTo>
                  <a:pt x="196321" y="1464"/>
                </a:lnTo>
                <a:lnTo>
                  <a:pt x="188539" y="1331"/>
                </a:lnTo>
                <a:lnTo>
                  <a:pt x="164027" y="67"/>
                </a:lnTo>
                <a:lnTo>
                  <a:pt x="138048" y="0"/>
                </a:lnTo>
                <a:close/>
              </a:path>
            </a:pathLst>
          </a:custGeom>
          <a:solidFill>
            <a:srgbClr val="231F20">
              <a:alpha val="58998"/>
            </a:srgbClr>
          </a:solidFill>
        </p:spPr>
        <p:txBody>
          <a:bodyPr wrap="square" lIns="0" tIns="0" rIns="0" bIns="0" rtlCol="0"/>
          <a:lstStyle/>
          <a:p>
            <a:endParaRPr/>
          </a:p>
        </p:txBody>
      </p:sp>
      <p:sp>
        <p:nvSpPr>
          <p:cNvPr id="80" name="bk object 80"/>
          <p:cNvSpPr/>
          <p:nvPr/>
        </p:nvSpPr>
        <p:spPr>
          <a:xfrm>
            <a:off x="1093950" y="4507235"/>
            <a:ext cx="238760" cy="368935"/>
          </a:xfrm>
          <a:custGeom>
            <a:avLst/>
            <a:gdLst/>
            <a:ahLst/>
            <a:cxnLst/>
            <a:rect l="l" t="t" r="r" b="b"/>
            <a:pathLst>
              <a:path w="238759" h="368935">
                <a:moveTo>
                  <a:pt x="72200" y="222265"/>
                </a:moveTo>
                <a:lnTo>
                  <a:pt x="37936" y="222265"/>
                </a:lnTo>
                <a:lnTo>
                  <a:pt x="38999" y="249586"/>
                </a:lnTo>
                <a:lnTo>
                  <a:pt x="40306" y="277778"/>
                </a:lnTo>
                <a:lnTo>
                  <a:pt x="41138" y="293400"/>
                </a:lnTo>
                <a:lnTo>
                  <a:pt x="42201" y="309797"/>
                </a:lnTo>
                <a:lnTo>
                  <a:pt x="42208" y="310964"/>
                </a:lnTo>
                <a:lnTo>
                  <a:pt x="42386" y="312754"/>
                </a:lnTo>
                <a:lnTo>
                  <a:pt x="43087" y="317739"/>
                </a:lnTo>
                <a:lnTo>
                  <a:pt x="43258" y="319508"/>
                </a:lnTo>
                <a:lnTo>
                  <a:pt x="20826" y="338220"/>
                </a:lnTo>
                <a:lnTo>
                  <a:pt x="14774" y="341424"/>
                </a:lnTo>
                <a:lnTo>
                  <a:pt x="10502" y="344617"/>
                </a:lnTo>
                <a:lnTo>
                  <a:pt x="8010" y="347832"/>
                </a:lnTo>
                <a:lnTo>
                  <a:pt x="8722" y="356031"/>
                </a:lnTo>
                <a:lnTo>
                  <a:pt x="11392" y="361727"/>
                </a:lnTo>
                <a:lnTo>
                  <a:pt x="16030" y="364931"/>
                </a:lnTo>
                <a:lnTo>
                  <a:pt x="18166" y="365999"/>
                </a:lnTo>
                <a:lnTo>
                  <a:pt x="20303" y="367245"/>
                </a:lnTo>
                <a:lnTo>
                  <a:pt x="22439" y="368679"/>
                </a:lnTo>
                <a:lnTo>
                  <a:pt x="44344" y="368679"/>
                </a:lnTo>
                <a:lnTo>
                  <a:pt x="162890" y="332072"/>
                </a:lnTo>
                <a:lnTo>
                  <a:pt x="191008" y="322723"/>
                </a:lnTo>
                <a:lnTo>
                  <a:pt x="200004" y="319508"/>
                </a:lnTo>
                <a:lnTo>
                  <a:pt x="76406" y="319508"/>
                </a:lnTo>
                <a:lnTo>
                  <a:pt x="76301" y="304022"/>
                </a:lnTo>
                <a:lnTo>
                  <a:pt x="76199" y="300277"/>
                </a:lnTo>
                <a:lnTo>
                  <a:pt x="75549" y="288255"/>
                </a:lnTo>
                <a:lnTo>
                  <a:pt x="74427" y="273297"/>
                </a:lnTo>
                <a:lnTo>
                  <a:pt x="73479" y="261140"/>
                </a:lnTo>
                <a:lnTo>
                  <a:pt x="72726" y="249521"/>
                </a:lnTo>
                <a:lnTo>
                  <a:pt x="72274" y="239771"/>
                </a:lnTo>
                <a:lnTo>
                  <a:pt x="72123" y="231888"/>
                </a:lnTo>
                <a:lnTo>
                  <a:pt x="72200" y="222265"/>
                </a:lnTo>
                <a:close/>
              </a:path>
              <a:path w="238759" h="368935">
                <a:moveTo>
                  <a:pt x="210517" y="276242"/>
                </a:moveTo>
                <a:lnTo>
                  <a:pt x="174713" y="290128"/>
                </a:lnTo>
                <a:lnTo>
                  <a:pt x="133577" y="304022"/>
                </a:lnTo>
                <a:lnTo>
                  <a:pt x="86387" y="317543"/>
                </a:lnTo>
                <a:lnTo>
                  <a:pt x="76406" y="319508"/>
                </a:lnTo>
                <a:lnTo>
                  <a:pt x="200004" y="319508"/>
                </a:lnTo>
                <a:lnTo>
                  <a:pt x="214184" y="314441"/>
                </a:lnTo>
                <a:lnTo>
                  <a:pt x="232422" y="307226"/>
                </a:lnTo>
                <a:lnTo>
                  <a:pt x="236338" y="300818"/>
                </a:lnTo>
                <a:lnTo>
                  <a:pt x="238296" y="295467"/>
                </a:lnTo>
                <a:lnTo>
                  <a:pt x="238296" y="291195"/>
                </a:lnTo>
                <a:lnTo>
                  <a:pt x="236559" y="285254"/>
                </a:lnTo>
                <a:lnTo>
                  <a:pt x="231348" y="280782"/>
                </a:lnTo>
                <a:lnTo>
                  <a:pt x="222667" y="277778"/>
                </a:lnTo>
                <a:lnTo>
                  <a:pt x="210517" y="276242"/>
                </a:lnTo>
                <a:close/>
              </a:path>
              <a:path w="238759" h="368935">
                <a:moveTo>
                  <a:pt x="73629" y="88154"/>
                </a:moveTo>
                <a:lnTo>
                  <a:pt x="39538" y="88154"/>
                </a:lnTo>
                <a:lnTo>
                  <a:pt x="38363" y="116806"/>
                </a:lnTo>
                <a:lnTo>
                  <a:pt x="37526" y="141853"/>
                </a:lnTo>
                <a:lnTo>
                  <a:pt x="37024" y="163292"/>
                </a:lnTo>
                <a:lnTo>
                  <a:pt x="36857" y="181125"/>
                </a:lnTo>
                <a:lnTo>
                  <a:pt x="34721" y="184339"/>
                </a:lnTo>
                <a:lnTo>
                  <a:pt x="31517" y="186475"/>
                </a:lnTo>
                <a:lnTo>
                  <a:pt x="14428" y="190748"/>
                </a:lnTo>
                <a:lnTo>
                  <a:pt x="9790" y="196444"/>
                </a:lnTo>
                <a:lnTo>
                  <a:pt x="7476" y="202496"/>
                </a:lnTo>
                <a:lnTo>
                  <a:pt x="7476" y="217113"/>
                </a:lnTo>
                <a:lnTo>
                  <a:pt x="11392" y="221197"/>
                </a:lnTo>
                <a:lnTo>
                  <a:pt x="19235" y="221197"/>
                </a:lnTo>
                <a:lnTo>
                  <a:pt x="28491" y="222987"/>
                </a:lnTo>
                <a:lnTo>
                  <a:pt x="34721" y="223343"/>
                </a:lnTo>
                <a:lnTo>
                  <a:pt x="37936" y="222265"/>
                </a:lnTo>
                <a:lnTo>
                  <a:pt x="72200" y="222265"/>
                </a:lnTo>
                <a:lnTo>
                  <a:pt x="72301" y="218527"/>
                </a:lnTo>
                <a:lnTo>
                  <a:pt x="72657" y="212119"/>
                </a:lnTo>
                <a:lnTo>
                  <a:pt x="159717" y="183665"/>
                </a:lnTo>
                <a:lnTo>
                  <a:pt x="168298" y="181125"/>
                </a:lnTo>
                <a:lnTo>
                  <a:pt x="173638" y="173649"/>
                </a:lnTo>
                <a:lnTo>
                  <a:pt x="175796" y="167774"/>
                </a:lnTo>
                <a:lnTo>
                  <a:pt x="71945" y="167774"/>
                </a:lnTo>
                <a:lnTo>
                  <a:pt x="70877" y="164026"/>
                </a:lnTo>
                <a:lnTo>
                  <a:pt x="71589" y="156550"/>
                </a:lnTo>
                <a:lnTo>
                  <a:pt x="71589" y="115410"/>
                </a:lnTo>
                <a:lnTo>
                  <a:pt x="72090" y="102687"/>
                </a:lnTo>
                <a:lnTo>
                  <a:pt x="73059" y="91769"/>
                </a:lnTo>
                <a:lnTo>
                  <a:pt x="73629" y="88154"/>
                </a:lnTo>
                <a:close/>
              </a:path>
              <a:path w="238759" h="368935">
                <a:moveTo>
                  <a:pt x="163994" y="141588"/>
                </a:moveTo>
                <a:lnTo>
                  <a:pt x="154414" y="142121"/>
                </a:lnTo>
                <a:lnTo>
                  <a:pt x="141922" y="147129"/>
                </a:lnTo>
                <a:lnTo>
                  <a:pt x="125823" y="152541"/>
                </a:lnTo>
                <a:lnTo>
                  <a:pt x="106120" y="158355"/>
                </a:lnTo>
                <a:lnTo>
                  <a:pt x="82814" y="164570"/>
                </a:lnTo>
                <a:lnTo>
                  <a:pt x="79254" y="166706"/>
                </a:lnTo>
                <a:lnTo>
                  <a:pt x="76584" y="167774"/>
                </a:lnTo>
                <a:lnTo>
                  <a:pt x="175796" y="167774"/>
                </a:lnTo>
                <a:lnTo>
                  <a:pt x="176319" y="166350"/>
                </a:lnTo>
                <a:lnTo>
                  <a:pt x="176319" y="159220"/>
                </a:lnTo>
                <a:lnTo>
                  <a:pt x="174949" y="150140"/>
                </a:lnTo>
                <a:lnTo>
                  <a:pt x="170840" y="144262"/>
                </a:lnTo>
                <a:lnTo>
                  <a:pt x="163994" y="141588"/>
                </a:lnTo>
                <a:close/>
              </a:path>
              <a:path w="238759" h="368935">
                <a:moveTo>
                  <a:pt x="227783" y="0"/>
                </a:moveTo>
                <a:lnTo>
                  <a:pt x="211752" y="0"/>
                </a:lnTo>
                <a:lnTo>
                  <a:pt x="208014" y="356"/>
                </a:lnTo>
                <a:lnTo>
                  <a:pt x="93505" y="30459"/>
                </a:lnTo>
                <a:lnTo>
                  <a:pt x="31784" y="49427"/>
                </a:lnTo>
                <a:lnTo>
                  <a:pt x="0" y="72667"/>
                </a:lnTo>
                <a:lnTo>
                  <a:pt x="0" y="82290"/>
                </a:lnTo>
                <a:lnTo>
                  <a:pt x="3204" y="87274"/>
                </a:lnTo>
                <a:lnTo>
                  <a:pt x="9612" y="91902"/>
                </a:lnTo>
                <a:lnTo>
                  <a:pt x="13528" y="92258"/>
                </a:lnTo>
                <a:lnTo>
                  <a:pt x="18690" y="91902"/>
                </a:lnTo>
                <a:lnTo>
                  <a:pt x="25109" y="90834"/>
                </a:lnTo>
                <a:lnTo>
                  <a:pt x="37747" y="88520"/>
                </a:lnTo>
                <a:lnTo>
                  <a:pt x="39538" y="88154"/>
                </a:lnTo>
                <a:lnTo>
                  <a:pt x="73629" y="88154"/>
                </a:lnTo>
                <a:lnTo>
                  <a:pt x="74497" y="82653"/>
                </a:lnTo>
                <a:lnTo>
                  <a:pt x="76406" y="75338"/>
                </a:lnTo>
                <a:lnTo>
                  <a:pt x="81642" y="74236"/>
                </a:lnTo>
                <a:lnTo>
                  <a:pt x="94696" y="70931"/>
                </a:lnTo>
                <a:lnTo>
                  <a:pt x="217284" y="38174"/>
                </a:lnTo>
                <a:lnTo>
                  <a:pt x="227071" y="35799"/>
                </a:lnTo>
                <a:lnTo>
                  <a:pt x="231699" y="27967"/>
                </a:lnTo>
                <a:lnTo>
                  <a:pt x="234024" y="21025"/>
                </a:lnTo>
                <a:lnTo>
                  <a:pt x="234024" y="4994"/>
                </a:lnTo>
                <a:lnTo>
                  <a:pt x="227783" y="0"/>
                </a:lnTo>
                <a:close/>
              </a:path>
            </a:pathLst>
          </a:custGeom>
          <a:solidFill>
            <a:srgbClr val="231F20">
              <a:alpha val="58998"/>
            </a:srgbClr>
          </a:solidFill>
        </p:spPr>
        <p:txBody>
          <a:bodyPr wrap="square" lIns="0" tIns="0" rIns="0" bIns="0" rtlCol="0"/>
          <a:lstStyle/>
          <a:p>
            <a:endParaRPr/>
          </a:p>
        </p:txBody>
      </p:sp>
      <p:sp>
        <p:nvSpPr>
          <p:cNvPr id="81" name="bk object 81"/>
          <p:cNvSpPr/>
          <p:nvPr/>
        </p:nvSpPr>
        <p:spPr>
          <a:xfrm>
            <a:off x="1372316" y="4502422"/>
            <a:ext cx="383540" cy="373380"/>
          </a:xfrm>
          <a:custGeom>
            <a:avLst/>
            <a:gdLst/>
            <a:ahLst/>
            <a:cxnLst/>
            <a:rect l="l" t="t" r="r" b="b"/>
            <a:pathLst>
              <a:path w="383539" h="373379">
                <a:moveTo>
                  <a:pt x="25643" y="314712"/>
                </a:moveTo>
                <a:lnTo>
                  <a:pt x="22439" y="314712"/>
                </a:lnTo>
                <a:lnTo>
                  <a:pt x="12620" y="315614"/>
                </a:lnTo>
                <a:lnTo>
                  <a:pt x="5608" y="318317"/>
                </a:lnTo>
                <a:lnTo>
                  <a:pt x="1401" y="322823"/>
                </a:lnTo>
                <a:lnTo>
                  <a:pt x="0" y="329131"/>
                </a:lnTo>
                <a:lnTo>
                  <a:pt x="0" y="335193"/>
                </a:lnTo>
                <a:lnTo>
                  <a:pt x="50086" y="364398"/>
                </a:lnTo>
                <a:lnTo>
                  <a:pt x="89592" y="369608"/>
                </a:lnTo>
                <a:lnTo>
                  <a:pt x="141587" y="372951"/>
                </a:lnTo>
                <a:lnTo>
                  <a:pt x="174913" y="373218"/>
                </a:lnTo>
                <a:lnTo>
                  <a:pt x="206506" y="370814"/>
                </a:lnTo>
                <a:lnTo>
                  <a:pt x="264484" y="357989"/>
                </a:lnTo>
                <a:lnTo>
                  <a:pt x="311631" y="339559"/>
                </a:lnTo>
                <a:lnTo>
                  <a:pt x="337590" y="324902"/>
                </a:lnTo>
                <a:lnTo>
                  <a:pt x="174182" y="324902"/>
                </a:lnTo>
                <a:lnTo>
                  <a:pt x="157084" y="324869"/>
                </a:lnTo>
                <a:lnTo>
                  <a:pt x="88427" y="319389"/>
                </a:lnTo>
                <a:lnTo>
                  <a:pt x="33129" y="315770"/>
                </a:lnTo>
                <a:lnTo>
                  <a:pt x="29203" y="315068"/>
                </a:lnTo>
                <a:lnTo>
                  <a:pt x="25643" y="314712"/>
                </a:lnTo>
                <a:close/>
              </a:path>
              <a:path w="383539" h="373379">
                <a:moveTo>
                  <a:pt x="257531" y="0"/>
                </a:moveTo>
                <a:lnTo>
                  <a:pt x="196221" y="5345"/>
                </a:lnTo>
                <a:lnTo>
                  <a:pt x="138383" y="18166"/>
                </a:lnTo>
                <a:lnTo>
                  <a:pt x="96038" y="32195"/>
                </a:lnTo>
                <a:lnTo>
                  <a:pt x="56902" y="52072"/>
                </a:lnTo>
                <a:lnTo>
                  <a:pt x="38470" y="84426"/>
                </a:lnTo>
                <a:lnTo>
                  <a:pt x="39371" y="93813"/>
                </a:lnTo>
                <a:lnTo>
                  <a:pt x="68155" y="135815"/>
                </a:lnTo>
                <a:lnTo>
                  <a:pt x="113306" y="155318"/>
                </a:lnTo>
                <a:lnTo>
                  <a:pt x="207441" y="177129"/>
                </a:lnTo>
                <a:lnTo>
                  <a:pt x="249521" y="184873"/>
                </a:lnTo>
                <a:lnTo>
                  <a:pt x="270190" y="188980"/>
                </a:lnTo>
                <a:lnTo>
                  <a:pt x="307760" y="199302"/>
                </a:lnTo>
                <a:lnTo>
                  <a:pt x="332335" y="237228"/>
                </a:lnTo>
                <a:lnTo>
                  <a:pt x="330698" y="246887"/>
                </a:lnTo>
                <a:lnTo>
                  <a:pt x="306158" y="279446"/>
                </a:lnTo>
                <a:lnTo>
                  <a:pt x="273597" y="302688"/>
                </a:lnTo>
                <a:lnTo>
                  <a:pt x="227615" y="315548"/>
                </a:lnTo>
                <a:lnTo>
                  <a:pt x="174182" y="324902"/>
                </a:lnTo>
                <a:lnTo>
                  <a:pt x="337590" y="324902"/>
                </a:lnTo>
                <a:lnTo>
                  <a:pt x="369867" y="291608"/>
                </a:lnTo>
                <a:lnTo>
                  <a:pt x="382030" y="254871"/>
                </a:lnTo>
                <a:lnTo>
                  <a:pt x="383098" y="241510"/>
                </a:lnTo>
                <a:lnTo>
                  <a:pt x="376352" y="207881"/>
                </a:lnTo>
                <a:lnTo>
                  <a:pt x="322389" y="158460"/>
                </a:lnTo>
                <a:lnTo>
                  <a:pt x="275174" y="142665"/>
                </a:lnTo>
                <a:lnTo>
                  <a:pt x="185603" y="124837"/>
                </a:lnTo>
                <a:lnTo>
                  <a:pt x="166162" y="121294"/>
                </a:lnTo>
                <a:lnTo>
                  <a:pt x="137044" y="113147"/>
                </a:lnTo>
                <a:lnTo>
                  <a:pt x="102583" y="91368"/>
                </a:lnTo>
                <a:lnTo>
                  <a:pt x="105755" y="84226"/>
                </a:lnTo>
                <a:lnTo>
                  <a:pt x="159754" y="60385"/>
                </a:lnTo>
                <a:lnTo>
                  <a:pt x="205711" y="50762"/>
                </a:lnTo>
                <a:lnTo>
                  <a:pt x="248453" y="49160"/>
                </a:lnTo>
                <a:lnTo>
                  <a:pt x="358136" y="49160"/>
                </a:lnTo>
                <a:lnTo>
                  <a:pt x="359057" y="46846"/>
                </a:lnTo>
                <a:lnTo>
                  <a:pt x="359057" y="41140"/>
                </a:lnTo>
                <a:lnTo>
                  <a:pt x="357855" y="36572"/>
                </a:lnTo>
                <a:lnTo>
                  <a:pt x="326729" y="11626"/>
                </a:lnTo>
                <a:lnTo>
                  <a:pt x="284520" y="1477"/>
                </a:lnTo>
                <a:lnTo>
                  <a:pt x="270693" y="239"/>
                </a:lnTo>
                <a:lnTo>
                  <a:pt x="257531" y="0"/>
                </a:lnTo>
                <a:close/>
              </a:path>
              <a:path w="383539" h="373379">
                <a:moveTo>
                  <a:pt x="358136" y="49160"/>
                </a:moveTo>
                <a:lnTo>
                  <a:pt x="248453" y="49160"/>
                </a:lnTo>
                <a:lnTo>
                  <a:pt x="260670" y="49494"/>
                </a:lnTo>
                <a:lnTo>
                  <a:pt x="277566" y="51031"/>
                </a:lnTo>
                <a:lnTo>
                  <a:pt x="299139" y="53771"/>
                </a:lnTo>
                <a:lnTo>
                  <a:pt x="325393" y="57715"/>
                </a:lnTo>
                <a:lnTo>
                  <a:pt x="335563" y="58761"/>
                </a:lnTo>
                <a:lnTo>
                  <a:pt x="343628" y="58708"/>
                </a:lnTo>
                <a:lnTo>
                  <a:pt x="349588" y="57555"/>
                </a:lnTo>
                <a:lnTo>
                  <a:pt x="353444" y="55296"/>
                </a:lnTo>
                <a:lnTo>
                  <a:pt x="357182" y="51558"/>
                </a:lnTo>
                <a:lnTo>
                  <a:pt x="358136" y="49160"/>
                </a:lnTo>
                <a:close/>
              </a:path>
            </a:pathLst>
          </a:custGeom>
          <a:solidFill>
            <a:srgbClr val="231F20">
              <a:alpha val="58998"/>
            </a:srgbClr>
          </a:solidFill>
        </p:spPr>
        <p:txBody>
          <a:bodyPr wrap="square" lIns="0" tIns="0" rIns="0" bIns="0" rtlCol="0"/>
          <a:lstStyle/>
          <a:p>
            <a:endParaRPr/>
          </a:p>
        </p:txBody>
      </p:sp>
      <p:sp>
        <p:nvSpPr>
          <p:cNvPr id="82" name="bk object 82"/>
          <p:cNvSpPr/>
          <p:nvPr/>
        </p:nvSpPr>
        <p:spPr>
          <a:xfrm>
            <a:off x="1795483" y="4507240"/>
            <a:ext cx="238760" cy="368935"/>
          </a:xfrm>
          <a:custGeom>
            <a:avLst/>
            <a:gdLst/>
            <a:ahLst/>
            <a:cxnLst/>
            <a:rect l="l" t="t" r="r" b="b"/>
            <a:pathLst>
              <a:path w="238760" h="368935">
                <a:moveTo>
                  <a:pt x="72206" y="222265"/>
                </a:moveTo>
                <a:lnTo>
                  <a:pt x="37936" y="222265"/>
                </a:lnTo>
                <a:lnTo>
                  <a:pt x="39004" y="249582"/>
                </a:lnTo>
                <a:lnTo>
                  <a:pt x="40309" y="277769"/>
                </a:lnTo>
                <a:lnTo>
                  <a:pt x="41140" y="293398"/>
                </a:lnTo>
                <a:lnTo>
                  <a:pt x="42201" y="309791"/>
                </a:lnTo>
                <a:lnTo>
                  <a:pt x="42208" y="310953"/>
                </a:lnTo>
                <a:lnTo>
                  <a:pt x="42386" y="312744"/>
                </a:lnTo>
                <a:lnTo>
                  <a:pt x="43098" y="317728"/>
                </a:lnTo>
                <a:lnTo>
                  <a:pt x="43259" y="319508"/>
                </a:lnTo>
                <a:lnTo>
                  <a:pt x="20837" y="338209"/>
                </a:lnTo>
                <a:lnTo>
                  <a:pt x="14774" y="341413"/>
                </a:lnTo>
                <a:lnTo>
                  <a:pt x="10502" y="344617"/>
                </a:lnTo>
                <a:lnTo>
                  <a:pt x="8020" y="347821"/>
                </a:lnTo>
                <a:lnTo>
                  <a:pt x="8722" y="356031"/>
                </a:lnTo>
                <a:lnTo>
                  <a:pt x="11392" y="361716"/>
                </a:lnTo>
                <a:lnTo>
                  <a:pt x="16030" y="364920"/>
                </a:lnTo>
                <a:lnTo>
                  <a:pt x="18166" y="365988"/>
                </a:lnTo>
                <a:lnTo>
                  <a:pt x="20303" y="367245"/>
                </a:lnTo>
                <a:lnTo>
                  <a:pt x="22439" y="368669"/>
                </a:lnTo>
                <a:lnTo>
                  <a:pt x="44344" y="368669"/>
                </a:lnTo>
                <a:lnTo>
                  <a:pt x="162895" y="332066"/>
                </a:lnTo>
                <a:lnTo>
                  <a:pt x="191009" y="322717"/>
                </a:lnTo>
                <a:lnTo>
                  <a:pt x="199991" y="319508"/>
                </a:lnTo>
                <a:lnTo>
                  <a:pt x="76406" y="319508"/>
                </a:lnTo>
                <a:lnTo>
                  <a:pt x="76305" y="304011"/>
                </a:lnTo>
                <a:lnTo>
                  <a:pt x="76203" y="300277"/>
                </a:lnTo>
                <a:lnTo>
                  <a:pt x="75550" y="288255"/>
                </a:lnTo>
                <a:lnTo>
                  <a:pt x="74427" y="273294"/>
                </a:lnTo>
                <a:lnTo>
                  <a:pt x="73481" y="261140"/>
                </a:lnTo>
                <a:lnTo>
                  <a:pt x="72732" y="249521"/>
                </a:lnTo>
                <a:lnTo>
                  <a:pt x="72283" y="239771"/>
                </a:lnTo>
                <a:lnTo>
                  <a:pt x="72133" y="231888"/>
                </a:lnTo>
                <a:lnTo>
                  <a:pt x="72206" y="222265"/>
                </a:lnTo>
                <a:close/>
              </a:path>
              <a:path w="238760" h="368935">
                <a:moveTo>
                  <a:pt x="210517" y="276232"/>
                </a:moveTo>
                <a:lnTo>
                  <a:pt x="174713" y="290125"/>
                </a:lnTo>
                <a:lnTo>
                  <a:pt x="133577" y="304011"/>
                </a:lnTo>
                <a:lnTo>
                  <a:pt x="86388" y="317539"/>
                </a:lnTo>
                <a:lnTo>
                  <a:pt x="76406" y="319508"/>
                </a:lnTo>
                <a:lnTo>
                  <a:pt x="199991" y="319508"/>
                </a:lnTo>
                <a:lnTo>
                  <a:pt x="214184" y="314437"/>
                </a:lnTo>
                <a:lnTo>
                  <a:pt x="232422" y="307226"/>
                </a:lnTo>
                <a:lnTo>
                  <a:pt x="236338" y="300807"/>
                </a:lnTo>
                <a:lnTo>
                  <a:pt x="238306" y="295467"/>
                </a:lnTo>
                <a:lnTo>
                  <a:pt x="238306" y="291184"/>
                </a:lnTo>
                <a:lnTo>
                  <a:pt x="236568" y="285248"/>
                </a:lnTo>
                <a:lnTo>
                  <a:pt x="231354" y="280775"/>
                </a:lnTo>
                <a:lnTo>
                  <a:pt x="222669" y="277769"/>
                </a:lnTo>
                <a:lnTo>
                  <a:pt x="210517" y="276232"/>
                </a:lnTo>
                <a:close/>
              </a:path>
              <a:path w="238760" h="368935">
                <a:moveTo>
                  <a:pt x="73629" y="88154"/>
                </a:moveTo>
                <a:lnTo>
                  <a:pt x="39538" y="88154"/>
                </a:lnTo>
                <a:lnTo>
                  <a:pt x="38369" y="116805"/>
                </a:lnTo>
                <a:lnTo>
                  <a:pt x="37535" y="141849"/>
                </a:lnTo>
                <a:lnTo>
                  <a:pt x="37034" y="163288"/>
                </a:lnTo>
                <a:lnTo>
                  <a:pt x="36867" y="181125"/>
                </a:lnTo>
                <a:lnTo>
                  <a:pt x="34731" y="184329"/>
                </a:lnTo>
                <a:lnTo>
                  <a:pt x="31527" y="186475"/>
                </a:lnTo>
                <a:lnTo>
                  <a:pt x="14428" y="190748"/>
                </a:lnTo>
                <a:lnTo>
                  <a:pt x="9790" y="196444"/>
                </a:lnTo>
                <a:lnTo>
                  <a:pt x="7476" y="202496"/>
                </a:lnTo>
                <a:lnTo>
                  <a:pt x="7476" y="217103"/>
                </a:lnTo>
                <a:lnTo>
                  <a:pt x="11392" y="221197"/>
                </a:lnTo>
                <a:lnTo>
                  <a:pt x="19235" y="221197"/>
                </a:lnTo>
                <a:lnTo>
                  <a:pt x="28491" y="222987"/>
                </a:lnTo>
                <a:lnTo>
                  <a:pt x="34731" y="223343"/>
                </a:lnTo>
                <a:lnTo>
                  <a:pt x="37936" y="222265"/>
                </a:lnTo>
                <a:lnTo>
                  <a:pt x="72206" y="222265"/>
                </a:lnTo>
                <a:lnTo>
                  <a:pt x="72301" y="218527"/>
                </a:lnTo>
                <a:lnTo>
                  <a:pt x="72667" y="212108"/>
                </a:lnTo>
                <a:lnTo>
                  <a:pt x="159721" y="183663"/>
                </a:lnTo>
                <a:lnTo>
                  <a:pt x="168309" y="181125"/>
                </a:lnTo>
                <a:lnTo>
                  <a:pt x="173649" y="173638"/>
                </a:lnTo>
                <a:lnTo>
                  <a:pt x="175798" y="167764"/>
                </a:lnTo>
                <a:lnTo>
                  <a:pt x="71945" y="167764"/>
                </a:lnTo>
                <a:lnTo>
                  <a:pt x="70877" y="164026"/>
                </a:lnTo>
                <a:lnTo>
                  <a:pt x="71599" y="156550"/>
                </a:lnTo>
                <a:lnTo>
                  <a:pt x="71599" y="115410"/>
                </a:lnTo>
                <a:lnTo>
                  <a:pt x="72094" y="102681"/>
                </a:lnTo>
                <a:lnTo>
                  <a:pt x="73060" y="91760"/>
                </a:lnTo>
                <a:lnTo>
                  <a:pt x="73629" y="88154"/>
                </a:lnTo>
                <a:close/>
              </a:path>
              <a:path w="238760" h="368935">
                <a:moveTo>
                  <a:pt x="163999" y="141588"/>
                </a:moveTo>
                <a:lnTo>
                  <a:pt x="154414" y="142121"/>
                </a:lnTo>
                <a:lnTo>
                  <a:pt x="141923" y="147129"/>
                </a:lnTo>
                <a:lnTo>
                  <a:pt x="125827" y="152539"/>
                </a:lnTo>
                <a:lnTo>
                  <a:pt x="106124" y="158350"/>
                </a:lnTo>
                <a:lnTo>
                  <a:pt x="82814" y="164560"/>
                </a:lnTo>
                <a:lnTo>
                  <a:pt x="79254" y="166696"/>
                </a:lnTo>
                <a:lnTo>
                  <a:pt x="76584" y="167764"/>
                </a:lnTo>
                <a:lnTo>
                  <a:pt x="175798" y="167764"/>
                </a:lnTo>
                <a:lnTo>
                  <a:pt x="176319" y="166340"/>
                </a:lnTo>
                <a:lnTo>
                  <a:pt x="176319" y="159220"/>
                </a:lnTo>
                <a:lnTo>
                  <a:pt x="174950" y="150140"/>
                </a:lnTo>
                <a:lnTo>
                  <a:pt x="170844" y="144262"/>
                </a:lnTo>
                <a:lnTo>
                  <a:pt x="163999" y="141588"/>
                </a:lnTo>
                <a:close/>
              </a:path>
              <a:path w="238760" h="368935">
                <a:moveTo>
                  <a:pt x="227783" y="0"/>
                </a:moveTo>
                <a:lnTo>
                  <a:pt x="211763" y="0"/>
                </a:lnTo>
                <a:lnTo>
                  <a:pt x="208025" y="356"/>
                </a:lnTo>
                <a:lnTo>
                  <a:pt x="93505" y="30449"/>
                </a:lnTo>
                <a:lnTo>
                  <a:pt x="31785" y="49421"/>
                </a:lnTo>
                <a:lnTo>
                  <a:pt x="0" y="72657"/>
                </a:lnTo>
                <a:lnTo>
                  <a:pt x="0" y="82280"/>
                </a:lnTo>
                <a:lnTo>
                  <a:pt x="3204" y="87274"/>
                </a:lnTo>
                <a:lnTo>
                  <a:pt x="9612" y="91892"/>
                </a:lnTo>
                <a:lnTo>
                  <a:pt x="13538" y="92258"/>
                </a:lnTo>
                <a:lnTo>
                  <a:pt x="18701" y="91892"/>
                </a:lnTo>
                <a:lnTo>
                  <a:pt x="25109" y="90834"/>
                </a:lnTo>
                <a:lnTo>
                  <a:pt x="37758" y="88510"/>
                </a:lnTo>
                <a:lnTo>
                  <a:pt x="39538" y="88154"/>
                </a:lnTo>
                <a:lnTo>
                  <a:pt x="73629" y="88154"/>
                </a:lnTo>
                <a:lnTo>
                  <a:pt x="74497" y="82643"/>
                </a:lnTo>
                <a:lnTo>
                  <a:pt x="76406" y="75327"/>
                </a:lnTo>
                <a:lnTo>
                  <a:pt x="81648" y="74225"/>
                </a:lnTo>
                <a:lnTo>
                  <a:pt x="94703" y="70920"/>
                </a:lnTo>
                <a:lnTo>
                  <a:pt x="217294" y="38163"/>
                </a:lnTo>
                <a:lnTo>
                  <a:pt x="227082" y="35789"/>
                </a:lnTo>
                <a:lnTo>
                  <a:pt x="231710" y="27957"/>
                </a:lnTo>
                <a:lnTo>
                  <a:pt x="234024" y="21015"/>
                </a:lnTo>
                <a:lnTo>
                  <a:pt x="234024" y="4984"/>
                </a:lnTo>
                <a:lnTo>
                  <a:pt x="227783" y="0"/>
                </a:lnTo>
                <a:close/>
              </a:path>
            </a:pathLst>
          </a:custGeom>
          <a:solidFill>
            <a:srgbClr val="231F20">
              <a:alpha val="58998"/>
            </a:srgbClr>
          </a:solidFill>
        </p:spPr>
        <p:txBody>
          <a:bodyPr wrap="square" lIns="0" tIns="0" rIns="0" bIns="0" rtlCol="0"/>
          <a:lstStyle/>
          <a:p>
            <a:endParaRPr/>
          </a:p>
        </p:txBody>
      </p:sp>
      <p:sp>
        <p:nvSpPr>
          <p:cNvPr id="83" name="bk object 83"/>
          <p:cNvSpPr/>
          <p:nvPr/>
        </p:nvSpPr>
        <p:spPr>
          <a:xfrm>
            <a:off x="2073853" y="4500822"/>
            <a:ext cx="293370" cy="381000"/>
          </a:xfrm>
          <a:custGeom>
            <a:avLst/>
            <a:gdLst/>
            <a:ahLst/>
            <a:cxnLst/>
            <a:rect l="l" t="t" r="r" b="b"/>
            <a:pathLst>
              <a:path w="293369" h="381000">
                <a:moveTo>
                  <a:pt x="102625" y="237772"/>
                </a:moveTo>
                <a:lnTo>
                  <a:pt x="52364" y="237772"/>
                </a:lnTo>
                <a:lnTo>
                  <a:pt x="29450" y="288798"/>
                </a:lnTo>
                <a:lnTo>
                  <a:pt x="13087" y="327000"/>
                </a:lnTo>
                <a:lnTo>
                  <a:pt x="3271" y="352378"/>
                </a:lnTo>
                <a:lnTo>
                  <a:pt x="0" y="364931"/>
                </a:lnTo>
                <a:lnTo>
                  <a:pt x="0" y="375622"/>
                </a:lnTo>
                <a:lnTo>
                  <a:pt x="6230" y="380962"/>
                </a:lnTo>
                <a:lnTo>
                  <a:pt x="18701" y="380962"/>
                </a:lnTo>
                <a:lnTo>
                  <a:pt x="57705" y="343026"/>
                </a:lnTo>
                <a:lnTo>
                  <a:pt x="79245" y="294241"/>
                </a:lnTo>
                <a:lnTo>
                  <a:pt x="89232" y="268756"/>
                </a:lnTo>
                <a:lnTo>
                  <a:pt x="97211" y="249419"/>
                </a:lnTo>
                <a:lnTo>
                  <a:pt x="102625" y="237772"/>
                </a:lnTo>
                <a:close/>
              </a:path>
              <a:path w="293369" h="381000">
                <a:moveTo>
                  <a:pt x="233711" y="196276"/>
                </a:moveTo>
                <a:lnTo>
                  <a:pt x="184339" y="196276"/>
                </a:lnTo>
                <a:lnTo>
                  <a:pt x="187355" y="201260"/>
                </a:lnTo>
                <a:lnTo>
                  <a:pt x="191282" y="211585"/>
                </a:lnTo>
                <a:lnTo>
                  <a:pt x="194842" y="220495"/>
                </a:lnTo>
                <a:lnTo>
                  <a:pt x="196800" y="226380"/>
                </a:lnTo>
                <a:lnTo>
                  <a:pt x="197156" y="229218"/>
                </a:lnTo>
                <a:lnTo>
                  <a:pt x="199932" y="239733"/>
                </a:lnTo>
                <a:lnTo>
                  <a:pt x="212486" y="275799"/>
                </a:lnTo>
                <a:lnTo>
                  <a:pt x="232519" y="327933"/>
                </a:lnTo>
                <a:lnTo>
                  <a:pt x="251657" y="367601"/>
                </a:lnTo>
                <a:lnTo>
                  <a:pt x="278378" y="379894"/>
                </a:lnTo>
                <a:lnTo>
                  <a:pt x="287991" y="379894"/>
                </a:lnTo>
                <a:lnTo>
                  <a:pt x="292807" y="374376"/>
                </a:lnTo>
                <a:lnTo>
                  <a:pt x="292807" y="361905"/>
                </a:lnTo>
                <a:lnTo>
                  <a:pt x="291017" y="357643"/>
                </a:lnTo>
                <a:lnTo>
                  <a:pt x="287457" y="350512"/>
                </a:lnTo>
                <a:lnTo>
                  <a:pt x="280217" y="331375"/>
                </a:lnTo>
                <a:lnTo>
                  <a:pt x="266116" y="293606"/>
                </a:lnTo>
                <a:lnTo>
                  <a:pt x="250687" y="251196"/>
                </a:lnTo>
                <a:lnTo>
                  <a:pt x="235903" y="204371"/>
                </a:lnTo>
                <a:lnTo>
                  <a:pt x="233711" y="196276"/>
                </a:lnTo>
                <a:close/>
              </a:path>
              <a:path w="293369" h="381000">
                <a:moveTo>
                  <a:pt x="160832" y="0"/>
                </a:moveTo>
                <a:lnTo>
                  <a:pt x="156550" y="0"/>
                </a:lnTo>
                <a:lnTo>
                  <a:pt x="151744" y="2502"/>
                </a:lnTo>
                <a:lnTo>
                  <a:pt x="110069" y="94049"/>
                </a:lnTo>
                <a:lnTo>
                  <a:pt x="90834" y="141731"/>
                </a:lnTo>
                <a:lnTo>
                  <a:pt x="76940" y="181135"/>
                </a:lnTo>
                <a:lnTo>
                  <a:pt x="74702" y="182539"/>
                </a:lnTo>
                <a:lnTo>
                  <a:pt x="67988" y="185678"/>
                </a:lnTo>
                <a:lnTo>
                  <a:pt x="56801" y="190552"/>
                </a:lnTo>
                <a:lnTo>
                  <a:pt x="41140" y="197156"/>
                </a:lnTo>
                <a:lnTo>
                  <a:pt x="25479" y="204371"/>
                </a:lnTo>
                <a:lnTo>
                  <a:pt x="14291" y="211051"/>
                </a:lnTo>
                <a:lnTo>
                  <a:pt x="7578" y="217196"/>
                </a:lnTo>
                <a:lnTo>
                  <a:pt x="5340" y="222809"/>
                </a:lnTo>
                <a:lnTo>
                  <a:pt x="6742" y="231155"/>
                </a:lnTo>
                <a:lnTo>
                  <a:pt x="10948" y="236966"/>
                </a:lnTo>
                <a:lnTo>
                  <a:pt x="17960" y="240241"/>
                </a:lnTo>
                <a:lnTo>
                  <a:pt x="27779" y="240976"/>
                </a:lnTo>
                <a:lnTo>
                  <a:pt x="30637" y="240976"/>
                </a:lnTo>
                <a:lnTo>
                  <a:pt x="35799" y="240432"/>
                </a:lnTo>
                <a:lnTo>
                  <a:pt x="43276" y="239374"/>
                </a:lnTo>
                <a:lnTo>
                  <a:pt x="46124" y="238662"/>
                </a:lnTo>
                <a:lnTo>
                  <a:pt x="49160" y="238128"/>
                </a:lnTo>
                <a:lnTo>
                  <a:pt x="52364" y="237772"/>
                </a:lnTo>
                <a:lnTo>
                  <a:pt x="102625" y="237772"/>
                </a:lnTo>
                <a:lnTo>
                  <a:pt x="104057" y="234694"/>
                </a:lnTo>
                <a:lnTo>
                  <a:pt x="141726" y="208920"/>
                </a:lnTo>
                <a:lnTo>
                  <a:pt x="182193" y="196632"/>
                </a:lnTo>
                <a:lnTo>
                  <a:pt x="184339" y="196276"/>
                </a:lnTo>
                <a:lnTo>
                  <a:pt x="233711" y="196276"/>
                </a:lnTo>
                <a:lnTo>
                  <a:pt x="229752" y="181659"/>
                </a:lnTo>
                <a:lnTo>
                  <a:pt x="230108" y="181659"/>
                </a:lnTo>
                <a:lnTo>
                  <a:pt x="235364" y="178989"/>
                </a:lnTo>
                <a:lnTo>
                  <a:pt x="255667" y="168309"/>
                </a:lnTo>
                <a:lnTo>
                  <a:pt x="262348" y="165104"/>
                </a:lnTo>
                <a:lnTo>
                  <a:pt x="265552" y="164036"/>
                </a:lnTo>
                <a:lnTo>
                  <a:pt x="266681" y="161366"/>
                </a:lnTo>
                <a:lnTo>
                  <a:pt x="134111" y="161366"/>
                </a:lnTo>
                <a:lnTo>
                  <a:pt x="138151" y="148809"/>
                </a:lnTo>
                <a:lnTo>
                  <a:pt x="143329" y="135179"/>
                </a:lnTo>
                <a:lnTo>
                  <a:pt x="149639" y="120486"/>
                </a:lnTo>
                <a:lnTo>
                  <a:pt x="157084" y="104719"/>
                </a:lnTo>
                <a:lnTo>
                  <a:pt x="207927" y="104719"/>
                </a:lnTo>
                <a:lnTo>
                  <a:pt x="201433" y="83627"/>
                </a:lnTo>
                <a:lnTo>
                  <a:pt x="192614" y="54439"/>
                </a:lnTo>
                <a:lnTo>
                  <a:pt x="183261" y="22973"/>
                </a:lnTo>
                <a:lnTo>
                  <a:pt x="177850" y="12925"/>
                </a:lnTo>
                <a:lnTo>
                  <a:pt x="172310" y="5745"/>
                </a:lnTo>
                <a:lnTo>
                  <a:pt x="166638" y="1436"/>
                </a:lnTo>
                <a:lnTo>
                  <a:pt x="160832" y="0"/>
                </a:lnTo>
                <a:close/>
              </a:path>
              <a:path w="293369" h="381000">
                <a:moveTo>
                  <a:pt x="207927" y="104719"/>
                </a:moveTo>
                <a:lnTo>
                  <a:pt x="157084" y="104719"/>
                </a:lnTo>
                <a:lnTo>
                  <a:pt x="163986" y="126634"/>
                </a:lnTo>
                <a:lnTo>
                  <a:pt x="170979" y="149073"/>
                </a:lnTo>
                <a:lnTo>
                  <a:pt x="166340" y="151932"/>
                </a:lnTo>
                <a:lnTo>
                  <a:pt x="160288" y="154414"/>
                </a:lnTo>
                <a:lnTo>
                  <a:pt x="141409" y="159764"/>
                </a:lnTo>
                <a:lnTo>
                  <a:pt x="135179" y="161366"/>
                </a:lnTo>
                <a:lnTo>
                  <a:pt x="266681" y="161366"/>
                </a:lnTo>
                <a:lnTo>
                  <a:pt x="269468" y="154780"/>
                </a:lnTo>
                <a:lnTo>
                  <a:pt x="271426" y="147827"/>
                </a:lnTo>
                <a:lnTo>
                  <a:pt x="271426" y="143189"/>
                </a:lnTo>
                <a:lnTo>
                  <a:pt x="269956" y="136749"/>
                </a:lnTo>
                <a:lnTo>
                  <a:pt x="268544" y="135179"/>
                </a:lnTo>
                <a:lnTo>
                  <a:pt x="217469" y="135179"/>
                </a:lnTo>
                <a:lnTo>
                  <a:pt x="209718" y="110539"/>
                </a:lnTo>
                <a:lnTo>
                  <a:pt x="207927" y="104719"/>
                </a:lnTo>
                <a:close/>
              </a:path>
              <a:path w="293369" h="381000">
                <a:moveTo>
                  <a:pt x="244348" y="126289"/>
                </a:moveTo>
                <a:lnTo>
                  <a:pt x="239448" y="127619"/>
                </a:lnTo>
                <a:lnTo>
                  <a:pt x="226987" y="133671"/>
                </a:lnTo>
                <a:lnTo>
                  <a:pt x="221731" y="135179"/>
                </a:lnTo>
                <a:lnTo>
                  <a:pt x="268544" y="135179"/>
                </a:lnTo>
                <a:lnTo>
                  <a:pt x="265546" y="131845"/>
                </a:lnTo>
                <a:lnTo>
                  <a:pt x="258200" y="128474"/>
                </a:lnTo>
                <a:lnTo>
                  <a:pt x="247919" y="126634"/>
                </a:lnTo>
                <a:lnTo>
                  <a:pt x="244348" y="126289"/>
                </a:lnTo>
                <a:close/>
              </a:path>
            </a:pathLst>
          </a:custGeom>
          <a:solidFill>
            <a:srgbClr val="231F20">
              <a:alpha val="58998"/>
            </a:srgbClr>
          </a:solidFill>
        </p:spPr>
        <p:txBody>
          <a:bodyPr wrap="square" lIns="0" tIns="0" rIns="0" bIns="0" rtlCol="0"/>
          <a:lstStyle/>
          <a:p>
            <a:endParaRPr/>
          </a:p>
        </p:txBody>
      </p:sp>
      <p:sp>
        <p:nvSpPr>
          <p:cNvPr id="84" name="bk object 84"/>
          <p:cNvSpPr/>
          <p:nvPr/>
        </p:nvSpPr>
        <p:spPr>
          <a:xfrm>
            <a:off x="2406776" y="4504835"/>
            <a:ext cx="331470" cy="375920"/>
          </a:xfrm>
          <a:custGeom>
            <a:avLst/>
            <a:gdLst/>
            <a:ahLst/>
            <a:cxnLst/>
            <a:rect l="l" t="t" r="r" b="b"/>
            <a:pathLst>
              <a:path w="331469" h="375920">
                <a:moveTo>
                  <a:pt x="88626" y="58684"/>
                </a:moveTo>
                <a:lnTo>
                  <a:pt x="49099" y="58684"/>
                </a:lnTo>
                <a:lnTo>
                  <a:pt x="51235" y="59029"/>
                </a:lnTo>
                <a:lnTo>
                  <a:pt x="51217" y="82648"/>
                </a:lnTo>
                <a:lnTo>
                  <a:pt x="50927" y="108724"/>
                </a:lnTo>
                <a:lnTo>
                  <a:pt x="49774" y="178722"/>
                </a:lnTo>
                <a:lnTo>
                  <a:pt x="49099" y="216124"/>
                </a:lnTo>
                <a:lnTo>
                  <a:pt x="49033" y="262039"/>
                </a:lnTo>
                <a:lnTo>
                  <a:pt x="50436" y="303079"/>
                </a:lnTo>
                <a:lnTo>
                  <a:pt x="57654" y="370527"/>
                </a:lnTo>
                <a:lnTo>
                  <a:pt x="65130" y="375878"/>
                </a:lnTo>
                <a:lnTo>
                  <a:pt x="79727" y="375878"/>
                </a:lnTo>
                <a:lnTo>
                  <a:pt x="91541" y="319950"/>
                </a:lnTo>
                <a:lnTo>
                  <a:pt x="92182" y="273092"/>
                </a:lnTo>
                <a:lnTo>
                  <a:pt x="91808" y="241135"/>
                </a:lnTo>
                <a:lnTo>
                  <a:pt x="90239" y="208637"/>
                </a:lnTo>
                <a:lnTo>
                  <a:pt x="111656" y="208637"/>
                </a:lnTo>
                <a:lnTo>
                  <a:pt x="122164" y="207437"/>
                </a:lnTo>
                <a:lnTo>
                  <a:pt x="133485" y="205271"/>
                </a:lnTo>
                <a:lnTo>
                  <a:pt x="144740" y="202239"/>
                </a:lnTo>
                <a:lnTo>
                  <a:pt x="154426" y="199363"/>
                </a:lnTo>
                <a:lnTo>
                  <a:pt x="162640" y="197157"/>
                </a:lnTo>
                <a:lnTo>
                  <a:pt x="169387" y="195621"/>
                </a:lnTo>
                <a:lnTo>
                  <a:pt x="174666" y="194753"/>
                </a:lnTo>
                <a:lnTo>
                  <a:pt x="222091" y="194753"/>
                </a:lnTo>
                <a:lnTo>
                  <a:pt x="210456" y="178722"/>
                </a:lnTo>
                <a:lnTo>
                  <a:pt x="224315" y="173447"/>
                </a:lnTo>
                <a:lnTo>
                  <a:pt x="235971" y="168303"/>
                </a:lnTo>
                <a:lnTo>
                  <a:pt x="240515" y="165895"/>
                </a:lnTo>
                <a:lnTo>
                  <a:pt x="96836" y="165895"/>
                </a:lnTo>
                <a:lnTo>
                  <a:pt x="93060" y="165361"/>
                </a:lnTo>
                <a:lnTo>
                  <a:pt x="90239" y="164293"/>
                </a:lnTo>
                <a:lnTo>
                  <a:pt x="90797" y="144524"/>
                </a:lnTo>
                <a:lnTo>
                  <a:pt x="90773" y="113404"/>
                </a:lnTo>
                <a:lnTo>
                  <a:pt x="89839" y="82648"/>
                </a:lnTo>
                <a:lnTo>
                  <a:pt x="88626" y="58684"/>
                </a:lnTo>
                <a:close/>
              </a:path>
              <a:path w="331469" h="375920">
                <a:moveTo>
                  <a:pt x="222091" y="194753"/>
                </a:moveTo>
                <a:lnTo>
                  <a:pt x="174666" y="194753"/>
                </a:lnTo>
                <a:lnTo>
                  <a:pt x="185983" y="211717"/>
                </a:lnTo>
                <a:lnTo>
                  <a:pt x="200707" y="232155"/>
                </a:lnTo>
                <a:lnTo>
                  <a:pt x="218840" y="256063"/>
                </a:lnTo>
                <a:lnTo>
                  <a:pt x="240381" y="283441"/>
                </a:lnTo>
                <a:lnTo>
                  <a:pt x="263086" y="311926"/>
                </a:lnTo>
                <a:lnTo>
                  <a:pt x="282054" y="336472"/>
                </a:lnTo>
                <a:lnTo>
                  <a:pt x="297282" y="357078"/>
                </a:lnTo>
                <a:lnTo>
                  <a:pt x="308767" y="373742"/>
                </a:lnTo>
                <a:lnTo>
                  <a:pt x="311981" y="374810"/>
                </a:lnTo>
                <a:lnTo>
                  <a:pt x="314997" y="375344"/>
                </a:lnTo>
                <a:lnTo>
                  <a:pt x="326756" y="375344"/>
                </a:lnTo>
                <a:lnTo>
                  <a:pt x="330860" y="371250"/>
                </a:lnTo>
                <a:lnTo>
                  <a:pt x="330148" y="363062"/>
                </a:lnTo>
                <a:lnTo>
                  <a:pt x="329713" y="351134"/>
                </a:lnTo>
                <a:lnTo>
                  <a:pt x="326806" y="339412"/>
                </a:lnTo>
                <a:lnTo>
                  <a:pt x="321428" y="327892"/>
                </a:lnTo>
                <a:lnTo>
                  <a:pt x="313583" y="316571"/>
                </a:lnTo>
                <a:lnTo>
                  <a:pt x="280486" y="273092"/>
                </a:lnTo>
                <a:lnTo>
                  <a:pt x="252266" y="235623"/>
                </a:lnTo>
                <a:lnTo>
                  <a:pt x="228922" y="204166"/>
                </a:lnTo>
                <a:lnTo>
                  <a:pt x="222091" y="194753"/>
                </a:lnTo>
                <a:close/>
              </a:path>
              <a:path w="331469" h="375920">
                <a:moveTo>
                  <a:pt x="111656" y="208637"/>
                </a:moveTo>
                <a:lnTo>
                  <a:pt x="90239" y="208637"/>
                </a:lnTo>
                <a:lnTo>
                  <a:pt x="92731" y="209004"/>
                </a:lnTo>
                <a:lnTo>
                  <a:pt x="95758" y="209171"/>
                </a:lnTo>
                <a:lnTo>
                  <a:pt x="99328" y="209171"/>
                </a:lnTo>
                <a:lnTo>
                  <a:pt x="110778" y="208737"/>
                </a:lnTo>
                <a:lnTo>
                  <a:pt x="111656" y="208637"/>
                </a:lnTo>
                <a:close/>
              </a:path>
              <a:path w="331469" h="375920">
                <a:moveTo>
                  <a:pt x="278627" y="39937"/>
                </a:moveTo>
                <a:lnTo>
                  <a:pt x="189154" y="39937"/>
                </a:lnTo>
                <a:lnTo>
                  <a:pt x="198588" y="39967"/>
                </a:lnTo>
                <a:lnTo>
                  <a:pt x="205115" y="40328"/>
                </a:lnTo>
                <a:lnTo>
                  <a:pt x="246156" y="56632"/>
                </a:lnTo>
                <a:lnTo>
                  <a:pt x="255878" y="76673"/>
                </a:lnTo>
                <a:lnTo>
                  <a:pt x="254977" y="86019"/>
                </a:lnTo>
                <a:lnTo>
                  <a:pt x="252806" y="94300"/>
                </a:lnTo>
                <a:lnTo>
                  <a:pt x="249366" y="101513"/>
                </a:lnTo>
                <a:lnTo>
                  <a:pt x="244654" y="107656"/>
                </a:lnTo>
                <a:lnTo>
                  <a:pt x="243942" y="108724"/>
                </a:lnTo>
                <a:lnTo>
                  <a:pt x="205650" y="134243"/>
                </a:lnTo>
                <a:lnTo>
                  <a:pt x="132016" y="161089"/>
                </a:lnTo>
                <a:lnTo>
                  <a:pt x="101464" y="165895"/>
                </a:lnTo>
                <a:lnTo>
                  <a:pt x="240515" y="165895"/>
                </a:lnTo>
                <a:lnTo>
                  <a:pt x="274507" y="138380"/>
                </a:lnTo>
                <a:lnTo>
                  <a:pt x="290610" y="92693"/>
                </a:lnTo>
                <a:lnTo>
                  <a:pt x="290422" y="74665"/>
                </a:lnTo>
                <a:lnTo>
                  <a:pt x="287267" y="58375"/>
                </a:lnTo>
                <a:lnTo>
                  <a:pt x="281089" y="43513"/>
                </a:lnTo>
                <a:lnTo>
                  <a:pt x="278627" y="39937"/>
                </a:lnTo>
                <a:close/>
              </a:path>
              <a:path w="331469" h="375920">
                <a:moveTo>
                  <a:pt x="138061" y="0"/>
                </a:moveTo>
                <a:lnTo>
                  <a:pt x="81695" y="3471"/>
                </a:lnTo>
                <a:lnTo>
                  <a:pt x="38817" y="13388"/>
                </a:lnTo>
                <a:lnTo>
                  <a:pt x="2787" y="34108"/>
                </a:lnTo>
                <a:lnTo>
                  <a:pt x="0" y="47147"/>
                </a:lnTo>
                <a:lnTo>
                  <a:pt x="941" y="53328"/>
                </a:lnTo>
                <a:lnTo>
                  <a:pt x="3949" y="59172"/>
                </a:lnTo>
                <a:lnTo>
                  <a:pt x="8959" y="64279"/>
                </a:lnTo>
                <a:lnTo>
                  <a:pt x="15969" y="68652"/>
                </a:lnTo>
                <a:lnTo>
                  <a:pt x="19886" y="68296"/>
                </a:lnTo>
                <a:lnTo>
                  <a:pt x="26210" y="66516"/>
                </a:lnTo>
                <a:lnTo>
                  <a:pt x="43665" y="60108"/>
                </a:lnTo>
                <a:lnTo>
                  <a:pt x="49099" y="58684"/>
                </a:lnTo>
                <a:lnTo>
                  <a:pt x="88626" y="58684"/>
                </a:lnTo>
                <a:lnTo>
                  <a:pt x="88103" y="48349"/>
                </a:lnTo>
                <a:lnTo>
                  <a:pt x="87747" y="48349"/>
                </a:lnTo>
                <a:lnTo>
                  <a:pt x="111610" y="44611"/>
                </a:lnTo>
                <a:lnTo>
                  <a:pt x="161578" y="40873"/>
                </a:lnTo>
                <a:lnTo>
                  <a:pt x="189154" y="39937"/>
                </a:lnTo>
                <a:lnTo>
                  <a:pt x="278627" y="39937"/>
                </a:lnTo>
                <a:lnTo>
                  <a:pt x="271909" y="30182"/>
                </a:lnTo>
                <a:lnTo>
                  <a:pt x="239745" y="7344"/>
                </a:lnTo>
                <a:lnTo>
                  <a:pt x="196338" y="1470"/>
                </a:lnTo>
                <a:lnTo>
                  <a:pt x="188561" y="1335"/>
                </a:lnTo>
                <a:lnTo>
                  <a:pt x="164043" y="66"/>
                </a:lnTo>
                <a:lnTo>
                  <a:pt x="138061" y="0"/>
                </a:lnTo>
                <a:close/>
              </a:path>
            </a:pathLst>
          </a:custGeom>
          <a:solidFill>
            <a:srgbClr val="231F20">
              <a:alpha val="58998"/>
            </a:srgbClr>
          </a:solidFill>
        </p:spPr>
        <p:txBody>
          <a:bodyPr wrap="square" lIns="0" tIns="0" rIns="0" bIns="0" rtlCol="0"/>
          <a:lstStyle/>
          <a:p>
            <a:endParaRPr/>
          </a:p>
        </p:txBody>
      </p:sp>
      <p:sp>
        <p:nvSpPr>
          <p:cNvPr id="85" name="bk object 85"/>
          <p:cNvSpPr/>
          <p:nvPr/>
        </p:nvSpPr>
        <p:spPr>
          <a:xfrm>
            <a:off x="2778590" y="4508297"/>
            <a:ext cx="302260" cy="368935"/>
          </a:xfrm>
          <a:custGeom>
            <a:avLst/>
            <a:gdLst/>
            <a:ahLst/>
            <a:cxnLst/>
            <a:rect l="l" t="t" r="r" b="b"/>
            <a:pathLst>
              <a:path w="302260" h="368935">
                <a:moveTo>
                  <a:pt x="223343" y="0"/>
                </a:moveTo>
                <a:lnTo>
                  <a:pt x="168709" y="3213"/>
                </a:lnTo>
                <a:lnTo>
                  <a:pt x="127664" y="10492"/>
                </a:lnTo>
                <a:lnTo>
                  <a:pt x="75036" y="39879"/>
                </a:lnTo>
                <a:lnTo>
                  <a:pt x="28253" y="92275"/>
                </a:lnTo>
                <a:lnTo>
                  <a:pt x="3139" y="153451"/>
                </a:lnTo>
                <a:lnTo>
                  <a:pt x="0" y="185941"/>
                </a:lnTo>
                <a:lnTo>
                  <a:pt x="0" y="229228"/>
                </a:lnTo>
                <a:lnTo>
                  <a:pt x="11489" y="281458"/>
                </a:lnTo>
                <a:lnTo>
                  <a:pt x="45956" y="332345"/>
                </a:lnTo>
                <a:lnTo>
                  <a:pt x="83620" y="356921"/>
                </a:lnTo>
                <a:lnTo>
                  <a:pt x="125566" y="368679"/>
                </a:lnTo>
                <a:lnTo>
                  <a:pt x="169377" y="368679"/>
                </a:lnTo>
                <a:lnTo>
                  <a:pt x="223338" y="365741"/>
                </a:lnTo>
                <a:lnTo>
                  <a:pt x="263416" y="356921"/>
                </a:lnTo>
                <a:lnTo>
                  <a:pt x="296677" y="336486"/>
                </a:lnTo>
                <a:lnTo>
                  <a:pt x="301886" y="321655"/>
                </a:lnTo>
                <a:lnTo>
                  <a:pt x="301602" y="320459"/>
                </a:lnTo>
                <a:lnTo>
                  <a:pt x="172949" y="320459"/>
                </a:lnTo>
                <a:lnTo>
                  <a:pt x="145733" y="318991"/>
                </a:lnTo>
                <a:lnTo>
                  <a:pt x="99923" y="310430"/>
                </a:lnTo>
                <a:lnTo>
                  <a:pt x="68927" y="284255"/>
                </a:lnTo>
                <a:lnTo>
                  <a:pt x="49694" y="246317"/>
                </a:lnTo>
                <a:lnTo>
                  <a:pt x="41876" y="202743"/>
                </a:lnTo>
                <a:lnTo>
                  <a:pt x="39004" y="179533"/>
                </a:lnTo>
                <a:lnTo>
                  <a:pt x="40428" y="171345"/>
                </a:lnTo>
                <a:lnTo>
                  <a:pt x="42030" y="165293"/>
                </a:lnTo>
                <a:lnTo>
                  <a:pt x="43820" y="161366"/>
                </a:lnTo>
                <a:lnTo>
                  <a:pt x="49156" y="148945"/>
                </a:lnTo>
                <a:lnTo>
                  <a:pt x="51829" y="142634"/>
                </a:lnTo>
                <a:lnTo>
                  <a:pt x="54500" y="136257"/>
                </a:lnTo>
                <a:lnTo>
                  <a:pt x="71797" y="112381"/>
                </a:lnTo>
                <a:lnTo>
                  <a:pt x="90029" y="93114"/>
                </a:lnTo>
                <a:lnTo>
                  <a:pt x="109198" y="78454"/>
                </a:lnTo>
                <a:lnTo>
                  <a:pt x="129304" y="68395"/>
                </a:lnTo>
                <a:lnTo>
                  <a:pt x="134011" y="65558"/>
                </a:lnTo>
                <a:lnTo>
                  <a:pt x="184339" y="49705"/>
                </a:lnTo>
                <a:lnTo>
                  <a:pt x="203305" y="48637"/>
                </a:lnTo>
                <a:lnTo>
                  <a:pt x="279929" y="48637"/>
                </a:lnTo>
                <a:lnTo>
                  <a:pt x="281983" y="44928"/>
                </a:lnTo>
                <a:lnTo>
                  <a:pt x="283185" y="35810"/>
                </a:lnTo>
                <a:lnTo>
                  <a:pt x="279443" y="20147"/>
                </a:lnTo>
                <a:lnTo>
                  <a:pt x="268220" y="8956"/>
                </a:lnTo>
                <a:lnTo>
                  <a:pt x="249520" y="2239"/>
                </a:lnTo>
                <a:lnTo>
                  <a:pt x="223343" y="0"/>
                </a:lnTo>
                <a:close/>
              </a:path>
              <a:path w="302260" h="368935">
                <a:moveTo>
                  <a:pt x="284787" y="296545"/>
                </a:moveTo>
                <a:lnTo>
                  <a:pt x="276624" y="297480"/>
                </a:lnTo>
                <a:lnTo>
                  <a:pt x="267090" y="299750"/>
                </a:lnTo>
                <a:lnTo>
                  <a:pt x="256187" y="303354"/>
                </a:lnTo>
                <a:lnTo>
                  <a:pt x="231640" y="313241"/>
                </a:lnTo>
                <a:lnTo>
                  <a:pt x="220735" y="316851"/>
                </a:lnTo>
                <a:lnTo>
                  <a:pt x="211202" y="319122"/>
                </a:lnTo>
                <a:lnTo>
                  <a:pt x="203040" y="320053"/>
                </a:lnTo>
                <a:lnTo>
                  <a:pt x="172949" y="320459"/>
                </a:lnTo>
                <a:lnTo>
                  <a:pt x="301602" y="320459"/>
                </a:lnTo>
                <a:lnTo>
                  <a:pt x="300640" y="316409"/>
                </a:lnTo>
                <a:lnTo>
                  <a:pt x="293509" y="303938"/>
                </a:lnTo>
                <a:lnTo>
                  <a:pt x="289415" y="299404"/>
                </a:lnTo>
                <a:lnTo>
                  <a:pt x="284787" y="296545"/>
                </a:lnTo>
                <a:close/>
              </a:path>
              <a:path w="302260" h="368935">
                <a:moveTo>
                  <a:pt x="279929" y="48637"/>
                </a:moveTo>
                <a:lnTo>
                  <a:pt x="203305" y="48637"/>
                </a:lnTo>
                <a:lnTo>
                  <a:pt x="215397" y="48904"/>
                </a:lnTo>
                <a:lnTo>
                  <a:pt x="229228" y="49705"/>
                </a:lnTo>
                <a:lnTo>
                  <a:pt x="232422" y="49705"/>
                </a:lnTo>
                <a:lnTo>
                  <a:pt x="238034" y="50857"/>
                </a:lnTo>
                <a:lnTo>
                  <a:pt x="254065" y="55485"/>
                </a:lnTo>
                <a:lnTo>
                  <a:pt x="260033" y="56647"/>
                </a:lnTo>
                <a:lnTo>
                  <a:pt x="263950" y="56647"/>
                </a:lnTo>
                <a:lnTo>
                  <a:pt x="272366" y="55345"/>
                </a:lnTo>
                <a:lnTo>
                  <a:pt x="278377" y="51439"/>
                </a:lnTo>
                <a:lnTo>
                  <a:pt x="279929" y="48637"/>
                </a:lnTo>
                <a:close/>
              </a:path>
            </a:pathLst>
          </a:custGeom>
          <a:solidFill>
            <a:srgbClr val="231F20">
              <a:alpha val="58998"/>
            </a:srgbClr>
          </a:solidFill>
        </p:spPr>
        <p:txBody>
          <a:bodyPr wrap="square" lIns="0" tIns="0" rIns="0" bIns="0" rtlCol="0"/>
          <a:lstStyle/>
          <a:p>
            <a:endParaRPr/>
          </a:p>
        </p:txBody>
      </p:sp>
      <p:sp>
        <p:nvSpPr>
          <p:cNvPr id="86" name="bk object 86"/>
          <p:cNvSpPr/>
          <p:nvPr/>
        </p:nvSpPr>
        <p:spPr>
          <a:xfrm>
            <a:off x="3121088" y="4503487"/>
            <a:ext cx="346075" cy="375920"/>
          </a:xfrm>
          <a:custGeom>
            <a:avLst/>
            <a:gdLst/>
            <a:ahLst/>
            <a:cxnLst/>
            <a:rect l="l" t="t" r="r" b="b"/>
            <a:pathLst>
              <a:path w="346075" h="375920">
                <a:moveTo>
                  <a:pt x="280698" y="198768"/>
                </a:moveTo>
                <a:lnTo>
                  <a:pt x="237762" y="198768"/>
                </a:lnTo>
                <a:lnTo>
                  <a:pt x="239064" y="220009"/>
                </a:lnTo>
                <a:lnTo>
                  <a:pt x="239764" y="237241"/>
                </a:lnTo>
                <a:lnTo>
                  <a:pt x="239825" y="251201"/>
                </a:lnTo>
                <a:lnTo>
                  <a:pt x="239364" y="259677"/>
                </a:lnTo>
                <a:lnTo>
                  <a:pt x="237122" y="283823"/>
                </a:lnTo>
                <a:lnTo>
                  <a:pt x="236353" y="306199"/>
                </a:lnTo>
                <a:lnTo>
                  <a:pt x="238830" y="357465"/>
                </a:lnTo>
                <a:lnTo>
                  <a:pt x="261269" y="375622"/>
                </a:lnTo>
                <a:lnTo>
                  <a:pt x="265541" y="375622"/>
                </a:lnTo>
                <a:lnTo>
                  <a:pt x="280901" y="322329"/>
                </a:lnTo>
                <a:lnTo>
                  <a:pt x="282516" y="298147"/>
                </a:lnTo>
                <a:lnTo>
                  <a:pt x="282503" y="271440"/>
                </a:lnTo>
                <a:lnTo>
                  <a:pt x="282106" y="240453"/>
                </a:lnTo>
                <a:lnTo>
                  <a:pt x="281258" y="217607"/>
                </a:lnTo>
                <a:lnTo>
                  <a:pt x="280905" y="206923"/>
                </a:lnTo>
                <a:lnTo>
                  <a:pt x="280698" y="198768"/>
                </a:lnTo>
                <a:close/>
              </a:path>
              <a:path w="346075" h="375920">
                <a:moveTo>
                  <a:pt x="96369" y="229762"/>
                </a:moveTo>
                <a:lnTo>
                  <a:pt x="58762" y="229762"/>
                </a:lnTo>
                <a:lnTo>
                  <a:pt x="59054" y="259677"/>
                </a:lnTo>
                <a:lnTo>
                  <a:pt x="59841" y="298147"/>
                </a:lnTo>
                <a:lnTo>
                  <a:pt x="67545" y="350146"/>
                </a:lnTo>
                <a:lnTo>
                  <a:pt x="79065" y="372951"/>
                </a:lnTo>
                <a:lnTo>
                  <a:pt x="85484" y="372951"/>
                </a:lnTo>
                <a:lnTo>
                  <a:pt x="92728" y="371416"/>
                </a:lnTo>
                <a:lnTo>
                  <a:pt x="97905" y="366808"/>
                </a:lnTo>
                <a:lnTo>
                  <a:pt x="101012" y="359125"/>
                </a:lnTo>
                <a:lnTo>
                  <a:pt x="102049" y="348366"/>
                </a:lnTo>
                <a:lnTo>
                  <a:pt x="100676" y="312108"/>
                </a:lnTo>
                <a:lnTo>
                  <a:pt x="99184" y="278648"/>
                </a:lnTo>
                <a:lnTo>
                  <a:pt x="97690" y="250464"/>
                </a:lnTo>
                <a:lnTo>
                  <a:pt x="96369" y="229762"/>
                </a:lnTo>
                <a:close/>
              </a:path>
              <a:path w="346075" h="375920">
                <a:moveTo>
                  <a:pt x="84227" y="6418"/>
                </a:moveTo>
                <a:lnTo>
                  <a:pt x="67495" y="6418"/>
                </a:lnTo>
                <a:lnTo>
                  <a:pt x="61254" y="12114"/>
                </a:lnTo>
                <a:lnTo>
                  <a:pt x="54423" y="54773"/>
                </a:lnTo>
                <a:lnTo>
                  <a:pt x="50760" y="134154"/>
                </a:lnTo>
                <a:lnTo>
                  <a:pt x="50218" y="187020"/>
                </a:lnTo>
                <a:lnTo>
                  <a:pt x="34417" y="188355"/>
                </a:lnTo>
                <a:lnTo>
                  <a:pt x="80" y="206923"/>
                </a:lnTo>
                <a:lnTo>
                  <a:pt x="0" y="211595"/>
                </a:lnTo>
                <a:lnTo>
                  <a:pt x="1735" y="221180"/>
                </a:lnTo>
                <a:lnTo>
                  <a:pt x="6943" y="228025"/>
                </a:lnTo>
                <a:lnTo>
                  <a:pt x="15624" y="232132"/>
                </a:lnTo>
                <a:lnTo>
                  <a:pt x="27779" y="233500"/>
                </a:lnTo>
                <a:lnTo>
                  <a:pt x="58762" y="229762"/>
                </a:lnTo>
                <a:lnTo>
                  <a:pt x="96369" y="229762"/>
                </a:lnTo>
                <a:lnTo>
                  <a:pt x="134068" y="217607"/>
                </a:lnTo>
                <a:lnTo>
                  <a:pt x="204865" y="203714"/>
                </a:lnTo>
                <a:lnTo>
                  <a:pt x="237762" y="198768"/>
                </a:lnTo>
                <a:lnTo>
                  <a:pt x="280698" y="198768"/>
                </a:lnTo>
                <a:lnTo>
                  <a:pt x="280594" y="194229"/>
                </a:lnTo>
                <a:lnTo>
                  <a:pt x="280504" y="186475"/>
                </a:lnTo>
                <a:lnTo>
                  <a:pt x="296631" y="184444"/>
                </a:lnTo>
                <a:lnTo>
                  <a:pt x="310821" y="182074"/>
                </a:lnTo>
                <a:lnTo>
                  <a:pt x="323078" y="179368"/>
                </a:lnTo>
                <a:lnTo>
                  <a:pt x="324366" y="178989"/>
                </a:lnTo>
                <a:lnTo>
                  <a:pt x="96164" y="178989"/>
                </a:lnTo>
                <a:lnTo>
                  <a:pt x="94295" y="162032"/>
                </a:lnTo>
                <a:lnTo>
                  <a:pt x="92960" y="145869"/>
                </a:lnTo>
                <a:lnTo>
                  <a:pt x="92159" y="130514"/>
                </a:lnTo>
                <a:lnTo>
                  <a:pt x="92001" y="121898"/>
                </a:lnTo>
                <a:lnTo>
                  <a:pt x="91967" y="109291"/>
                </a:lnTo>
                <a:lnTo>
                  <a:pt x="92159" y="100862"/>
                </a:lnTo>
                <a:lnTo>
                  <a:pt x="92493" y="89607"/>
                </a:lnTo>
                <a:lnTo>
                  <a:pt x="93427" y="62025"/>
                </a:lnTo>
                <a:lnTo>
                  <a:pt x="93763" y="48626"/>
                </a:lnTo>
                <a:lnTo>
                  <a:pt x="93961" y="36112"/>
                </a:lnTo>
                <a:lnTo>
                  <a:pt x="94028" y="24051"/>
                </a:lnTo>
                <a:lnTo>
                  <a:pt x="90101" y="12303"/>
                </a:lnTo>
                <a:lnTo>
                  <a:pt x="84227" y="6418"/>
                </a:lnTo>
                <a:close/>
              </a:path>
              <a:path w="346075" h="375920">
                <a:moveTo>
                  <a:pt x="266075" y="0"/>
                </a:moveTo>
                <a:lnTo>
                  <a:pt x="259311" y="0"/>
                </a:lnTo>
                <a:lnTo>
                  <a:pt x="252903" y="5172"/>
                </a:lnTo>
                <a:lnTo>
                  <a:pt x="241966" y="50496"/>
                </a:lnTo>
                <a:lnTo>
                  <a:pt x="236623" y="118886"/>
                </a:lnTo>
                <a:lnTo>
                  <a:pt x="236160" y="152278"/>
                </a:lnTo>
                <a:lnTo>
                  <a:pt x="186934" y="159962"/>
                </a:lnTo>
                <a:lnTo>
                  <a:pt x="147193" y="166976"/>
                </a:lnTo>
                <a:lnTo>
                  <a:pt x="116936" y="173319"/>
                </a:lnTo>
                <a:lnTo>
                  <a:pt x="96164" y="178989"/>
                </a:lnTo>
                <a:lnTo>
                  <a:pt x="324366" y="178989"/>
                </a:lnTo>
                <a:lnTo>
                  <a:pt x="333403" y="176329"/>
                </a:lnTo>
                <a:lnTo>
                  <a:pt x="341591" y="173481"/>
                </a:lnTo>
                <a:lnTo>
                  <a:pt x="345696" y="168141"/>
                </a:lnTo>
                <a:lnTo>
                  <a:pt x="345696" y="156026"/>
                </a:lnTo>
                <a:lnTo>
                  <a:pt x="344439" y="151220"/>
                </a:lnTo>
                <a:lnTo>
                  <a:pt x="341947" y="145869"/>
                </a:lnTo>
                <a:lnTo>
                  <a:pt x="339268" y="141608"/>
                </a:lnTo>
                <a:lnTo>
                  <a:pt x="281038" y="141608"/>
                </a:lnTo>
                <a:lnTo>
                  <a:pt x="281238" y="132668"/>
                </a:lnTo>
                <a:lnTo>
                  <a:pt x="281839" y="121898"/>
                </a:lnTo>
                <a:lnTo>
                  <a:pt x="282840" y="109291"/>
                </a:lnTo>
                <a:lnTo>
                  <a:pt x="285644" y="80436"/>
                </a:lnTo>
                <a:lnTo>
                  <a:pt x="286645" y="67931"/>
                </a:lnTo>
                <a:lnTo>
                  <a:pt x="287246" y="57328"/>
                </a:lnTo>
                <a:lnTo>
                  <a:pt x="287446" y="48626"/>
                </a:lnTo>
                <a:lnTo>
                  <a:pt x="286110" y="27356"/>
                </a:lnTo>
                <a:lnTo>
                  <a:pt x="282138" y="12303"/>
                </a:lnTo>
                <a:lnTo>
                  <a:pt x="282067" y="12114"/>
                </a:lnTo>
                <a:lnTo>
                  <a:pt x="275422" y="3040"/>
                </a:lnTo>
                <a:lnTo>
                  <a:pt x="266075" y="0"/>
                </a:lnTo>
                <a:close/>
              </a:path>
              <a:path w="346075" h="375920">
                <a:moveTo>
                  <a:pt x="317906" y="133587"/>
                </a:moveTo>
                <a:lnTo>
                  <a:pt x="313267" y="133587"/>
                </a:lnTo>
                <a:lnTo>
                  <a:pt x="307488" y="134917"/>
                </a:lnTo>
                <a:lnTo>
                  <a:pt x="293593" y="140267"/>
                </a:lnTo>
                <a:lnTo>
                  <a:pt x="287090" y="141608"/>
                </a:lnTo>
                <a:lnTo>
                  <a:pt x="339268" y="141608"/>
                </a:lnTo>
                <a:lnTo>
                  <a:pt x="338443" y="140296"/>
                </a:lnTo>
                <a:lnTo>
                  <a:pt x="333268" y="136391"/>
                </a:lnTo>
                <a:lnTo>
                  <a:pt x="326423" y="134154"/>
                </a:lnTo>
                <a:lnTo>
                  <a:pt x="317906" y="133587"/>
                </a:lnTo>
                <a:close/>
              </a:path>
            </a:pathLst>
          </a:custGeom>
          <a:solidFill>
            <a:srgbClr val="231F20">
              <a:alpha val="58998"/>
            </a:srgbClr>
          </a:solidFill>
        </p:spPr>
        <p:txBody>
          <a:bodyPr wrap="square" lIns="0" tIns="0" rIns="0" bIns="0" rtlCol="0"/>
          <a:lstStyle/>
          <a:p>
            <a:endParaRPr/>
          </a:p>
        </p:txBody>
      </p:sp>
      <p:sp>
        <p:nvSpPr>
          <p:cNvPr id="87" name="bk object 87"/>
          <p:cNvSpPr/>
          <p:nvPr/>
        </p:nvSpPr>
        <p:spPr>
          <a:xfrm>
            <a:off x="10052050" y="0"/>
            <a:ext cx="282575" cy="11308715"/>
          </a:xfrm>
          <a:custGeom>
            <a:avLst/>
            <a:gdLst/>
            <a:ahLst/>
            <a:cxnLst/>
            <a:rect l="l" t="t" r="r" b="b"/>
            <a:pathLst>
              <a:path w="282575" h="11308715">
                <a:moveTo>
                  <a:pt x="0" y="11308556"/>
                </a:moveTo>
                <a:lnTo>
                  <a:pt x="282085" y="11308556"/>
                </a:lnTo>
                <a:lnTo>
                  <a:pt x="282085" y="0"/>
                </a:lnTo>
                <a:lnTo>
                  <a:pt x="0" y="0"/>
                </a:lnTo>
                <a:lnTo>
                  <a:pt x="0" y="11308556"/>
                </a:lnTo>
                <a:close/>
              </a:path>
            </a:pathLst>
          </a:custGeom>
          <a:solidFill>
            <a:srgbClr val="093E5E">
              <a:alpha val="25000"/>
            </a:srgbClr>
          </a:solidFill>
        </p:spPr>
        <p:txBody>
          <a:bodyPr wrap="square" lIns="0" tIns="0" rIns="0" bIns="0" rtlCol="0"/>
          <a:lstStyle/>
          <a:p>
            <a:endParaRPr/>
          </a:p>
        </p:txBody>
      </p:sp>
      <p:sp>
        <p:nvSpPr>
          <p:cNvPr id="88" name="bk object 88"/>
          <p:cNvSpPr/>
          <p:nvPr/>
        </p:nvSpPr>
        <p:spPr>
          <a:xfrm>
            <a:off x="10334135" y="0"/>
            <a:ext cx="7795895" cy="11308715"/>
          </a:xfrm>
          <a:custGeom>
            <a:avLst/>
            <a:gdLst/>
            <a:ahLst/>
            <a:cxnLst/>
            <a:rect l="l" t="t" r="r" b="b"/>
            <a:pathLst>
              <a:path w="7795894" h="11308715">
                <a:moveTo>
                  <a:pt x="0" y="11308556"/>
                </a:moveTo>
                <a:lnTo>
                  <a:pt x="7795584" y="11308556"/>
                </a:lnTo>
                <a:lnTo>
                  <a:pt x="7795584" y="0"/>
                </a:lnTo>
                <a:lnTo>
                  <a:pt x="0" y="0"/>
                </a:lnTo>
                <a:lnTo>
                  <a:pt x="0" y="11308556"/>
                </a:lnTo>
                <a:close/>
              </a:path>
            </a:pathLst>
          </a:custGeom>
          <a:solidFill>
            <a:srgbClr val="093E5E"/>
          </a:solidFill>
        </p:spPr>
        <p:txBody>
          <a:bodyPr wrap="square" lIns="0" tIns="0" rIns="0" bIns="0" rtlCol="0"/>
          <a:lstStyle/>
          <a:p>
            <a:endParaRPr/>
          </a:p>
        </p:txBody>
      </p:sp>
      <p:sp>
        <p:nvSpPr>
          <p:cNvPr id="89" name="bk object 89"/>
          <p:cNvSpPr/>
          <p:nvPr/>
        </p:nvSpPr>
        <p:spPr>
          <a:xfrm>
            <a:off x="11036797" y="4693665"/>
            <a:ext cx="2991148" cy="1823061"/>
          </a:xfrm>
          <a:prstGeom prst="rect">
            <a:avLst/>
          </a:prstGeom>
          <a:blipFill>
            <a:blip r:embed="rId11" cstate="print"/>
            <a:stretch>
              <a:fillRect/>
            </a:stretch>
          </a:blipFill>
        </p:spPr>
        <p:txBody>
          <a:bodyPr wrap="square" lIns="0" tIns="0" rIns="0" bIns="0" rtlCol="0"/>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047088" y="10261467"/>
            <a:ext cx="17989550" cy="0"/>
          </a:xfrm>
          <a:custGeom>
            <a:avLst/>
            <a:gdLst/>
            <a:ahLst/>
            <a:cxnLst/>
            <a:rect l="l" t="t" r="r" b="b"/>
            <a:pathLst>
              <a:path w="17989550">
                <a:moveTo>
                  <a:pt x="0" y="0"/>
                </a:moveTo>
                <a:lnTo>
                  <a:pt x="17988981" y="0"/>
                </a:lnTo>
              </a:path>
            </a:pathLst>
          </a:custGeom>
          <a:ln w="10429">
            <a:solidFill>
              <a:srgbClr val="939598"/>
            </a:solidFill>
          </a:ln>
        </p:spPr>
        <p:txBody>
          <a:bodyPr wrap="square" lIns="0" tIns="0" rIns="0" bIns="0" rtlCol="0"/>
          <a:lstStyle/>
          <a:p>
            <a:endParaRPr/>
          </a:p>
        </p:txBody>
      </p:sp>
      <p:sp>
        <p:nvSpPr>
          <p:cNvPr id="3" name="Holder 3"/>
          <p:cNvSpPr>
            <a:spLocks noGrp="1"/>
          </p:cNvSpPr>
          <p:nvPr>
            <p:ph type="body" idx="1"/>
          </p:nvPr>
        </p:nvSpPr>
        <p:spPr>
          <a:xfrm>
            <a:off x="1109913" y="1905701"/>
            <a:ext cx="10751820" cy="7367905"/>
          </a:xfrm>
          <a:prstGeom prst="rect">
            <a:avLst/>
          </a:prstGeom>
        </p:spPr>
        <p:txBody>
          <a:bodyPr wrap="square" lIns="0" tIns="0" rIns="0" bIns="0">
            <a:spAutoFit/>
          </a:bodyPr>
          <a:lstStyle>
            <a:lvl1pPr>
              <a:defRPr b="0" i="0">
                <a:solidFill>
                  <a:schemeClr val="tx1"/>
                </a:solidFill>
              </a:defRPr>
            </a:lvl1pPr>
          </a:lstStyle>
          <a:p>
            <a:endParaRPr dirty="0"/>
          </a:p>
        </p:txBody>
      </p:sp>
      <p:sp>
        <p:nvSpPr>
          <p:cNvPr id="10" name="object 2">
            <a:extLst>
              <a:ext uri="{FF2B5EF4-FFF2-40B4-BE49-F238E27FC236}">
                <a16:creationId xmlns:a16="http://schemas.microsoft.com/office/drawing/2014/main" id="{24BDE0CC-E935-4D30-BD77-B5521EA7C27F}"/>
              </a:ext>
            </a:extLst>
          </p:cNvPr>
          <p:cNvSpPr/>
          <p:nvPr userDrawn="1"/>
        </p:nvSpPr>
        <p:spPr>
          <a:xfrm>
            <a:off x="1047088" y="1157011"/>
            <a:ext cx="17989550" cy="0"/>
          </a:xfrm>
          <a:custGeom>
            <a:avLst/>
            <a:gdLst/>
            <a:ahLst/>
            <a:cxnLst/>
            <a:rect l="l" t="t" r="r" b="b"/>
            <a:pathLst>
              <a:path w="17989550">
                <a:moveTo>
                  <a:pt x="0" y="0"/>
                </a:moveTo>
                <a:lnTo>
                  <a:pt x="17988981" y="0"/>
                </a:lnTo>
              </a:path>
            </a:pathLst>
          </a:custGeom>
          <a:ln w="10429">
            <a:solidFill>
              <a:srgbClr val="939598"/>
            </a:solidFill>
          </a:ln>
        </p:spPr>
        <p:txBody>
          <a:bodyPr wrap="square" lIns="0" tIns="0" rIns="0" bIns="0" rtlCol="0"/>
          <a:lstStyle/>
          <a:p>
            <a:endParaRPr/>
          </a:p>
        </p:txBody>
      </p:sp>
      <p:sp>
        <p:nvSpPr>
          <p:cNvPr id="12" name="object 3">
            <a:extLst>
              <a:ext uri="{FF2B5EF4-FFF2-40B4-BE49-F238E27FC236}">
                <a16:creationId xmlns:a16="http://schemas.microsoft.com/office/drawing/2014/main" id="{87727A11-AD7D-49E8-8E31-45944B90D3A7}"/>
              </a:ext>
            </a:extLst>
          </p:cNvPr>
          <p:cNvSpPr/>
          <p:nvPr userDrawn="1"/>
        </p:nvSpPr>
        <p:spPr>
          <a:xfrm>
            <a:off x="1047088" y="10318076"/>
            <a:ext cx="1100269" cy="670599"/>
          </a:xfrm>
          <a:prstGeom prst="rect">
            <a:avLst/>
          </a:prstGeom>
          <a:blipFill>
            <a:blip r:embed="rId7" cstate="print"/>
            <a:stretch>
              <a:fillRect/>
            </a:stretch>
          </a:blipFill>
        </p:spPr>
        <p:txBody>
          <a:bodyPr wrap="square" lIns="0" tIns="0" rIns="0" bIns="0" rtlCol="0"/>
          <a:lstStyle/>
          <a:p>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3" Type="http://schemas.openxmlformats.org/officeDocument/2006/relationships/image" Target="../media/image23.png"/><Relationship Id="rId18" Type="http://schemas.openxmlformats.org/officeDocument/2006/relationships/image" Target="../media/image28.png"/><Relationship Id="rId26" Type="http://schemas.openxmlformats.org/officeDocument/2006/relationships/image" Target="../media/image36.png"/><Relationship Id="rId39" Type="http://schemas.openxmlformats.org/officeDocument/2006/relationships/image" Target="../media/image49.png"/><Relationship Id="rId21" Type="http://schemas.openxmlformats.org/officeDocument/2006/relationships/image" Target="../media/image31.png"/><Relationship Id="rId34" Type="http://schemas.openxmlformats.org/officeDocument/2006/relationships/image" Target="../media/image44.png"/><Relationship Id="rId42" Type="http://schemas.openxmlformats.org/officeDocument/2006/relationships/image" Target="../media/image52.png"/><Relationship Id="rId47" Type="http://schemas.openxmlformats.org/officeDocument/2006/relationships/image" Target="../media/image57.png"/><Relationship Id="rId7" Type="http://schemas.openxmlformats.org/officeDocument/2006/relationships/image" Target="../media/image17.png"/><Relationship Id="rId2" Type="http://schemas.openxmlformats.org/officeDocument/2006/relationships/image" Target="../media/image12.png"/><Relationship Id="rId16" Type="http://schemas.openxmlformats.org/officeDocument/2006/relationships/image" Target="../media/image26.png"/><Relationship Id="rId29" Type="http://schemas.openxmlformats.org/officeDocument/2006/relationships/image" Target="../media/image39.png"/><Relationship Id="rId11" Type="http://schemas.openxmlformats.org/officeDocument/2006/relationships/image" Target="../media/image21.png"/><Relationship Id="rId24" Type="http://schemas.openxmlformats.org/officeDocument/2006/relationships/image" Target="../media/image34.png"/><Relationship Id="rId32" Type="http://schemas.openxmlformats.org/officeDocument/2006/relationships/image" Target="../media/image42.png"/><Relationship Id="rId37" Type="http://schemas.openxmlformats.org/officeDocument/2006/relationships/image" Target="../media/image47.png"/><Relationship Id="rId40" Type="http://schemas.openxmlformats.org/officeDocument/2006/relationships/image" Target="../media/image50.png"/><Relationship Id="rId45" Type="http://schemas.openxmlformats.org/officeDocument/2006/relationships/image" Target="../media/image55.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28" Type="http://schemas.openxmlformats.org/officeDocument/2006/relationships/image" Target="../media/image38.png"/><Relationship Id="rId36" Type="http://schemas.openxmlformats.org/officeDocument/2006/relationships/image" Target="../media/image46.png"/><Relationship Id="rId49" Type="http://schemas.openxmlformats.org/officeDocument/2006/relationships/image" Target="../media/image59.png"/><Relationship Id="rId10" Type="http://schemas.openxmlformats.org/officeDocument/2006/relationships/image" Target="../media/image20.png"/><Relationship Id="rId19" Type="http://schemas.openxmlformats.org/officeDocument/2006/relationships/image" Target="../media/image29.png"/><Relationship Id="rId31" Type="http://schemas.openxmlformats.org/officeDocument/2006/relationships/image" Target="../media/image41.png"/><Relationship Id="rId44" Type="http://schemas.openxmlformats.org/officeDocument/2006/relationships/image" Target="../media/image54.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 Id="rId27" Type="http://schemas.openxmlformats.org/officeDocument/2006/relationships/image" Target="../media/image37.png"/><Relationship Id="rId30" Type="http://schemas.openxmlformats.org/officeDocument/2006/relationships/image" Target="../media/image40.png"/><Relationship Id="rId35" Type="http://schemas.openxmlformats.org/officeDocument/2006/relationships/image" Target="../media/image45.png"/><Relationship Id="rId43" Type="http://schemas.openxmlformats.org/officeDocument/2006/relationships/image" Target="../media/image53.png"/><Relationship Id="rId48" Type="http://schemas.openxmlformats.org/officeDocument/2006/relationships/image" Target="../media/image58.png"/><Relationship Id="rId8" Type="http://schemas.openxmlformats.org/officeDocument/2006/relationships/image" Target="../media/image18.png"/><Relationship Id="rId3" Type="http://schemas.openxmlformats.org/officeDocument/2006/relationships/image" Target="../media/image13.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33" Type="http://schemas.openxmlformats.org/officeDocument/2006/relationships/image" Target="../media/image43.png"/><Relationship Id="rId38" Type="http://schemas.openxmlformats.org/officeDocument/2006/relationships/image" Target="../media/image48.png"/><Relationship Id="rId46" Type="http://schemas.openxmlformats.org/officeDocument/2006/relationships/image" Target="../media/image56.png"/><Relationship Id="rId20" Type="http://schemas.openxmlformats.org/officeDocument/2006/relationships/image" Target="../media/image30.png"/><Relationship Id="rId41"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16.png"/></Relationships>
</file>

<file path=ppt/slides/_rels/slide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3" Type="http://schemas.openxmlformats.org/officeDocument/2006/relationships/image" Target="../media/image62.png"/><Relationship Id="rId7" Type="http://schemas.openxmlformats.org/officeDocument/2006/relationships/image" Target="../media/image66.jpg"/><Relationship Id="rId12" Type="http://schemas.openxmlformats.org/officeDocument/2006/relationships/image" Target="../media/image71.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1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024097" y="7186472"/>
            <a:ext cx="5807710" cy="3256279"/>
          </a:xfrm>
          <a:prstGeom prst="rect">
            <a:avLst/>
          </a:prstGeom>
        </p:spPr>
        <p:txBody>
          <a:bodyPr vert="horz" wrap="square" lIns="0" tIns="18415" rIns="0" bIns="0" rtlCol="0">
            <a:spAutoFit/>
          </a:bodyPr>
          <a:lstStyle/>
          <a:p>
            <a:pPr marL="12700" marR="521334">
              <a:lnSpc>
                <a:spcPts val="3860"/>
              </a:lnSpc>
              <a:spcBef>
                <a:spcPts val="145"/>
              </a:spcBef>
            </a:pPr>
            <a:r>
              <a:rPr sz="3100" b="1" spc="-55" dirty="0">
                <a:solidFill>
                  <a:srgbClr val="FFFFFF"/>
                </a:solidFill>
                <a:latin typeface="Montserrat SemiBold"/>
                <a:cs typeface="Montserrat SemiBold"/>
              </a:rPr>
              <a:t>Ace </a:t>
            </a:r>
            <a:r>
              <a:rPr sz="3100" b="1" spc="-60" dirty="0">
                <a:solidFill>
                  <a:srgbClr val="FFFFFF"/>
                </a:solidFill>
                <a:latin typeface="Montserrat SemiBold"/>
                <a:cs typeface="Montserrat SemiBold"/>
              </a:rPr>
              <a:t>Info </a:t>
            </a:r>
            <a:r>
              <a:rPr sz="3100" b="1" spc="-70" dirty="0">
                <a:solidFill>
                  <a:srgbClr val="FFFFFF"/>
                </a:solidFill>
                <a:latin typeface="Montserrat SemiBold"/>
                <a:cs typeface="Montserrat SemiBold"/>
              </a:rPr>
              <a:t>Solutions, </a:t>
            </a:r>
            <a:r>
              <a:rPr lang="en-US" sz="3100" b="1" spc="-40" dirty="0">
                <a:solidFill>
                  <a:srgbClr val="FFFFFF"/>
                </a:solidFill>
                <a:latin typeface="Montserrat SemiBold"/>
                <a:cs typeface="Montserrat SemiBold"/>
              </a:rPr>
              <a:t>Inc</a:t>
            </a:r>
            <a:r>
              <a:rPr sz="3100" b="1" spc="-40" dirty="0">
                <a:solidFill>
                  <a:srgbClr val="FFFFFF"/>
                </a:solidFill>
                <a:latin typeface="Montserrat SemiBold"/>
                <a:cs typeface="Montserrat SemiBold"/>
              </a:rPr>
              <a:t>.  </a:t>
            </a:r>
            <a:r>
              <a:rPr sz="3100" b="1" spc="-80" dirty="0">
                <a:solidFill>
                  <a:srgbClr val="FFFFFF"/>
                </a:solidFill>
                <a:latin typeface="Montserrat SemiBold"/>
                <a:cs typeface="Montserrat SemiBold"/>
              </a:rPr>
              <a:t>Centers </a:t>
            </a:r>
            <a:r>
              <a:rPr sz="3100" b="1" spc="-30" dirty="0">
                <a:solidFill>
                  <a:srgbClr val="FFFFFF"/>
                </a:solidFill>
                <a:latin typeface="Montserrat SemiBold"/>
                <a:cs typeface="Montserrat SemiBold"/>
              </a:rPr>
              <a:t>of </a:t>
            </a:r>
            <a:r>
              <a:rPr sz="3100" b="1" spc="-80" dirty="0">
                <a:solidFill>
                  <a:srgbClr val="FFFFFF"/>
                </a:solidFill>
                <a:latin typeface="Montserrat SemiBold"/>
                <a:cs typeface="Montserrat SemiBold"/>
              </a:rPr>
              <a:t>Excellence</a:t>
            </a:r>
            <a:r>
              <a:rPr sz="3100" b="1" spc="-500" dirty="0">
                <a:solidFill>
                  <a:srgbClr val="FFFFFF"/>
                </a:solidFill>
                <a:latin typeface="Montserrat SemiBold"/>
                <a:cs typeface="Montserrat SemiBold"/>
              </a:rPr>
              <a:t> </a:t>
            </a:r>
            <a:r>
              <a:rPr sz="3100" b="1" spc="-90" dirty="0">
                <a:solidFill>
                  <a:srgbClr val="FFFFFF"/>
                </a:solidFill>
                <a:latin typeface="Montserrat SemiBold"/>
                <a:cs typeface="Montserrat SemiBold"/>
              </a:rPr>
              <a:t>(CoE)</a:t>
            </a:r>
            <a:endParaRPr sz="3100" dirty="0">
              <a:latin typeface="Montserrat SemiBold"/>
              <a:cs typeface="Montserrat SemiBold"/>
            </a:endParaRPr>
          </a:p>
          <a:p>
            <a:pPr marL="12700">
              <a:lnSpc>
                <a:spcPct val="100000"/>
              </a:lnSpc>
              <a:spcBef>
                <a:spcPts val="2290"/>
              </a:spcBef>
            </a:pPr>
            <a:r>
              <a:rPr sz="2450" b="1" spc="-75" dirty="0">
                <a:solidFill>
                  <a:srgbClr val="FFFFFF"/>
                </a:solidFill>
                <a:latin typeface="Montserrat SemiBold"/>
                <a:cs typeface="Montserrat SemiBold"/>
              </a:rPr>
              <a:t>Collaborate </a:t>
            </a:r>
            <a:r>
              <a:rPr sz="2450" b="1" dirty="0">
                <a:solidFill>
                  <a:srgbClr val="FFFFFF"/>
                </a:solidFill>
                <a:latin typeface="Montserrat SemiBold"/>
                <a:cs typeface="Montserrat SemiBold"/>
              </a:rPr>
              <a:t>| </a:t>
            </a:r>
            <a:r>
              <a:rPr sz="2450" b="1" spc="-75" dirty="0">
                <a:solidFill>
                  <a:srgbClr val="FFFFFF"/>
                </a:solidFill>
                <a:latin typeface="Montserrat SemiBold"/>
                <a:cs typeface="Montserrat SemiBold"/>
              </a:rPr>
              <a:t>Innovate </a:t>
            </a:r>
            <a:r>
              <a:rPr sz="2450" b="1" dirty="0">
                <a:solidFill>
                  <a:srgbClr val="FFFFFF"/>
                </a:solidFill>
                <a:latin typeface="Montserrat SemiBold"/>
                <a:cs typeface="Montserrat SemiBold"/>
              </a:rPr>
              <a:t>|</a:t>
            </a:r>
            <a:r>
              <a:rPr sz="2450" b="1" spc="-430" dirty="0">
                <a:solidFill>
                  <a:srgbClr val="FFFFFF"/>
                </a:solidFill>
                <a:latin typeface="Montserrat SemiBold"/>
                <a:cs typeface="Montserrat SemiBold"/>
              </a:rPr>
              <a:t> </a:t>
            </a:r>
            <a:r>
              <a:rPr sz="2450" b="1" spc="-75" dirty="0">
                <a:solidFill>
                  <a:srgbClr val="FFFFFF"/>
                </a:solidFill>
                <a:latin typeface="Montserrat SemiBold"/>
                <a:cs typeface="Montserrat SemiBold"/>
              </a:rPr>
              <a:t>Integrate</a:t>
            </a:r>
            <a:endParaRPr sz="2450" dirty="0">
              <a:latin typeface="Montserrat SemiBold"/>
              <a:cs typeface="Montserrat SemiBold"/>
            </a:endParaRPr>
          </a:p>
          <a:p>
            <a:pPr>
              <a:lnSpc>
                <a:spcPct val="100000"/>
              </a:lnSpc>
              <a:spcBef>
                <a:spcPts val="25"/>
              </a:spcBef>
            </a:pPr>
            <a:endParaRPr sz="3500" dirty="0">
              <a:latin typeface="Times New Roman"/>
              <a:cs typeface="Times New Roman"/>
            </a:endParaRPr>
          </a:p>
          <a:p>
            <a:pPr marL="12700">
              <a:lnSpc>
                <a:spcPct val="100000"/>
              </a:lnSpc>
            </a:pPr>
            <a:r>
              <a:rPr sz="2200" b="1" spc="-50" dirty="0">
                <a:solidFill>
                  <a:srgbClr val="FFFFFF"/>
                </a:solidFill>
                <a:latin typeface="Montserrat SemiBold"/>
                <a:cs typeface="Montserrat SemiBold"/>
              </a:rPr>
              <a:t>11490 </a:t>
            </a:r>
            <a:r>
              <a:rPr sz="2200" b="1" spc="-60" dirty="0">
                <a:solidFill>
                  <a:srgbClr val="FFFFFF"/>
                </a:solidFill>
                <a:latin typeface="Montserrat SemiBold"/>
                <a:cs typeface="Montserrat SemiBold"/>
              </a:rPr>
              <a:t>Commerce </a:t>
            </a:r>
            <a:r>
              <a:rPr sz="2200" b="1" spc="-55" dirty="0">
                <a:solidFill>
                  <a:srgbClr val="FFFFFF"/>
                </a:solidFill>
                <a:latin typeface="Montserrat SemiBold"/>
                <a:cs typeface="Montserrat SemiBold"/>
              </a:rPr>
              <a:t>Park </a:t>
            </a:r>
            <a:r>
              <a:rPr sz="2200" b="1" spc="-60" dirty="0">
                <a:solidFill>
                  <a:srgbClr val="FFFFFF"/>
                </a:solidFill>
                <a:latin typeface="Montserrat SemiBold"/>
                <a:cs typeface="Montserrat SemiBold"/>
              </a:rPr>
              <a:t>Drive, </a:t>
            </a:r>
            <a:r>
              <a:rPr sz="2200" b="1" spc="-55" dirty="0">
                <a:solidFill>
                  <a:srgbClr val="FFFFFF"/>
                </a:solidFill>
                <a:latin typeface="Montserrat SemiBold"/>
                <a:cs typeface="Montserrat SemiBold"/>
              </a:rPr>
              <a:t>Suite</a:t>
            </a:r>
            <a:r>
              <a:rPr sz="2200" b="1" spc="-434" dirty="0">
                <a:solidFill>
                  <a:srgbClr val="FFFFFF"/>
                </a:solidFill>
                <a:latin typeface="Montserrat SemiBold"/>
                <a:cs typeface="Montserrat SemiBold"/>
              </a:rPr>
              <a:t> </a:t>
            </a:r>
            <a:r>
              <a:rPr sz="2200" b="1" spc="-60" dirty="0">
                <a:solidFill>
                  <a:srgbClr val="FFFFFF"/>
                </a:solidFill>
                <a:latin typeface="Montserrat SemiBold"/>
                <a:cs typeface="Montserrat SemiBold"/>
              </a:rPr>
              <a:t>340</a:t>
            </a:r>
            <a:endParaRPr sz="2200" dirty="0">
              <a:latin typeface="Montserrat SemiBold"/>
              <a:cs typeface="Montserrat SemiBold"/>
            </a:endParaRPr>
          </a:p>
          <a:p>
            <a:pPr marL="12700" marR="5080">
              <a:lnSpc>
                <a:spcPct val="108900"/>
              </a:lnSpc>
              <a:tabLst>
                <a:tab pos="2402205" algn="l"/>
                <a:tab pos="2617470" algn="l"/>
                <a:tab pos="2655570" algn="l"/>
                <a:tab pos="2870835" algn="l"/>
              </a:tabLst>
            </a:pPr>
            <a:r>
              <a:rPr sz="2200" b="1" spc="-60" dirty="0">
                <a:solidFill>
                  <a:srgbClr val="FFFFFF"/>
                </a:solidFill>
                <a:latin typeface="Montserrat SemiBold"/>
                <a:cs typeface="Montserrat SemiBold"/>
              </a:rPr>
              <a:t>Reston,</a:t>
            </a:r>
            <a:r>
              <a:rPr sz="2200" b="1" spc="-120" dirty="0">
                <a:solidFill>
                  <a:srgbClr val="FFFFFF"/>
                </a:solidFill>
                <a:latin typeface="Montserrat SemiBold"/>
                <a:cs typeface="Montserrat SemiBold"/>
              </a:rPr>
              <a:t> </a:t>
            </a:r>
            <a:r>
              <a:rPr sz="2200" b="1" spc="-65" dirty="0">
                <a:solidFill>
                  <a:srgbClr val="FFFFFF"/>
                </a:solidFill>
                <a:latin typeface="Montserrat SemiBold"/>
                <a:cs typeface="Montserrat SemiBold"/>
              </a:rPr>
              <a:t>VA</a:t>
            </a:r>
            <a:r>
              <a:rPr sz="2200" b="1" spc="-120" dirty="0">
                <a:solidFill>
                  <a:srgbClr val="FFFFFF"/>
                </a:solidFill>
                <a:latin typeface="Montserrat SemiBold"/>
                <a:cs typeface="Montserrat SemiBold"/>
              </a:rPr>
              <a:t> </a:t>
            </a:r>
            <a:r>
              <a:rPr sz="2200" b="1" spc="-55" dirty="0">
                <a:solidFill>
                  <a:srgbClr val="FFFFFF"/>
                </a:solidFill>
                <a:latin typeface="Montserrat SemiBold"/>
                <a:cs typeface="Montserrat SemiBold"/>
              </a:rPr>
              <a:t>20191	</a:t>
            </a:r>
            <a:r>
              <a:rPr sz="2200" b="1" spc="5" dirty="0">
                <a:solidFill>
                  <a:srgbClr val="FFFFFF"/>
                </a:solidFill>
                <a:latin typeface="Montserrat SemiBold"/>
                <a:cs typeface="Montserrat SemiBold"/>
              </a:rPr>
              <a:t>|	</a:t>
            </a:r>
            <a:r>
              <a:rPr sz="2200" b="1" spc="-20" dirty="0">
                <a:solidFill>
                  <a:srgbClr val="FFFFFF"/>
                </a:solidFill>
                <a:latin typeface="Montserrat SemiBold"/>
                <a:cs typeface="Montserrat SemiBold"/>
              </a:rPr>
              <a:t>Office: </a:t>
            </a:r>
            <a:r>
              <a:rPr sz="2200" b="1" spc="-60" dirty="0">
                <a:solidFill>
                  <a:srgbClr val="FFFFFF"/>
                </a:solidFill>
                <a:latin typeface="Montserrat SemiBold"/>
                <a:cs typeface="Montserrat SemiBold"/>
              </a:rPr>
              <a:t>(703) </a:t>
            </a:r>
            <a:r>
              <a:rPr sz="2200" b="1" spc="-65" dirty="0">
                <a:solidFill>
                  <a:srgbClr val="FFFFFF"/>
                </a:solidFill>
                <a:latin typeface="Montserrat SemiBold"/>
                <a:cs typeface="Montserrat SemiBold"/>
              </a:rPr>
              <a:t>391-2800  </a:t>
            </a:r>
            <a:r>
              <a:rPr sz="2200" b="1" spc="-95" dirty="0">
                <a:solidFill>
                  <a:srgbClr val="FFFFFF"/>
                </a:solidFill>
                <a:latin typeface="Montserrat SemiBold"/>
                <a:cs typeface="Montserrat SemiBold"/>
              </a:rPr>
              <a:t>F</a:t>
            </a:r>
            <a:r>
              <a:rPr sz="2200" b="1" spc="-60" dirty="0">
                <a:solidFill>
                  <a:srgbClr val="FFFFFF"/>
                </a:solidFill>
                <a:latin typeface="Montserrat SemiBold"/>
                <a:cs typeface="Montserrat SemiBold"/>
              </a:rPr>
              <a:t>a</a:t>
            </a:r>
            <a:r>
              <a:rPr sz="2200" b="1" spc="-80" dirty="0">
                <a:solidFill>
                  <a:srgbClr val="FFFFFF"/>
                </a:solidFill>
                <a:latin typeface="Montserrat SemiBold"/>
                <a:cs typeface="Montserrat SemiBold"/>
              </a:rPr>
              <a:t>x</a:t>
            </a:r>
            <a:r>
              <a:rPr sz="2200" b="1" dirty="0">
                <a:solidFill>
                  <a:srgbClr val="FFFFFF"/>
                </a:solidFill>
                <a:latin typeface="Montserrat SemiBold"/>
                <a:cs typeface="Montserrat SemiBold"/>
              </a:rPr>
              <a:t>:</a:t>
            </a:r>
            <a:r>
              <a:rPr sz="2200" b="1" spc="-130" dirty="0">
                <a:solidFill>
                  <a:srgbClr val="FFFFFF"/>
                </a:solidFill>
                <a:latin typeface="Montserrat SemiBold"/>
                <a:cs typeface="Montserrat SemiBold"/>
              </a:rPr>
              <a:t> </a:t>
            </a:r>
            <a:r>
              <a:rPr sz="2200" b="1" spc="-65" dirty="0">
                <a:solidFill>
                  <a:srgbClr val="FFFFFF"/>
                </a:solidFill>
                <a:latin typeface="Montserrat SemiBold"/>
                <a:cs typeface="Montserrat SemiBold"/>
              </a:rPr>
              <a:t>(</a:t>
            </a:r>
            <a:r>
              <a:rPr sz="2200" b="1" spc="-105" dirty="0">
                <a:solidFill>
                  <a:srgbClr val="FFFFFF"/>
                </a:solidFill>
                <a:latin typeface="Montserrat SemiBold"/>
                <a:cs typeface="Montserrat SemiBold"/>
              </a:rPr>
              <a:t>7</a:t>
            </a:r>
            <a:r>
              <a:rPr sz="2200" b="1" spc="-80" dirty="0">
                <a:solidFill>
                  <a:srgbClr val="FFFFFF"/>
                </a:solidFill>
                <a:latin typeface="Montserrat SemiBold"/>
                <a:cs typeface="Montserrat SemiBold"/>
              </a:rPr>
              <a:t>0</a:t>
            </a:r>
            <a:r>
              <a:rPr sz="2200" b="1" spc="-60" dirty="0">
                <a:solidFill>
                  <a:srgbClr val="FFFFFF"/>
                </a:solidFill>
                <a:latin typeface="Montserrat SemiBold"/>
                <a:cs typeface="Montserrat SemiBold"/>
              </a:rPr>
              <a:t>3</a:t>
            </a:r>
            <a:r>
              <a:rPr sz="2200" b="1" spc="5" dirty="0">
                <a:solidFill>
                  <a:srgbClr val="FFFFFF"/>
                </a:solidFill>
                <a:latin typeface="Montserrat SemiBold"/>
                <a:cs typeface="Montserrat SemiBold"/>
              </a:rPr>
              <a:t>)</a:t>
            </a:r>
            <a:r>
              <a:rPr sz="2200" b="1" spc="-130" dirty="0">
                <a:solidFill>
                  <a:srgbClr val="FFFFFF"/>
                </a:solidFill>
                <a:latin typeface="Montserrat SemiBold"/>
                <a:cs typeface="Montserrat SemiBold"/>
              </a:rPr>
              <a:t> </a:t>
            </a:r>
            <a:r>
              <a:rPr sz="2200" b="1" spc="-60" dirty="0">
                <a:solidFill>
                  <a:srgbClr val="FFFFFF"/>
                </a:solidFill>
                <a:latin typeface="Montserrat SemiBold"/>
                <a:cs typeface="Montserrat SemiBold"/>
              </a:rPr>
              <a:t>3</a:t>
            </a:r>
            <a:r>
              <a:rPr sz="2200" b="1" spc="-70" dirty="0">
                <a:solidFill>
                  <a:srgbClr val="FFFFFF"/>
                </a:solidFill>
                <a:latin typeface="Montserrat SemiBold"/>
                <a:cs typeface="Montserrat SemiBold"/>
              </a:rPr>
              <a:t>9</a:t>
            </a:r>
            <a:r>
              <a:rPr sz="2200" b="1" spc="-65" dirty="0">
                <a:solidFill>
                  <a:srgbClr val="FFFFFF"/>
                </a:solidFill>
                <a:latin typeface="Montserrat SemiBold"/>
                <a:cs typeface="Montserrat SemiBold"/>
              </a:rPr>
              <a:t>1</a:t>
            </a:r>
            <a:r>
              <a:rPr sz="2200" b="1" spc="-95" dirty="0">
                <a:solidFill>
                  <a:srgbClr val="FFFFFF"/>
                </a:solidFill>
                <a:latin typeface="Montserrat SemiBold"/>
                <a:cs typeface="Montserrat SemiBold"/>
              </a:rPr>
              <a:t>-</a:t>
            </a:r>
            <a:r>
              <a:rPr sz="2200" b="1" spc="-60" dirty="0">
                <a:solidFill>
                  <a:srgbClr val="FFFFFF"/>
                </a:solidFill>
                <a:latin typeface="Montserrat SemiBold"/>
                <a:cs typeface="Montserrat SemiBold"/>
              </a:rPr>
              <a:t>28</a:t>
            </a:r>
            <a:r>
              <a:rPr sz="2200" b="1" spc="-70" dirty="0">
                <a:solidFill>
                  <a:srgbClr val="FFFFFF"/>
                </a:solidFill>
                <a:latin typeface="Montserrat SemiBold"/>
                <a:cs typeface="Montserrat SemiBold"/>
              </a:rPr>
              <a:t>3</a:t>
            </a:r>
            <a:r>
              <a:rPr sz="2200" b="1" spc="10" dirty="0">
                <a:solidFill>
                  <a:srgbClr val="FFFFFF"/>
                </a:solidFill>
                <a:latin typeface="Montserrat SemiBold"/>
                <a:cs typeface="Montserrat SemiBold"/>
              </a:rPr>
              <a:t>3</a:t>
            </a:r>
            <a:r>
              <a:rPr sz="2200" b="1" dirty="0">
                <a:solidFill>
                  <a:srgbClr val="FFFFFF"/>
                </a:solidFill>
                <a:latin typeface="Montserrat SemiBold"/>
                <a:cs typeface="Montserrat SemiBold"/>
              </a:rPr>
              <a:t>		</a:t>
            </a:r>
            <a:r>
              <a:rPr sz="2200" b="1" spc="5" dirty="0">
                <a:solidFill>
                  <a:srgbClr val="FFFFFF"/>
                </a:solidFill>
                <a:latin typeface="Montserrat SemiBold"/>
                <a:cs typeface="Montserrat SemiBold"/>
              </a:rPr>
              <a:t>|</a:t>
            </a:r>
            <a:r>
              <a:rPr sz="2200" b="1" dirty="0">
                <a:solidFill>
                  <a:srgbClr val="FFFFFF"/>
                </a:solidFill>
                <a:latin typeface="Montserrat SemiBold"/>
                <a:cs typeface="Montserrat SemiBold"/>
              </a:rPr>
              <a:t>	</a:t>
            </a:r>
            <a:r>
              <a:rPr sz="2200" b="1" spc="-50" dirty="0">
                <a:solidFill>
                  <a:srgbClr val="FFFFFF"/>
                </a:solidFill>
                <a:latin typeface="Montserrat SemiBold"/>
                <a:cs typeface="Montserrat SemiBold"/>
              </a:rPr>
              <a:t>a</a:t>
            </a:r>
            <a:r>
              <a:rPr sz="2200" b="1" spc="-75" dirty="0">
                <a:solidFill>
                  <a:srgbClr val="FFFFFF"/>
                </a:solidFill>
                <a:latin typeface="Montserrat SemiBold"/>
                <a:cs typeface="Montserrat SemiBold"/>
              </a:rPr>
              <a:t>c</a:t>
            </a:r>
            <a:r>
              <a:rPr sz="2200" b="1" spc="-65" dirty="0">
                <a:solidFill>
                  <a:srgbClr val="FFFFFF"/>
                </a:solidFill>
                <a:latin typeface="Montserrat SemiBold"/>
                <a:cs typeface="Montserrat SemiBold"/>
              </a:rPr>
              <a:t>ein</a:t>
            </a:r>
            <a:r>
              <a:rPr sz="2200" b="1" spc="-80" dirty="0">
                <a:solidFill>
                  <a:srgbClr val="FFFFFF"/>
                </a:solidFill>
                <a:latin typeface="Montserrat SemiBold"/>
                <a:cs typeface="Montserrat SemiBold"/>
              </a:rPr>
              <a:t>f</a:t>
            </a:r>
            <a:r>
              <a:rPr sz="2200" b="1" spc="-65" dirty="0">
                <a:solidFill>
                  <a:srgbClr val="FFFFFF"/>
                </a:solidFill>
                <a:latin typeface="Montserrat SemiBold"/>
                <a:cs typeface="Montserrat SemiBold"/>
              </a:rPr>
              <a:t>osolutions</a:t>
            </a:r>
            <a:r>
              <a:rPr sz="2200" b="1" spc="-90" dirty="0">
                <a:solidFill>
                  <a:srgbClr val="FFFFFF"/>
                </a:solidFill>
                <a:latin typeface="Montserrat SemiBold"/>
                <a:cs typeface="Montserrat SemiBold"/>
              </a:rPr>
              <a:t>.</a:t>
            </a:r>
            <a:r>
              <a:rPr sz="2200" b="1" spc="-75" dirty="0">
                <a:solidFill>
                  <a:srgbClr val="FFFFFF"/>
                </a:solidFill>
                <a:latin typeface="Montserrat SemiBold"/>
                <a:cs typeface="Montserrat SemiBold"/>
              </a:rPr>
              <a:t>c</a:t>
            </a:r>
            <a:r>
              <a:rPr sz="2200" b="1" spc="-55" dirty="0">
                <a:solidFill>
                  <a:srgbClr val="FFFFFF"/>
                </a:solidFill>
                <a:latin typeface="Montserrat SemiBold"/>
                <a:cs typeface="Montserrat SemiBold"/>
              </a:rPr>
              <a:t>om</a:t>
            </a:r>
            <a:endParaRPr sz="2200" dirty="0">
              <a:latin typeface="Montserrat SemiBold"/>
              <a:cs typeface="Montserrat SemiBold"/>
            </a:endParaRPr>
          </a:p>
        </p:txBody>
      </p:sp>
      <p:sp>
        <p:nvSpPr>
          <p:cNvPr id="3" name="object 3"/>
          <p:cNvSpPr/>
          <p:nvPr/>
        </p:nvSpPr>
        <p:spPr>
          <a:xfrm>
            <a:off x="11036797" y="8323726"/>
            <a:ext cx="5360670" cy="0"/>
          </a:xfrm>
          <a:custGeom>
            <a:avLst/>
            <a:gdLst/>
            <a:ahLst/>
            <a:cxnLst/>
            <a:rect l="l" t="t" r="r" b="b"/>
            <a:pathLst>
              <a:path w="5360669">
                <a:moveTo>
                  <a:pt x="0" y="0"/>
                </a:moveTo>
                <a:lnTo>
                  <a:pt x="5360611" y="0"/>
                </a:lnTo>
              </a:path>
            </a:pathLst>
          </a:custGeom>
          <a:ln w="20868">
            <a:solidFill>
              <a:srgbClr val="FFFFFF"/>
            </a:solidFill>
          </a:ln>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47088" y="1157011"/>
            <a:ext cx="17989550" cy="0"/>
          </a:xfrm>
          <a:custGeom>
            <a:avLst/>
            <a:gdLst/>
            <a:ahLst/>
            <a:cxnLst/>
            <a:rect l="l" t="t" r="r" b="b"/>
            <a:pathLst>
              <a:path w="17989550">
                <a:moveTo>
                  <a:pt x="0" y="0"/>
                </a:moveTo>
                <a:lnTo>
                  <a:pt x="17988981" y="0"/>
                </a:lnTo>
              </a:path>
            </a:pathLst>
          </a:custGeom>
          <a:ln w="10429">
            <a:solidFill>
              <a:srgbClr val="939598"/>
            </a:solidFill>
          </a:ln>
        </p:spPr>
        <p:txBody>
          <a:bodyPr wrap="square" lIns="0" tIns="0" rIns="0" bIns="0" rtlCol="0"/>
          <a:lstStyle/>
          <a:p>
            <a:endParaRPr/>
          </a:p>
        </p:txBody>
      </p:sp>
      <p:sp>
        <p:nvSpPr>
          <p:cNvPr id="4" name="object 4"/>
          <p:cNvSpPr txBox="1">
            <a:spLocks noGrp="1"/>
          </p:cNvSpPr>
          <p:nvPr>
            <p:ph type="title" idx="4294967295"/>
          </p:nvPr>
        </p:nvSpPr>
        <p:spPr>
          <a:xfrm>
            <a:off x="1034388" y="347889"/>
            <a:ext cx="18022624" cy="631583"/>
          </a:xfrm>
          <a:prstGeom prst="rect">
            <a:avLst/>
          </a:prstGeom>
        </p:spPr>
        <p:txBody>
          <a:bodyPr vert="horz" wrap="square" lIns="0" tIns="15875" rIns="0" bIns="0" rtlCol="0">
            <a:spAutoFit/>
          </a:bodyPr>
          <a:lstStyle/>
          <a:p>
            <a:pPr marL="12700">
              <a:lnSpc>
                <a:spcPct val="100000"/>
              </a:lnSpc>
              <a:spcBef>
                <a:spcPts val="125"/>
              </a:spcBef>
            </a:pPr>
            <a:r>
              <a:rPr sz="4000" spc="-105" dirty="0">
                <a:solidFill>
                  <a:schemeClr val="accent1">
                    <a:lumMod val="50000"/>
                  </a:schemeClr>
                </a:solidFill>
                <a:latin typeface="Montserrat SemiBold" panose="00000700000000000000" pitchFamily="50" charset="0"/>
              </a:rPr>
              <a:t>Dev</a:t>
            </a:r>
            <a:r>
              <a:rPr lang="en-US" sz="4000" spc="-105" dirty="0">
                <a:solidFill>
                  <a:schemeClr val="accent1">
                    <a:lumMod val="50000"/>
                  </a:schemeClr>
                </a:solidFill>
                <a:latin typeface="Montserrat SemiBold" panose="00000700000000000000" pitchFamily="50" charset="0"/>
              </a:rPr>
              <a:t>Sec</a:t>
            </a:r>
            <a:r>
              <a:rPr sz="4000" spc="-105" dirty="0">
                <a:solidFill>
                  <a:schemeClr val="accent1">
                    <a:lumMod val="50000"/>
                  </a:schemeClr>
                </a:solidFill>
                <a:latin typeface="Montserrat SemiBold" panose="00000700000000000000" pitchFamily="50" charset="0"/>
              </a:rPr>
              <a:t>Ops</a:t>
            </a:r>
            <a:r>
              <a:rPr lang="en-US" sz="4000" spc="-105" dirty="0">
                <a:solidFill>
                  <a:schemeClr val="accent1">
                    <a:lumMod val="50000"/>
                  </a:schemeClr>
                </a:solidFill>
                <a:latin typeface="Montserrat SemiBold" panose="00000700000000000000" pitchFamily="50" charset="0"/>
              </a:rPr>
              <a:t> &amp; Agile</a:t>
            </a:r>
            <a:endParaRPr sz="4000" spc="-105" dirty="0">
              <a:solidFill>
                <a:schemeClr val="accent1">
                  <a:lumMod val="50000"/>
                </a:schemeClr>
              </a:solidFill>
              <a:latin typeface="Montserrat SemiBold" panose="00000700000000000000" pitchFamily="50" charset="0"/>
            </a:endParaRPr>
          </a:p>
        </p:txBody>
      </p:sp>
      <p:sp>
        <p:nvSpPr>
          <p:cNvPr id="325" name="object 5">
            <a:extLst>
              <a:ext uri="{FF2B5EF4-FFF2-40B4-BE49-F238E27FC236}">
                <a16:creationId xmlns:a16="http://schemas.microsoft.com/office/drawing/2014/main" id="{76EE4DB6-6187-4649-A094-12C1C55482E7}"/>
              </a:ext>
            </a:extLst>
          </p:cNvPr>
          <p:cNvSpPr txBox="1"/>
          <p:nvPr/>
        </p:nvSpPr>
        <p:spPr>
          <a:xfrm>
            <a:off x="894636" y="1202639"/>
            <a:ext cx="8220004" cy="9140323"/>
          </a:xfrm>
          <a:prstGeom prst="rect">
            <a:avLst/>
          </a:prstGeom>
          <a:ln>
            <a:noFill/>
          </a:ln>
        </p:spPr>
        <p:txBody>
          <a:bodyPr vert="horz" wrap="square" lIns="0" tIns="179705" rIns="0" bIns="0" rtlCol="0">
            <a:noAutofit/>
          </a:bodyPr>
          <a:lstStyle/>
          <a:p>
            <a:pPr marL="12700">
              <a:spcBef>
                <a:spcPts val="1325"/>
              </a:spcBef>
              <a:buClr>
                <a:srgbClr val="F89635"/>
              </a:buClr>
              <a:tabLst>
                <a:tab pos="389890" algn="l"/>
              </a:tabLst>
            </a:pPr>
            <a:r>
              <a:rPr lang="en-US" sz="2400" b="1" spc="15" dirty="0">
                <a:solidFill>
                  <a:srgbClr val="093E5E"/>
                </a:solidFill>
                <a:latin typeface="Montserrat SemiBold" panose="00000700000000000000" pitchFamily="50" charset="0"/>
              </a:rPr>
              <a:t>DevSecOps methodology ensures that the </a:t>
            </a:r>
            <a:r>
              <a:rPr lang="en-US" sz="2400" b="1" i="1" spc="15" dirty="0">
                <a:solidFill>
                  <a:schemeClr val="accent6">
                    <a:lumMod val="75000"/>
                  </a:schemeClr>
                </a:solidFill>
                <a:latin typeface="Montserrat SemiBold" panose="00000700000000000000" pitchFamily="50" charset="0"/>
              </a:rPr>
              <a:t>Operations</a:t>
            </a:r>
            <a:r>
              <a:rPr lang="en-US" sz="2400" b="1" spc="15" dirty="0">
                <a:solidFill>
                  <a:srgbClr val="093E5E"/>
                </a:solidFill>
                <a:latin typeface="Montserrat SemiBold" panose="00000700000000000000" pitchFamily="50" charset="0"/>
              </a:rPr>
              <a:t> and </a:t>
            </a:r>
            <a:r>
              <a:rPr lang="en-US" sz="2400" b="1" i="1" spc="15" dirty="0">
                <a:solidFill>
                  <a:schemeClr val="accent6">
                    <a:lumMod val="75000"/>
                  </a:schemeClr>
                </a:solidFill>
                <a:latin typeface="Montserrat SemiBold" panose="00000700000000000000" pitchFamily="50" charset="0"/>
              </a:rPr>
              <a:t>Security</a:t>
            </a:r>
            <a:r>
              <a:rPr lang="en-US" sz="2400" b="1" spc="15" dirty="0">
                <a:solidFill>
                  <a:srgbClr val="093E5E"/>
                </a:solidFill>
                <a:latin typeface="Montserrat SemiBold" panose="00000700000000000000" pitchFamily="50" charset="0"/>
              </a:rPr>
              <a:t> teams are continuously engaged with </a:t>
            </a:r>
            <a:r>
              <a:rPr lang="en-US" sz="2400" b="1" i="1" spc="15" dirty="0">
                <a:solidFill>
                  <a:schemeClr val="accent6">
                    <a:lumMod val="75000"/>
                  </a:schemeClr>
                </a:solidFill>
                <a:latin typeface="Montserrat SemiBold" panose="00000700000000000000" pitchFamily="50" charset="0"/>
              </a:rPr>
              <a:t>Development</a:t>
            </a:r>
            <a:r>
              <a:rPr lang="en-US" sz="2400" b="1" spc="15" dirty="0">
                <a:solidFill>
                  <a:srgbClr val="093E5E"/>
                </a:solidFill>
                <a:latin typeface="Montserrat SemiBold" panose="00000700000000000000" pitchFamily="50" charset="0"/>
              </a:rPr>
              <a:t> teams from the very beginning while focusing on Automation, Continuous Integration, Continuous Delivery, Continuous Deployment of smaller increments of a working product.</a:t>
            </a:r>
          </a:p>
          <a:p>
            <a:pPr marL="12700">
              <a:spcBef>
                <a:spcPts val="1325"/>
              </a:spcBef>
              <a:buClr>
                <a:srgbClr val="F89635"/>
              </a:buClr>
              <a:tabLst>
                <a:tab pos="389890" algn="l"/>
              </a:tabLst>
            </a:pPr>
            <a:r>
              <a:rPr lang="en-US" sz="2400" b="1" spc="15" dirty="0">
                <a:solidFill>
                  <a:srgbClr val="093E5E"/>
                </a:solidFill>
                <a:latin typeface="Montserrat SemiBold" panose="00000700000000000000" pitchFamily="50" charset="0"/>
              </a:rPr>
              <a:t>DevSecOps with Agile practices enables the teams to prioritize the work fed into DevSecOps continuous release cycles, enhance team communication &amp; collaboration by providing thorough visibility and transparency of the entire delivery cycle. </a:t>
            </a:r>
          </a:p>
          <a:p>
            <a:pPr marL="12700">
              <a:spcBef>
                <a:spcPts val="1325"/>
              </a:spcBef>
              <a:buClr>
                <a:srgbClr val="F89635"/>
              </a:buClr>
              <a:tabLst>
                <a:tab pos="389890" algn="l"/>
              </a:tabLst>
            </a:pPr>
            <a:r>
              <a:rPr lang="en-US" sz="2400" b="1" spc="15" dirty="0">
                <a:solidFill>
                  <a:srgbClr val="093E5E"/>
                </a:solidFill>
                <a:latin typeface="Montserrat SemiBold" panose="00000700000000000000" pitchFamily="50" charset="0"/>
              </a:rPr>
              <a:t>Using DevSecOps teams can rapidly deliver Application, Infrastructure as Code (</a:t>
            </a:r>
            <a:r>
              <a:rPr lang="en-US" sz="2400" b="1" spc="15" dirty="0" err="1">
                <a:solidFill>
                  <a:srgbClr val="093E5E"/>
                </a:solidFill>
                <a:latin typeface="Montserrat SemiBold" panose="00000700000000000000" pitchFamily="50" charset="0"/>
              </a:rPr>
              <a:t>IaC</a:t>
            </a:r>
            <a:r>
              <a:rPr lang="en-US" sz="2400" b="1" spc="15" dirty="0">
                <a:solidFill>
                  <a:srgbClr val="093E5E"/>
                </a:solidFill>
                <a:latin typeface="Montserrat SemiBold" panose="00000700000000000000" pitchFamily="50" charset="0"/>
              </a:rPr>
              <a:t>) and Security as Code (</a:t>
            </a:r>
            <a:r>
              <a:rPr lang="en-US" sz="2400" b="1" spc="15" dirty="0" err="1">
                <a:solidFill>
                  <a:srgbClr val="093E5E"/>
                </a:solidFill>
                <a:latin typeface="Montserrat SemiBold" panose="00000700000000000000" pitchFamily="50" charset="0"/>
              </a:rPr>
              <a:t>SaC</a:t>
            </a:r>
            <a:r>
              <a:rPr lang="en-US" sz="2400" b="1" spc="15" dirty="0">
                <a:solidFill>
                  <a:srgbClr val="093E5E"/>
                </a:solidFill>
                <a:latin typeface="Montserrat SemiBold" panose="00000700000000000000" pitchFamily="50" charset="0"/>
              </a:rPr>
              <a:t>) through automation and use continuous integration and continuous delivery (CI/CD) and release software quickly. </a:t>
            </a:r>
          </a:p>
          <a:p>
            <a:pPr marL="927100" lvl="1"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Improve delivery of projects</a:t>
            </a:r>
          </a:p>
          <a:p>
            <a:pPr marL="927100" lvl="1"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Better manage outages &amp; compliance</a:t>
            </a:r>
          </a:p>
          <a:p>
            <a:pPr marL="927100" lvl="1"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Limit work-in-progress (WIP)</a:t>
            </a:r>
          </a:p>
          <a:p>
            <a:pPr marL="12700">
              <a:spcBef>
                <a:spcPts val="1325"/>
              </a:spcBef>
              <a:buClr>
                <a:srgbClr val="F89635"/>
              </a:buClr>
              <a:tabLst>
                <a:tab pos="389890" algn="l"/>
              </a:tabLst>
            </a:pPr>
            <a:endParaRPr lang="en-US" sz="2400" b="1" spc="15" dirty="0">
              <a:solidFill>
                <a:srgbClr val="093E5E"/>
              </a:solidFill>
              <a:latin typeface="Montserrat SemiBold" panose="00000700000000000000" pitchFamily="50" charset="0"/>
            </a:endParaRPr>
          </a:p>
        </p:txBody>
      </p:sp>
      <p:sp>
        <p:nvSpPr>
          <p:cNvPr id="326" name="object 8">
            <a:extLst>
              <a:ext uri="{FF2B5EF4-FFF2-40B4-BE49-F238E27FC236}">
                <a16:creationId xmlns:a16="http://schemas.microsoft.com/office/drawing/2014/main" id="{7E9DE137-8B47-490D-91F7-E9354D9C67CD}"/>
              </a:ext>
            </a:extLst>
          </p:cNvPr>
          <p:cNvSpPr/>
          <p:nvPr/>
        </p:nvSpPr>
        <p:spPr>
          <a:xfrm>
            <a:off x="17997703" y="2738623"/>
            <a:ext cx="210820" cy="0"/>
          </a:xfrm>
          <a:custGeom>
            <a:avLst/>
            <a:gdLst/>
            <a:ahLst/>
            <a:cxnLst/>
            <a:rect l="l" t="t" r="r" b="b"/>
            <a:pathLst>
              <a:path w="210819">
                <a:moveTo>
                  <a:pt x="0" y="0"/>
                </a:moveTo>
                <a:lnTo>
                  <a:pt x="210506" y="0"/>
                </a:lnTo>
              </a:path>
            </a:pathLst>
          </a:custGeom>
          <a:ln w="30522">
            <a:solidFill>
              <a:srgbClr val="005E95"/>
            </a:solidFill>
          </a:ln>
        </p:spPr>
        <p:txBody>
          <a:bodyPr wrap="square" lIns="0" tIns="0" rIns="0" bIns="0" rtlCol="0"/>
          <a:lstStyle/>
          <a:p>
            <a:endParaRPr/>
          </a:p>
        </p:txBody>
      </p:sp>
      <p:sp>
        <p:nvSpPr>
          <p:cNvPr id="327" name="object 9">
            <a:extLst>
              <a:ext uri="{FF2B5EF4-FFF2-40B4-BE49-F238E27FC236}">
                <a16:creationId xmlns:a16="http://schemas.microsoft.com/office/drawing/2014/main" id="{393B34B1-94E1-49C0-9D09-A48FF4A503F4}"/>
              </a:ext>
            </a:extLst>
          </p:cNvPr>
          <p:cNvSpPr/>
          <p:nvPr/>
        </p:nvSpPr>
        <p:spPr>
          <a:xfrm>
            <a:off x="18198288" y="2664481"/>
            <a:ext cx="74295" cy="148590"/>
          </a:xfrm>
          <a:custGeom>
            <a:avLst/>
            <a:gdLst/>
            <a:ahLst/>
            <a:cxnLst/>
            <a:rect l="l" t="t" r="r" b="b"/>
            <a:pathLst>
              <a:path w="74294" h="148589">
                <a:moveTo>
                  <a:pt x="0" y="0"/>
                </a:moveTo>
                <a:lnTo>
                  <a:pt x="0" y="148299"/>
                </a:lnTo>
                <a:lnTo>
                  <a:pt x="74081" y="74154"/>
                </a:lnTo>
                <a:lnTo>
                  <a:pt x="0" y="0"/>
                </a:lnTo>
                <a:close/>
              </a:path>
            </a:pathLst>
          </a:custGeom>
          <a:solidFill>
            <a:srgbClr val="005E95"/>
          </a:solidFill>
        </p:spPr>
        <p:txBody>
          <a:bodyPr wrap="square" lIns="0" tIns="0" rIns="0" bIns="0" rtlCol="0"/>
          <a:lstStyle/>
          <a:p>
            <a:endParaRPr/>
          </a:p>
        </p:txBody>
      </p:sp>
      <p:sp>
        <p:nvSpPr>
          <p:cNvPr id="328" name="object 10">
            <a:extLst>
              <a:ext uri="{FF2B5EF4-FFF2-40B4-BE49-F238E27FC236}">
                <a16:creationId xmlns:a16="http://schemas.microsoft.com/office/drawing/2014/main" id="{D5972B8D-AB1A-456F-8984-DCC675409B67}"/>
              </a:ext>
            </a:extLst>
          </p:cNvPr>
          <p:cNvSpPr/>
          <p:nvPr/>
        </p:nvSpPr>
        <p:spPr>
          <a:xfrm>
            <a:off x="10207763" y="2738623"/>
            <a:ext cx="210820" cy="0"/>
          </a:xfrm>
          <a:custGeom>
            <a:avLst/>
            <a:gdLst/>
            <a:ahLst/>
            <a:cxnLst/>
            <a:rect l="l" t="t" r="r" b="b"/>
            <a:pathLst>
              <a:path w="210820">
                <a:moveTo>
                  <a:pt x="0" y="0"/>
                </a:moveTo>
                <a:lnTo>
                  <a:pt x="210485" y="0"/>
                </a:lnTo>
              </a:path>
            </a:pathLst>
          </a:custGeom>
          <a:ln w="30522">
            <a:solidFill>
              <a:srgbClr val="005E95"/>
            </a:solidFill>
          </a:ln>
        </p:spPr>
        <p:txBody>
          <a:bodyPr wrap="square" lIns="0" tIns="0" rIns="0" bIns="0" rtlCol="0"/>
          <a:lstStyle/>
          <a:p>
            <a:endParaRPr/>
          </a:p>
        </p:txBody>
      </p:sp>
      <p:sp>
        <p:nvSpPr>
          <p:cNvPr id="329" name="object 11">
            <a:extLst>
              <a:ext uri="{FF2B5EF4-FFF2-40B4-BE49-F238E27FC236}">
                <a16:creationId xmlns:a16="http://schemas.microsoft.com/office/drawing/2014/main" id="{BB37C894-3973-4606-A369-1E21BC2AD79A}"/>
              </a:ext>
            </a:extLst>
          </p:cNvPr>
          <p:cNvSpPr/>
          <p:nvPr/>
        </p:nvSpPr>
        <p:spPr>
          <a:xfrm>
            <a:off x="10408307" y="2664481"/>
            <a:ext cx="74295" cy="148590"/>
          </a:xfrm>
          <a:custGeom>
            <a:avLst/>
            <a:gdLst/>
            <a:ahLst/>
            <a:cxnLst/>
            <a:rect l="l" t="t" r="r" b="b"/>
            <a:pathLst>
              <a:path w="74295" h="148589">
                <a:moveTo>
                  <a:pt x="0" y="0"/>
                </a:moveTo>
                <a:lnTo>
                  <a:pt x="0" y="148299"/>
                </a:lnTo>
                <a:lnTo>
                  <a:pt x="74133" y="74154"/>
                </a:lnTo>
                <a:lnTo>
                  <a:pt x="0" y="0"/>
                </a:lnTo>
                <a:close/>
              </a:path>
            </a:pathLst>
          </a:custGeom>
          <a:solidFill>
            <a:srgbClr val="005E95"/>
          </a:solidFill>
        </p:spPr>
        <p:txBody>
          <a:bodyPr wrap="square" lIns="0" tIns="0" rIns="0" bIns="0" rtlCol="0"/>
          <a:lstStyle/>
          <a:p>
            <a:endParaRPr/>
          </a:p>
        </p:txBody>
      </p:sp>
      <p:sp>
        <p:nvSpPr>
          <p:cNvPr id="330" name="object 12">
            <a:extLst>
              <a:ext uri="{FF2B5EF4-FFF2-40B4-BE49-F238E27FC236}">
                <a16:creationId xmlns:a16="http://schemas.microsoft.com/office/drawing/2014/main" id="{14E124CB-D79D-4F79-9357-169BCDF3FE9B}"/>
              </a:ext>
            </a:extLst>
          </p:cNvPr>
          <p:cNvSpPr/>
          <p:nvPr/>
        </p:nvSpPr>
        <p:spPr>
          <a:xfrm>
            <a:off x="11603950" y="2738623"/>
            <a:ext cx="210820" cy="0"/>
          </a:xfrm>
          <a:custGeom>
            <a:avLst/>
            <a:gdLst/>
            <a:ahLst/>
            <a:cxnLst/>
            <a:rect l="l" t="t" r="r" b="b"/>
            <a:pathLst>
              <a:path w="210820">
                <a:moveTo>
                  <a:pt x="0" y="0"/>
                </a:moveTo>
                <a:lnTo>
                  <a:pt x="210475" y="0"/>
                </a:lnTo>
              </a:path>
            </a:pathLst>
          </a:custGeom>
          <a:ln w="30522">
            <a:solidFill>
              <a:srgbClr val="005E95"/>
            </a:solidFill>
          </a:ln>
        </p:spPr>
        <p:txBody>
          <a:bodyPr wrap="square" lIns="0" tIns="0" rIns="0" bIns="0" rtlCol="0"/>
          <a:lstStyle/>
          <a:p>
            <a:endParaRPr/>
          </a:p>
        </p:txBody>
      </p:sp>
      <p:sp>
        <p:nvSpPr>
          <p:cNvPr id="331" name="object 13">
            <a:extLst>
              <a:ext uri="{FF2B5EF4-FFF2-40B4-BE49-F238E27FC236}">
                <a16:creationId xmlns:a16="http://schemas.microsoft.com/office/drawing/2014/main" id="{2CEC994E-0FF0-4E84-8AE5-0D290EF6C4FE}"/>
              </a:ext>
            </a:extLst>
          </p:cNvPr>
          <p:cNvSpPr/>
          <p:nvPr/>
        </p:nvSpPr>
        <p:spPr>
          <a:xfrm>
            <a:off x="11804485" y="2664481"/>
            <a:ext cx="74295" cy="148590"/>
          </a:xfrm>
          <a:custGeom>
            <a:avLst/>
            <a:gdLst/>
            <a:ahLst/>
            <a:cxnLst/>
            <a:rect l="l" t="t" r="r" b="b"/>
            <a:pathLst>
              <a:path w="74295" h="148589">
                <a:moveTo>
                  <a:pt x="0" y="0"/>
                </a:moveTo>
                <a:lnTo>
                  <a:pt x="0" y="148299"/>
                </a:lnTo>
                <a:lnTo>
                  <a:pt x="74133" y="74154"/>
                </a:lnTo>
                <a:lnTo>
                  <a:pt x="0" y="0"/>
                </a:lnTo>
                <a:close/>
              </a:path>
            </a:pathLst>
          </a:custGeom>
          <a:solidFill>
            <a:srgbClr val="005E95"/>
          </a:solidFill>
        </p:spPr>
        <p:txBody>
          <a:bodyPr wrap="square" lIns="0" tIns="0" rIns="0" bIns="0" rtlCol="0"/>
          <a:lstStyle/>
          <a:p>
            <a:endParaRPr/>
          </a:p>
        </p:txBody>
      </p:sp>
      <p:sp>
        <p:nvSpPr>
          <p:cNvPr id="332" name="object 14">
            <a:extLst>
              <a:ext uri="{FF2B5EF4-FFF2-40B4-BE49-F238E27FC236}">
                <a16:creationId xmlns:a16="http://schemas.microsoft.com/office/drawing/2014/main" id="{96A40034-30D9-4764-99BF-5B6527E4C7AC}"/>
              </a:ext>
            </a:extLst>
          </p:cNvPr>
          <p:cNvSpPr/>
          <p:nvPr/>
        </p:nvSpPr>
        <p:spPr>
          <a:xfrm>
            <a:off x="13099392" y="2738623"/>
            <a:ext cx="210820" cy="0"/>
          </a:xfrm>
          <a:custGeom>
            <a:avLst/>
            <a:gdLst/>
            <a:ahLst/>
            <a:cxnLst/>
            <a:rect l="l" t="t" r="r" b="b"/>
            <a:pathLst>
              <a:path w="210820">
                <a:moveTo>
                  <a:pt x="0" y="0"/>
                </a:moveTo>
                <a:lnTo>
                  <a:pt x="210475" y="0"/>
                </a:lnTo>
              </a:path>
            </a:pathLst>
          </a:custGeom>
          <a:ln w="30522">
            <a:solidFill>
              <a:srgbClr val="005E95"/>
            </a:solidFill>
          </a:ln>
        </p:spPr>
        <p:txBody>
          <a:bodyPr wrap="square" lIns="0" tIns="0" rIns="0" bIns="0" rtlCol="0"/>
          <a:lstStyle/>
          <a:p>
            <a:endParaRPr/>
          </a:p>
        </p:txBody>
      </p:sp>
      <p:sp>
        <p:nvSpPr>
          <p:cNvPr id="333" name="object 15">
            <a:extLst>
              <a:ext uri="{FF2B5EF4-FFF2-40B4-BE49-F238E27FC236}">
                <a16:creationId xmlns:a16="http://schemas.microsoft.com/office/drawing/2014/main" id="{D7D29E26-855B-4AA6-BF2E-D9280E8B48B3}"/>
              </a:ext>
            </a:extLst>
          </p:cNvPr>
          <p:cNvSpPr/>
          <p:nvPr/>
        </p:nvSpPr>
        <p:spPr>
          <a:xfrm>
            <a:off x="13299926" y="2664481"/>
            <a:ext cx="74295" cy="148590"/>
          </a:xfrm>
          <a:custGeom>
            <a:avLst/>
            <a:gdLst/>
            <a:ahLst/>
            <a:cxnLst/>
            <a:rect l="l" t="t" r="r" b="b"/>
            <a:pathLst>
              <a:path w="74295" h="148589">
                <a:moveTo>
                  <a:pt x="0" y="0"/>
                </a:moveTo>
                <a:lnTo>
                  <a:pt x="0" y="148299"/>
                </a:lnTo>
                <a:lnTo>
                  <a:pt x="74133" y="74154"/>
                </a:lnTo>
                <a:lnTo>
                  <a:pt x="0" y="0"/>
                </a:lnTo>
                <a:close/>
              </a:path>
            </a:pathLst>
          </a:custGeom>
          <a:solidFill>
            <a:srgbClr val="005E95"/>
          </a:solidFill>
        </p:spPr>
        <p:txBody>
          <a:bodyPr wrap="square" lIns="0" tIns="0" rIns="0" bIns="0" rtlCol="0"/>
          <a:lstStyle/>
          <a:p>
            <a:endParaRPr/>
          </a:p>
        </p:txBody>
      </p:sp>
      <p:sp>
        <p:nvSpPr>
          <p:cNvPr id="334" name="object 16">
            <a:extLst>
              <a:ext uri="{FF2B5EF4-FFF2-40B4-BE49-F238E27FC236}">
                <a16:creationId xmlns:a16="http://schemas.microsoft.com/office/drawing/2014/main" id="{5E95AF1A-7128-4048-B157-D3D092DBE734}"/>
              </a:ext>
            </a:extLst>
          </p:cNvPr>
          <p:cNvSpPr/>
          <p:nvPr/>
        </p:nvSpPr>
        <p:spPr>
          <a:xfrm>
            <a:off x="17871508" y="4698442"/>
            <a:ext cx="113030" cy="127635"/>
          </a:xfrm>
          <a:custGeom>
            <a:avLst/>
            <a:gdLst/>
            <a:ahLst/>
            <a:cxnLst/>
            <a:rect l="l" t="t" r="r" b="b"/>
            <a:pathLst>
              <a:path w="113030" h="127635">
                <a:moveTo>
                  <a:pt x="55233" y="0"/>
                </a:moveTo>
                <a:lnTo>
                  <a:pt x="0" y="0"/>
                </a:lnTo>
                <a:lnTo>
                  <a:pt x="0" y="127577"/>
                </a:lnTo>
                <a:lnTo>
                  <a:pt x="29517" y="127577"/>
                </a:lnTo>
                <a:lnTo>
                  <a:pt x="29517" y="92039"/>
                </a:lnTo>
                <a:lnTo>
                  <a:pt x="88204" y="92039"/>
                </a:lnTo>
                <a:lnTo>
                  <a:pt x="84384" y="86562"/>
                </a:lnTo>
                <a:lnTo>
                  <a:pt x="92772" y="82929"/>
                </a:lnTo>
                <a:lnTo>
                  <a:pt x="99263" y="77673"/>
                </a:lnTo>
                <a:lnTo>
                  <a:pt x="103839" y="70804"/>
                </a:lnTo>
                <a:lnTo>
                  <a:pt x="105087" y="68531"/>
                </a:lnTo>
                <a:lnTo>
                  <a:pt x="29517" y="68531"/>
                </a:lnTo>
                <a:lnTo>
                  <a:pt x="29517" y="24051"/>
                </a:lnTo>
                <a:lnTo>
                  <a:pt x="105196" y="24051"/>
                </a:lnTo>
                <a:lnTo>
                  <a:pt x="103913" y="21685"/>
                </a:lnTo>
                <a:lnTo>
                  <a:pt x="71072" y="1413"/>
                </a:lnTo>
                <a:lnTo>
                  <a:pt x="63427" y="353"/>
                </a:lnTo>
                <a:lnTo>
                  <a:pt x="55233" y="0"/>
                </a:lnTo>
                <a:close/>
              </a:path>
              <a:path w="113030" h="127635">
                <a:moveTo>
                  <a:pt x="88204" y="92039"/>
                </a:moveTo>
                <a:lnTo>
                  <a:pt x="56689" y="92039"/>
                </a:lnTo>
                <a:lnTo>
                  <a:pt x="81327" y="127577"/>
                </a:lnTo>
                <a:lnTo>
                  <a:pt x="112991" y="127577"/>
                </a:lnTo>
                <a:lnTo>
                  <a:pt x="88204" y="92039"/>
                </a:lnTo>
                <a:close/>
              </a:path>
              <a:path w="113030" h="127635">
                <a:moveTo>
                  <a:pt x="105196" y="24051"/>
                </a:moveTo>
                <a:lnTo>
                  <a:pt x="62479" y="24051"/>
                </a:lnTo>
                <a:lnTo>
                  <a:pt x="69202" y="25967"/>
                </a:lnTo>
                <a:lnTo>
                  <a:pt x="73851" y="29800"/>
                </a:lnTo>
                <a:lnTo>
                  <a:pt x="78426" y="33622"/>
                </a:lnTo>
                <a:lnTo>
                  <a:pt x="80793" y="39119"/>
                </a:lnTo>
                <a:lnTo>
                  <a:pt x="80793" y="53338"/>
                </a:lnTo>
                <a:lnTo>
                  <a:pt x="78426" y="58804"/>
                </a:lnTo>
                <a:lnTo>
                  <a:pt x="73851" y="62699"/>
                </a:lnTo>
                <a:lnTo>
                  <a:pt x="69202" y="66584"/>
                </a:lnTo>
                <a:lnTo>
                  <a:pt x="62479" y="68531"/>
                </a:lnTo>
                <a:lnTo>
                  <a:pt x="105087" y="68531"/>
                </a:lnTo>
                <a:lnTo>
                  <a:pt x="106799" y="65413"/>
                </a:lnTo>
                <a:lnTo>
                  <a:pt x="108920" y="59529"/>
                </a:lnTo>
                <a:lnTo>
                  <a:pt x="110197" y="53155"/>
                </a:lnTo>
                <a:lnTo>
                  <a:pt x="110624" y="46291"/>
                </a:lnTo>
                <a:lnTo>
                  <a:pt x="110209" y="39424"/>
                </a:lnTo>
                <a:lnTo>
                  <a:pt x="108957" y="33034"/>
                </a:lnTo>
                <a:lnTo>
                  <a:pt x="106861" y="27121"/>
                </a:lnTo>
                <a:lnTo>
                  <a:pt x="105196" y="24051"/>
                </a:lnTo>
                <a:close/>
              </a:path>
            </a:pathLst>
          </a:custGeom>
          <a:solidFill>
            <a:srgbClr val="58595B"/>
          </a:solidFill>
        </p:spPr>
        <p:txBody>
          <a:bodyPr wrap="square" lIns="0" tIns="0" rIns="0" bIns="0" rtlCol="0"/>
          <a:lstStyle/>
          <a:p>
            <a:endParaRPr/>
          </a:p>
        </p:txBody>
      </p:sp>
      <p:sp>
        <p:nvSpPr>
          <p:cNvPr id="335" name="object 17">
            <a:extLst>
              <a:ext uri="{FF2B5EF4-FFF2-40B4-BE49-F238E27FC236}">
                <a16:creationId xmlns:a16="http://schemas.microsoft.com/office/drawing/2014/main" id="{D27C4AD2-CD02-4A82-B91B-058A77D7832B}"/>
              </a:ext>
            </a:extLst>
          </p:cNvPr>
          <p:cNvSpPr/>
          <p:nvPr/>
        </p:nvSpPr>
        <p:spPr>
          <a:xfrm>
            <a:off x="17994347" y="4726506"/>
            <a:ext cx="103505" cy="101600"/>
          </a:xfrm>
          <a:custGeom>
            <a:avLst/>
            <a:gdLst/>
            <a:ahLst/>
            <a:cxnLst/>
            <a:rect l="l" t="t" r="r" b="b"/>
            <a:pathLst>
              <a:path w="103505" h="101600">
                <a:moveTo>
                  <a:pt x="52333" y="0"/>
                </a:moveTo>
                <a:lnTo>
                  <a:pt x="14989" y="14223"/>
                </a:lnTo>
                <a:lnTo>
                  <a:pt x="0" y="50490"/>
                </a:lnTo>
                <a:lnTo>
                  <a:pt x="439" y="57585"/>
                </a:lnTo>
                <a:lnTo>
                  <a:pt x="20631" y="90956"/>
                </a:lnTo>
                <a:lnTo>
                  <a:pt x="55998" y="100981"/>
                </a:lnTo>
                <a:lnTo>
                  <a:pt x="68487" y="99989"/>
                </a:lnTo>
                <a:lnTo>
                  <a:pt x="79394" y="97015"/>
                </a:lnTo>
                <a:lnTo>
                  <a:pt x="88712" y="92058"/>
                </a:lnTo>
                <a:lnTo>
                  <a:pt x="96436" y="85117"/>
                </a:lnTo>
                <a:lnTo>
                  <a:pt x="90063" y="78196"/>
                </a:lnTo>
                <a:lnTo>
                  <a:pt x="49286" y="78196"/>
                </a:lnTo>
                <a:lnTo>
                  <a:pt x="43108" y="76426"/>
                </a:lnTo>
                <a:lnTo>
                  <a:pt x="33108" y="69380"/>
                </a:lnTo>
                <a:lnTo>
                  <a:pt x="29978" y="64584"/>
                </a:lnTo>
                <a:lnTo>
                  <a:pt x="28606" y="58500"/>
                </a:lnTo>
                <a:lnTo>
                  <a:pt x="102845" y="58500"/>
                </a:lnTo>
                <a:lnTo>
                  <a:pt x="103148" y="53767"/>
                </a:lnTo>
                <a:lnTo>
                  <a:pt x="103379" y="51213"/>
                </a:lnTo>
                <a:lnTo>
                  <a:pt x="103358" y="50490"/>
                </a:lnTo>
                <a:lnTo>
                  <a:pt x="102964" y="43435"/>
                </a:lnTo>
                <a:lnTo>
                  <a:pt x="102694" y="41925"/>
                </a:lnTo>
                <a:lnTo>
                  <a:pt x="28302" y="41925"/>
                </a:lnTo>
                <a:lnTo>
                  <a:pt x="29213" y="35611"/>
                </a:lnTo>
                <a:lnTo>
                  <a:pt x="31883" y="30627"/>
                </a:lnTo>
                <a:lnTo>
                  <a:pt x="36313" y="26983"/>
                </a:lnTo>
                <a:lnTo>
                  <a:pt x="40658" y="23329"/>
                </a:lnTo>
                <a:lnTo>
                  <a:pt x="46082" y="21517"/>
                </a:lnTo>
                <a:lnTo>
                  <a:pt x="95086" y="21517"/>
                </a:lnTo>
                <a:lnTo>
                  <a:pt x="93063" y="18521"/>
                </a:lnTo>
                <a:lnTo>
                  <a:pt x="59371" y="388"/>
                </a:lnTo>
                <a:lnTo>
                  <a:pt x="52333" y="0"/>
                </a:lnTo>
                <a:close/>
              </a:path>
              <a:path w="103505" h="101600">
                <a:moveTo>
                  <a:pt x="81327" y="68709"/>
                </a:moveTo>
                <a:lnTo>
                  <a:pt x="77892" y="71987"/>
                </a:lnTo>
                <a:lnTo>
                  <a:pt x="74238" y="74406"/>
                </a:lnTo>
                <a:lnTo>
                  <a:pt x="66301" y="77432"/>
                </a:lnTo>
                <a:lnTo>
                  <a:pt x="61799" y="78196"/>
                </a:lnTo>
                <a:lnTo>
                  <a:pt x="90063" y="78196"/>
                </a:lnTo>
                <a:lnTo>
                  <a:pt x="81327" y="68709"/>
                </a:lnTo>
                <a:close/>
              </a:path>
              <a:path w="103505" h="101600">
                <a:moveTo>
                  <a:pt x="95086" y="21517"/>
                </a:moveTo>
                <a:lnTo>
                  <a:pt x="58825" y="21517"/>
                </a:lnTo>
                <a:lnTo>
                  <a:pt x="64165" y="23371"/>
                </a:lnTo>
                <a:lnTo>
                  <a:pt x="68584" y="27067"/>
                </a:lnTo>
                <a:lnTo>
                  <a:pt x="72940" y="30773"/>
                </a:lnTo>
                <a:lnTo>
                  <a:pt x="75610" y="35726"/>
                </a:lnTo>
                <a:lnTo>
                  <a:pt x="76594" y="41925"/>
                </a:lnTo>
                <a:lnTo>
                  <a:pt x="102694" y="41925"/>
                </a:lnTo>
                <a:lnTo>
                  <a:pt x="101720" y="36481"/>
                </a:lnTo>
                <a:lnTo>
                  <a:pt x="99646" y="29993"/>
                </a:lnTo>
                <a:lnTo>
                  <a:pt x="96740" y="23967"/>
                </a:lnTo>
                <a:lnTo>
                  <a:pt x="95086" y="21517"/>
                </a:lnTo>
                <a:close/>
              </a:path>
            </a:pathLst>
          </a:custGeom>
          <a:solidFill>
            <a:srgbClr val="58595B"/>
          </a:solidFill>
        </p:spPr>
        <p:txBody>
          <a:bodyPr wrap="square" lIns="0" tIns="0" rIns="0" bIns="0" rtlCol="0"/>
          <a:lstStyle/>
          <a:p>
            <a:endParaRPr/>
          </a:p>
        </p:txBody>
      </p:sp>
      <p:sp>
        <p:nvSpPr>
          <p:cNvPr id="336" name="object 18">
            <a:extLst>
              <a:ext uri="{FF2B5EF4-FFF2-40B4-BE49-F238E27FC236}">
                <a16:creationId xmlns:a16="http://schemas.microsoft.com/office/drawing/2014/main" id="{65CED5D8-739A-4807-92BD-9BF63C13FCED}"/>
              </a:ext>
            </a:extLst>
          </p:cNvPr>
          <p:cNvSpPr/>
          <p:nvPr/>
        </p:nvSpPr>
        <p:spPr>
          <a:xfrm>
            <a:off x="18129051" y="4690789"/>
            <a:ext cx="0" cy="135255"/>
          </a:xfrm>
          <a:custGeom>
            <a:avLst/>
            <a:gdLst/>
            <a:ahLst/>
            <a:cxnLst/>
            <a:rect l="l" t="t" r="r" b="b"/>
            <a:pathLst>
              <a:path h="135254">
                <a:moveTo>
                  <a:pt x="0" y="0"/>
                </a:moveTo>
                <a:lnTo>
                  <a:pt x="0" y="135231"/>
                </a:lnTo>
              </a:path>
            </a:pathLst>
          </a:custGeom>
          <a:ln w="28459">
            <a:solidFill>
              <a:srgbClr val="58595B"/>
            </a:solidFill>
          </a:ln>
        </p:spPr>
        <p:txBody>
          <a:bodyPr wrap="square" lIns="0" tIns="0" rIns="0" bIns="0" rtlCol="0"/>
          <a:lstStyle/>
          <a:p>
            <a:endParaRPr/>
          </a:p>
        </p:txBody>
      </p:sp>
      <p:sp>
        <p:nvSpPr>
          <p:cNvPr id="337" name="object 19">
            <a:extLst>
              <a:ext uri="{FF2B5EF4-FFF2-40B4-BE49-F238E27FC236}">
                <a16:creationId xmlns:a16="http://schemas.microsoft.com/office/drawing/2014/main" id="{CF9B4867-91AF-4E7D-AA2B-4433070B4552}"/>
              </a:ext>
            </a:extLst>
          </p:cNvPr>
          <p:cNvSpPr/>
          <p:nvPr/>
        </p:nvSpPr>
        <p:spPr>
          <a:xfrm>
            <a:off x="18160599" y="4726506"/>
            <a:ext cx="103505" cy="101600"/>
          </a:xfrm>
          <a:custGeom>
            <a:avLst/>
            <a:gdLst/>
            <a:ahLst/>
            <a:cxnLst/>
            <a:rect l="l" t="t" r="r" b="b"/>
            <a:pathLst>
              <a:path w="103505" h="101600">
                <a:moveTo>
                  <a:pt x="52260" y="0"/>
                </a:moveTo>
                <a:lnTo>
                  <a:pt x="14915" y="14223"/>
                </a:lnTo>
                <a:lnTo>
                  <a:pt x="0" y="50490"/>
                </a:lnTo>
                <a:lnTo>
                  <a:pt x="429" y="57585"/>
                </a:lnTo>
                <a:lnTo>
                  <a:pt x="20590" y="90956"/>
                </a:lnTo>
                <a:lnTo>
                  <a:pt x="55924" y="100981"/>
                </a:lnTo>
                <a:lnTo>
                  <a:pt x="68446" y="99989"/>
                </a:lnTo>
                <a:lnTo>
                  <a:pt x="79357" y="97015"/>
                </a:lnTo>
                <a:lnTo>
                  <a:pt x="88680" y="92058"/>
                </a:lnTo>
                <a:lnTo>
                  <a:pt x="96436" y="85117"/>
                </a:lnTo>
                <a:lnTo>
                  <a:pt x="90032" y="78196"/>
                </a:lnTo>
                <a:lnTo>
                  <a:pt x="49286" y="78196"/>
                </a:lnTo>
                <a:lnTo>
                  <a:pt x="43024" y="76426"/>
                </a:lnTo>
                <a:lnTo>
                  <a:pt x="33108" y="69380"/>
                </a:lnTo>
                <a:lnTo>
                  <a:pt x="29904" y="64584"/>
                </a:lnTo>
                <a:lnTo>
                  <a:pt x="28606" y="58500"/>
                </a:lnTo>
                <a:lnTo>
                  <a:pt x="102771" y="58500"/>
                </a:lnTo>
                <a:lnTo>
                  <a:pt x="103148" y="53767"/>
                </a:lnTo>
                <a:lnTo>
                  <a:pt x="103305" y="51213"/>
                </a:lnTo>
                <a:lnTo>
                  <a:pt x="103285" y="50490"/>
                </a:lnTo>
                <a:lnTo>
                  <a:pt x="102891" y="43435"/>
                </a:lnTo>
                <a:lnTo>
                  <a:pt x="102621" y="41925"/>
                </a:lnTo>
                <a:lnTo>
                  <a:pt x="28229" y="41925"/>
                </a:lnTo>
                <a:lnTo>
                  <a:pt x="29213" y="35611"/>
                </a:lnTo>
                <a:lnTo>
                  <a:pt x="31894" y="30627"/>
                </a:lnTo>
                <a:lnTo>
                  <a:pt x="36239" y="26983"/>
                </a:lnTo>
                <a:lnTo>
                  <a:pt x="40658" y="23329"/>
                </a:lnTo>
                <a:lnTo>
                  <a:pt x="45998" y="21517"/>
                </a:lnTo>
                <a:lnTo>
                  <a:pt x="95032" y="21517"/>
                </a:lnTo>
                <a:lnTo>
                  <a:pt x="93032" y="18521"/>
                </a:lnTo>
                <a:lnTo>
                  <a:pt x="59298" y="388"/>
                </a:lnTo>
                <a:lnTo>
                  <a:pt x="52260" y="0"/>
                </a:lnTo>
                <a:close/>
              </a:path>
              <a:path w="103505" h="101600">
                <a:moveTo>
                  <a:pt x="81254" y="68709"/>
                </a:moveTo>
                <a:lnTo>
                  <a:pt x="77903" y="71987"/>
                </a:lnTo>
                <a:lnTo>
                  <a:pt x="74154" y="74406"/>
                </a:lnTo>
                <a:lnTo>
                  <a:pt x="66301" y="77432"/>
                </a:lnTo>
                <a:lnTo>
                  <a:pt x="61799" y="78196"/>
                </a:lnTo>
                <a:lnTo>
                  <a:pt x="90032" y="78196"/>
                </a:lnTo>
                <a:lnTo>
                  <a:pt x="81254" y="68709"/>
                </a:lnTo>
                <a:close/>
              </a:path>
              <a:path w="103505" h="101600">
                <a:moveTo>
                  <a:pt x="95032" y="21517"/>
                </a:moveTo>
                <a:lnTo>
                  <a:pt x="58825" y="21517"/>
                </a:lnTo>
                <a:lnTo>
                  <a:pt x="64165" y="23371"/>
                </a:lnTo>
                <a:lnTo>
                  <a:pt x="72866" y="30773"/>
                </a:lnTo>
                <a:lnTo>
                  <a:pt x="75536" y="35726"/>
                </a:lnTo>
                <a:lnTo>
                  <a:pt x="76521" y="41925"/>
                </a:lnTo>
                <a:lnTo>
                  <a:pt x="102621" y="41925"/>
                </a:lnTo>
                <a:lnTo>
                  <a:pt x="101647" y="36481"/>
                </a:lnTo>
                <a:lnTo>
                  <a:pt x="99573" y="29993"/>
                </a:lnTo>
                <a:lnTo>
                  <a:pt x="96667" y="23967"/>
                </a:lnTo>
                <a:lnTo>
                  <a:pt x="95032" y="21517"/>
                </a:lnTo>
                <a:close/>
              </a:path>
            </a:pathLst>
          </a:custGeom>
          <a:solidFill>
            <a:srgbClr val="58595B"/>
          </a:solidFill>
        </p:spPr>
        <p:txBody>
          <a:bodyPr wrap="square" lIns="0" tIns="0" rIns="0" bIns="0" rtlCol="0"/>
          <a:lstStyle/>
          <a:p>
            <a:endParaRPr/>
          </a:p>
        </p:txBody>
      </p:sp>
      <p:sp>
        <p:nvSpPr>
          <p:cNvPr id="338" name="object 20">
            <a:extLst>
              <a:ext uri="{FF2B5EF4-FFF2-40B4-BE49-F238E27FC236}">
                <a16:creationId xmlns:a16="http://schemas.microsoft.com/office/drawing/2014/main" id="{7B8E6285-E104-4676-8D76-C3828740E059}"/>
              </a:ext>
            </a:extLst>
          </p:cNvPr>
          <p:cNvSpPr/>
          <p:nvPr/>
        </p:nvSpPr>
        <p:spPr>
          <a:xfrm>
            <a:off x="18271915" y="4726507"/>
            <a:ext cx="93345" cy="101600"/>
          </a:xfrm>
          <a:custGeom>
            <a:avLst/>
            <a:gdLst/>
            <a:ahLst/>
            <a:cxnLst/>
            <a:rect l="l" t="t" r="r" b="b"/>
            <a:pathLst>
              <a:path w="93344" h="101600">
                <a:moveTo>
                  <a:pt x="89178" y="22606"/>
                </a:moveTo>
                <a:lnTo>
                  <a:pt x="49673" y="22606"/>
                </a:lnTo>
                <a:lnTo>
                  <a:pt x="55317" y="24271"/>
                </a:lnTo>
                <a:lnTo>
                  <a:pt x="59055" y="27611"/>
                </a:lnTo>
                <a:lnTo>
                  <a:pt x="62867" y="30962"/>
                </a:lnTo>
                <a:lnTo>
                  <a:pt x="64699" y="35726"/>
                </a:lnTo>
                <a:lnTo>
                  <a:pt x="64699" y="41925"/>
                </a:lnTo>
                <a:lnTo>
                  <a:pt x="42113" y="41925"/>
                </a:lnTo>
                <a:lnTo>
                  <a:pt x="32062" y="42414"/>
                </a:lnTo>
                <a:lnTo>
                  <a:pt x="0" y="62155"/>
                </a:lnTo>
                <a:lnTo>
                  <a:pt x="0" y="76971"/>
                </a:lnTo>
                <a:lnTo>
                  <a:pt x="1455" y="82081"/>
                </a:lnTo>
                <a:lnTo>
                  <a:pt x="4429" y="86573"/>
                </a:lnTo>
                <a:lnTo>
                  <a:pt x="7329" y="91075"/>
                </a:lnTo>
                <a:lnTo>
                  <a:pt x="11517" y="94593"/>
                </a:lnTo>
                <a:lnTo>
                  <a:pt x="22585" y="99693"/>
                </a:lnTo>
                <a:lnTo>
                  <a:pt x="29150" y="100981"/>
                </a:lnTo>
                <a:lnTo>
                  <a:pt x="36700" y="100981"/>
                </a:lnTo>
                <a:lnTo>
                  <a:pt x="46759" y="100125"/>
                </a:lnTo>
                <a:lnTo>
                  <a:pt x="55079" y="97559"/>
                </a:lnTo>
                <a:lnTo>
                  <a:pt x="61667" y="93286"/>
                </a:lnTo>
                <a:lnTo>
                  <a:pt x="66532" y="87306"/>
                </a:lnTo>
                <a:lnTo>
                  <a:pt x="93159" y="87306"/>
                </a:lnTo>
                <a:lnTo>
                  <a:pt x="93159" y="81829"/>
                </a:lnTo>
                <a:lnTo>
                  <a:pt x="38763" y="81829"/>
                </a:lnTo>
                <a:lnTo>
                  <a:pt x="34868" y="80772"/>
                </a:lnTo>
                <a:lnTo>
                  <a:pt x="32051" y="78646"/>
                </a:lnTo>
                <a:lnTo>
                  <a:pt x="29150" y="76521"/>
                </a:lnTo>
                <a:lnTo>
                  <a:pt x="27695" y="73641"/>
                </a:lnTo>
                <a:lnTo>
                  <a:pt x="27695" y="62333"/>
                </a:lnTo>
                <a:lnTo>
                  <a:pt x="33569" y="58500"/>
                </a:lnTo>
                <a:lnTo>
                  <a:pt x="93159" y="58500"/>
                </a:lnTo>
                <a:lnTo>
                  <a:pt x="93038" y="41925"/>
                </a:lnTo>
                <a:lnTo>
                  <a:pt x="92400" y="33316"/>
                </a:lnTo>
                <a:lnTo>
                  <a:pt x="90117" y="24450"/>
                </a:lnTo>
                <a:lnTo>
                  <a:pt x="89178" y="22606"/>
                </a:lnTo>
                <a:close/>
              </a:path>
              <a:path w="93344" h="101600">
                <a:moveTo>
                  <a:pt x="93159" y="87306"/>
                </a:moveTo>
                <a:lnTo>
                  <a:pt x="66532" y="87306"/>
                </a:lnTo>
                <a:lnTo>
                  <a:pt x="66532" y="99515"/>
                </a:lnTo>
                <a:lnTo>
                  <a:pt x="93159" y="99515"/>
                </a:lnTo>
                <a:lnTo>
                  <a:pt x="93159" y="87306"/>
                </a:lnTo>
                <a:close/>
              </a:path>
              <a:path w="93344" h="101600">
                <a:moveTo>
                  <a:pt x="93159" y="58500"/>
                </a:moveTo>
                <a:lnTo>
                  <a:pt x="64699" y="58500"/>
                </a:lnTo>
                <a:lnTo>
                  <a:pt x="64699" y="68531"/>
                </a:lnTo>
                <a:lnTo>
                  <a:pt x="63181" y="72908"/>
                </a:lnTo>
                <a:lnTo>
                  <a:pt x="60511" y="76217"/>
                </a:lnTo>
                <a:lnTo>
                  <a:pt x="56689" y="78468"/>
                </a:lnTo>
                <a:lnTo>
                  <a:pt x="52951" y="80720"/>
                </a:lnTo>
                <a:lnTo>
                  <a:pt x="48605" y="81829"/>
                </a:lnTo>
                <a:lnTo>
                  <a:pt x="93159" y="81829"/>
                </a:lnTo>
                <a:lnTo>
                  <a:pt x="93159" y="58500"/>
                </a:lnTo>
                <a:close/>
              </a:path>
              <a:path w="93344" h="101600">
                <a:moveTo>
                  <a:pt x="45935" y="0"/>
                </a:moveTo>
                <a:lnTo>
                  <a:pt x="38072" y="0"/>
                </a:lnTo>
                <a:lnTo>
                  <a:pt x="30365" y="1036"/>
                </a:lnTo>
                <a:lnTo>
                  <a:pt x="15413" y="5172"/>
                </a:lnTo>
                <a:lnTo>
                  <a:pt x="9004" y="8083"/>
                </a:lnTo>
                <a:lnTo>
                  <a:pt x="3664" y="11842"/>
                </a:lnTo>
                <a:lnTo>
                  <a:pt x="13884" y="31716"/>
                </a:lnTo>
                <a:lnTo>
                  <a:pt x="17402" y="28931"/>
                </a:lnTo>
                <a:lnTo>
                  <a:pt x="21674" y="26711"/>
                </a:lnTo>
                <a:lnTo>
                  <a:pt x="31737" y="23423"/>
                </a:lnTo>
                <a:lnTo>
                  <a:pt x="36930" y="22606"/>
                </a:lnTo>
                <a:lnTo>
                  <a:pt x="89178" y="22606"/>
                </a:lnTo>
                <a:lnTo>
                  <a:pt x="86303" y="16961"/>
                </a:lnTo>
                <a:lnTo>
                  <a:pt x="80950" y="10847"/>
                </a:lnTo>
                <a:lnTo>
                  <a:pt x="74173" y="6104"/>
                </a:lnTo>
                <a:lnTo>
                  <a:pt x="66077" y="2714"/>
                </a:lnTo>
                <a:lnTo>
                  <a:pt x="56664" y="678"/>
                </a:lnTo>
                <a:lnTo>
                  <a:pt x="45935" y="0"/>
                </a:lnTo>
                <a:close/>
              </a:path>
            </a:pathLst>
          </a:custGeom>
          <a:solidFill>
            <a:srgbClr val="58595B"/>
          </a:solidFill>
        </p:spPr>
        <p:txBody>
          <a:bodyPr wrap="square" lIns="0" tIns="0" rIns="0" bIns="0" rtlCol="0"/>
          <a:lstStyle/>
          <a:p>
            <a:endParaRPr/>
          </a:p>
        </p:txBody>
      </p:sp>
      <p:sp>
        <p:nvSpPr>
          <p:cNvPr id="339" name="object 21">
            <a:extLst>
              <a:ext uri="{FF2B5EF4-FFF2-40B4-BE49-F238E27FC236}">
                <a16:creationId xmlns:a16="http://schemas.microsoft.com/office/drawing/2014/main" id="{02B4CCBA-3561-41A5-B986-E18BFFF32C63}"/>
              </a:ext>
            </a:extLst>
          </p:cNvPr>
          <p:cNvSpPr/>
          <p:nvPr/>
        </p:nvSpPr>
        <p:spPr>
          <a:xfrm>
            <a:off x="18379493" y="4726514"/>
            <a:ext cx="88900" cy="100965"/>
          </a:xfrm>
          <a:custGeom>
            <a:avLst/>
            <a:gdLst/>
            <a:ahLst/>
            <a:cxnLst/>
            <a:rect l="l" t="t" r="r" b="b"/>
            <a:pathLst>
              <a:path w="88900" h="100964">
                <a:moveTo>
                  <a:pt x="9465" y="69976"/>
                </a:moveTo>
                <a:lnTo>
                  <a:pt x="0" y="90395"/>
                </a:lnTo>
                <a:lnTo>
                  <a:pt x="4586" y="93442"/>
                </a:lnTo>
                <a:lnTo>
                  <a:pt x="10764" y="95955"/>
                </a:lnTo>
                <a:lnTo>
                  <a:pt x="26323" y="99965"/>
                </a:lnTo>
                <a:lnTo>
                  <a:pt x="34334" y="100970"/>
                </a:lnTo>
                <a:lnTo>
                  <a:pt x="52040" y="100970"/>
                </a:lnTo>
                <a:lnTo>
                  <a:pt x="60354" y="99651"/>
                </a:lnTo>
                <a:lnTo>
                  <a:pt x="74322" y="94426"/>
                </a:lnTo>
                <a:lnTo>
                  <a:pt x="79662" y="90761"/>
                </a:lnTo>
                <a:lnTo>
                  <a:pt x="83243" y="86018"/>
                </a:lnTo>
                <a:lnTo>
                  <a:pt x="86908" y="81285"/>
                </a:lnTo>
                <a:lnTo>
                  <a:pt x="87526" y="79463"/>
                </a:lnTo>
                <a:lnTo>
                  <a:pt x="37621" y="79463"/>
                </a:lnTo>
                <a:lnTo>
                  <a:pt x="31517" y="78573"/>
                </a:lnTo>
                <a:lnTo>
                  <a:pt x="19151" y="75055"/>
                </a:lnTo>
                <a:lnTo>
                  <a:pt x="13811" y="72783"/>
                </a:lnTo>
                <a:lnTo>
                  <a:pt x="9465" y="69976"/>
                </a:lnTo>
                <a:close/>
              </a:path>
              <a:path w="88900" h="100964">
                <a:moveTo>
                  <a:pt x="54637" y="0"/>
                </a:moveTo>
                <a:lnTo>
                  <a:pt x="38386" y="0"/>
                </a:lnTo>
                <a:lnTo>
                  <a:pt x="30292" y="1329"/>
                </a:lnTo>
                <a:lnTo>
                  <a:pt x="16564" y="6680"/>
                </a:lnTo>
                <a:lnTo>
                  <a:pt x="11298" y="10418"/>
                </a:lnTo>
                <a:lnTo>
                  <a:pt x="4125" y="20020"/>
                </a:lnTo>
                <a:lnTo>
                  <a:pt x="2366" y="25507"/>
                </a:lnTo>
                <a:lnTo>
                  <a:pt x="2453" y="39370"/>
                </a:lnTo>
                <a:lnTo>
                  <a:pt x="41506" y="61411"/>
                </a:lnTo>
                <a:lnTo>
                  <a:pt x="48302" y="62270"/>
                </a:lnTo>
                <a:lnTo>
                  <a:pt x="53411" y="63296"/>
                </a:lnTo>
                <a:lnTo>
                  <a:pt x="59977" y="65736"/>
                </a:lnTo>
                <a:lnTo>
                  <a:pt x="61579" y="67736"/>
                </a:lnTo>
                <a:lnTo>
                  <a:pt x="61579" y="76489"/>
                </a:lnTo>
                <a:lnTo>
                  <a:pt x="55548" y="79463"/>
                </a:lnTo>
                <a:lnTo>
                  <a:pt x="87526" y="79463"/>
                </a:lnTo>
                <a:lnTo>
                  <a:pt x="88740" y="75882"/>
                </a:lnTo>
                <a:lnTo>
                  <a:pt x="88618" y="62270"/>
                </a:lnTo>
                <a:lnTo>
                  <a:pt x="86824" y="57045"/>
                </a:lnTo>
                <a:lnTo>
                  <a:pt x="50134" y="40459"/>
                </a:lnTo>
                <a:lnTo>
                  <a:pt x="42962" y="39370"/>
                </a:lnTo>
                <a:lnTo>
                  <a:pt x="37695" y="38208"/>
                </a:lnTo>
                <a:lnTo>
                  <a:pt x="31129" y="35779"/>
                </a:lnTo>
                <a:lnTo>
                  <a:pt x="29527" y="33653"/>
                </a:lnTo>
                <a:lnTo>
                  <a:pt x="29527" y="27946"/>
                </a:lnTo>
                <a:lnTo>
                  <a:pt x="31056" y="25758"/>
                </a:lnTo>
                <a:lnTo>
                  <a:pt x="34030" y="24051"/>
                </a:lnTo>
                <a:lnTo>
                  <a:pt x="37087" y="22355"/>
                </a:lnTo>
                <a:lnTo>
                  <a:pt x="41663" y="21507"/>
                </a:lnTo>
                <a:lnTo>
                  <a:pt x="79403" y="21507"/>
                </a:lnTo>
                <a:lnTo>
                  <a:pt x="85452" y="8565"/>
                </a:lnTo>
                <a:lnTo>
                  <a:pt x="80950" y="5895"/>
                </a:lnTo>
                <a:lnTo>
                  <a:pt x="75306" y="3800"/>
                </a:lnTo>
                <a:lnTo>
                  <a:pt x="61579" y="753"/>
                </a:lnTo>
                <a:lnTo>
                  <a:pt x="54637" y="0"/>
                </a:lnTo>
                <a:close/>
              </a:path>
              <a:path w="88900" h="100964">
                <a:moveTo>
                  <a:pt x="79403" y="21507"/>
                </a:moveTo>
                <a:lnTo>
                  <a:pt x="47768" y="21507"/>
                </a:lnTo>
                <a:lnTo>
                  <a:pt x="55246" y="21961"/>
                </a:lnTo>
                <a:lnTo>
                  <a:pt x="62452" y="23325"/>
                </a:lnTo>
                <a:lnTo>
                  <a:pt x="69373" y="25602"/>
                </a:lnTo>
                <a:lnTo>
                  <a:pt x="75997" y="28794"/>
                </a:lnTo>
                <a:lnTo>
                  <a:pt x="79403" y="21507"/>
                </a:lnTo>
                <a:close/>
              </a:path>
            </a:pathLst>
          </a:custGeom>
          <a:solidFill>
            <a:srgbClr val="58595B"/>
          </a:solidFill>
        </p:spPr>
        <p:txBody>
          <a:bodyPr wrap="square" lIns="0" tIns="0" rIns="0" bIns="0" rtlCol="0"/>
          <a:lstStyle/>
          <a:p>
            <a:endParaRPr/>
          </a:p>
        </p:txBody>
      </p:sp>
      <p:sp>
        <p:nvSpPr>
          <p:cNvPr id="340" name="object 22">
            <a:extLst>
              <a:ext uri="{FF2B5EF4-FFF2-40B4-BE49-F238E27FC236}">
                <a16:creationId xmlns:a16="http://schemas.microsoft.com/office/drawing/2014/main" id="{DF422BF2-500B-4BB0-AAD9-25DD1FA07550}"/>
              </a:ext>
            </a:extLst>
          </p:cNvPr>
          <p:cNvSpPr/>
          <p:nvPr/>
        </p:nvSpPr>
        <p:spPr>
          <a:xfrm>
            <a:off x="18476625" y="4726506"/>
            <a:ext cx="103505" cy="101600"/>
          </a:xfrm>
          <a:custGeom>
            <a:avLst/>
            <a:gdLst/>
            <a:ahLst/>
            <a:cxnLst/>
            <a:rect l="l" t="t" r="r" b="b"/>
            <a:pathLst>
              <a:path w="103505" h="101600">
                <a:moveTo>
                  <a:pt x="52260" y="0"/>
                </a:moveTo>
                <a:lnTo>
                  <a:pt x="14915" y="14223"/>
                </a:lnTo>
                <a:lnTo>
                  <a:pt x="0" y="50490"/>
                </a:lnTo>
                <a:lnTo>
                  <a:pt x="429" y="57585"/>
                </a:lnTo>
                <a:lnTo>
                  <a:pt x="20590" y="90956"/>
                </a:lnTo>
                <a:lnTo>
                  <a:pt x="55924" y="100981"/>
                </a:lnTo>
                <a:lnTo>
                  <a:pt x="68446" y="99989"/>
                </a:lnTo>
                <a:lnTo>
                  <a:pt x="79357" y="97015"/>
                </a:lnTo>
                <a:lnTo>
                  <a:pt x="88680" y="92058"/>
                </a:lnTo>
                <a:lnTo>
                  <a:pt x="96436" y="85117"/>
                </a:lnTo>
                <a:lnTo>
                  <a:pt x="90032" y="78196"/>
                </a:lnTo>
                <a:lnTo>
                  <a:pt x="49286" y="78196"/>
                </a:lnTo>
                <a:lnTo>
                  <a:pt x="43024" y="76426"/>
                </a:lnTo>
                <a:lnTo>
                  <a:pt x="33108" y="69380"/>
                </a:lnTo>
                <a:lnTo>
                  <a:pt x="29904" y="64584"/>
                </a:lnTo>
                <a:lnTo>
                  <a:pt x="28606" y="58500"/>
                </a:lnTo>
                <a:lnTo>
                  <a:pt x="102771" y="58500"/>
                </a:lnTo>
                <a:lnTo>
                  <a:pt x="103159" y="53767"/>
                </a:lnTo>
                <a:lnTo>
                  <a:pt x="103305" y="51213"/>
                </a:lnTo>
                <a:lnTo>
                  <a:pt x="103285" y="50490"/>
                </a:lnTo>
                <a:lnTo>
                  <a:pt x="102891" y="43435"/>
                </a:lnTo>
                <a:lnTo>
                  <a:pt x="102621" y="41925"/>
                </a:lnTo>
                <a:lnTo>
                  <a:pt x="28229" y="41925"/>
                </a:lnTo>
                <a:lnTo>
                  <a:pt x="29224" y="35611"/>
                </a:lnTo>
                <a:lnTo>
                  <a:pt x="31894" y="30627"/>
                </a:lnTo>
                <a:lnTo>
                  <a:pt x="36239" y="26983"/>
                </a:lnTo>
                <a:lnTo>
                  <a:pt x="40668" y="23329"/>
                </a:lnTo>
                <a:lnTo>
                  <a:pt x="46009" y="21517"/>
                </a:lnTo>
                <a:lnTo>
                  <a:pt x="95034" y="21517"/>
                </a:lnTo>
                <a:lnTo>
                  <a:pt x="93037" y="18521"/>
                </a:lnTo>
                <a:lnTo>
                  <a:pt x="59298" y="388"/>
                </a:lnTo>
                <a:lnTo>
                  <a:pt x="52260" y="0"/>
                </a:lnTo>
                <a:close/>
              </a:path>
              <a:path w="103505" h="101600">
                <a:moveTo>
                  <a:pt x="81254" y="68709"/>
                </a:moveTo>
                <a:lnTo>
                  <a:pt x="77903" y="71987"/>
                </a:lnTo>
                <a:lnTo>
                  <a:pt x="74154" y="74406"/>
                </a:lnTo>
                <a:lnTo>
                  <a:pt x="66301" y="77432"/>
                </a:lnTo>
                <a:lnTo>
                  <a:pt x="61799" y="78196"/>
                </a:lnTo>
                <a:lnTo>
                  <a:pt x="90032" y="78196"/>
                </a:lnTo>
                <a:lnTo>
                  <a:pt x="81254" y="68709"/>
                </a:lnTo>
                <a:close/>
              </a:path>
              <a:path w="103505" h="101600">
                <a:moveTo>
                  <a:pt x="95034" y="21517"/>
                </a:moveTo>
                <a:lnTo>
                  <a:pt x="58825" y="21517"/>
                </a:lnTo>
                <a:lnTo>
                  <a:pt x="64165" y="23371"/>
                </a:lnTo>
                <a:lnTo>
                  <a:pt x="72866" y="30773"/>
                </a:lnTo>
                <a:lnTo>
                  <a:pt x="75536" y="35726"/>
                </a:lnTo>
                <a:lnTo>
                  <a:pt x="76521" y="41925"/>
                </a:lnTo>
                <a:lnTo>
                  <a:pt x="102621" y="41925"/>
                </a:lnTo>
                <a:lnTo>
                  <a:pt x="101647" y="36481"/>
                </a:lnTo>
                <a:lnTo>
                  <a:pt x="99573" y="29993"/>
                </a:lnTo>
                <a:lnTo>
                  <a:pt x="96667" y="23967"/>
                </a:lnTo>
                <a:lnTo>
                  <a:pt x="95034" y="21517"/>
                </a:lnTo>
                <a:close/>
              </a:path>
            </a:pathLst>
          </a:custGeom>
          <a:solidFill>
            <a:srgbClr val="58595B"/>
          </a:solidFill>
        </p:spPr>
        <p:txBody>
          <a:bodyPr wrap="square" lIns="0" tIns="0" rIns="0" bIns="0" rtlCol="0"/>
          <a:lstStyle/>
          <a:p>
            <a:endParaRPr/>
          </a:p>
        </p:txBody>
      </p:sp>
      <p:sp>
        <p:nvSpPr>
          <p:cNvPr id="341" name="object 23">
            <a:extLst>
              <a:ext uri="{FF2B5EF4-FFF2-40B4-BE49-F238E27FC236}">
                <a16:creationId xmlns:a16="http://schemas.microsoft.com/office/drawing/2014/main" id="{8A921C6D-6D8D-40CC-84E1-84CDFF5E6A1E}"/>
              </a:ext>
            </a:extLst>
          </p:cNvPr>
          <p:cNvSpPr/>
          <p:nvPr/>
        </p:nvSpPr>
        <p:spPr>
          <a:xfrm>
            <a:off x="17658327" y="4772806"/>
            <a:ext cx="161290" cy="0"/>
          </a:xfrm>
          <a:custGeom>
            <a:avLst/>
            <a:gdLst/>
            <a:ahLst/>
            <a:cxnLst/>
            <a:rect l="l" t="t" r="r" b="b"/>
            <a:pathLst>
              <a:path w="161290">
                <a:moveTo>
                  <a:pt x="0" y="0"/>
                </a:moveTo>
                <a:lnTo>
                  <a:pt x="161146" y="0"/>
                </a:lnTo>
              </a:path>
            </a:pathLst>
          </a:custGeom>
          <a:ln w="30522">
            <a:solidFill>
              <a:srgbClr val="005E95"/>
            </a:solidFill>
          </a:ln>
        </p:spPr>
        <p:txBody>
          <a:bodyPr wrap="square" lIns="0" tIns="0" rIns="0" bIns="0" rtlCol="0"/>
          <a:lstStyle/>
          <a:p>
            <a:endParaRPr/>
          </a:p>
        </p:txBody>
      </p:sp>
      <p:sp>
        <p:nvSpPr>
          <p:cNvPr id="342" name="object 24">
            <a:extLst>
              <a:ext uri="{FF2B5EF4-FFF2-40B4-BE49-F238E27FC236}">
                <a16:creationId xmlns:a16="http://schemas.microsoft.com/office/drawing/2014/main" id="{D5E8435A-85B1-490B-A524-59367DCE33F2}"/>
              </a:ext>
            </a:extLst>
          </p:cNvPr>
          <p:cNvSpPr/>
          <p:nvPr/>
        </p:nvSpPr>
        <p:spPr>
          <a:xfrm>
            <a:off x="17594082" y="4698654"/>
            <a:ext cx="74295" cy="148590"/>
          </a:xfrm>
          <a:custGeom>
            <a:avLst/>
            <a:gdLst/>
            <a:ahLst/>
            <a:cxnLst/>
            <a:rect l="l" t="t" r="r" b="b"/>
            <a:pathLst>
              <a:path w="74294" h="148589">
                <a:moveTo>
                  <a:pt x="74165" y="0"/>
                </a:moveTo>
                <a:lnTo>
                  <a:pt x="0" y="74154"/>
                </a:lnTo>
                <a:lnTo>
                  <a:pt x="74165" y="148309"/>
                </a:lnTo>
                <a:lnTo>
                  <a:pt x="74165" y="0"/>
                </a:lnTo>
                <a:close/>
              </a:path>
            </a:pathLst>
          </a:custGeom>
          <a:solidFill>
            <a:srgbClr val="005E95"/>
          </a:solidFill>
        </p:spPr>
        <p:txBody>
          <a:bodyPr wrap="square" lIns="0" tIns="0" rIns="0" bIns="0" rtlCol="0"/>
          <a:lstStyle/>
          <a:p>
            <a:endParaRPr/>
          </a:p>
        </p:txBody>
      </p:sp>
      <p:sp>
        <p:nvSpPr>
          <p:cNvPr id="343" name="object 25">
            <a:extLst>
              <a:ext uri="{FF2B5EF4-FFF2-40B4-BE49-F238E27FC236}">
                <a16:creationId xmlns:a16="http://schemas.microsoft.com/office/drawing/2014/main" id="{4DC85CCC-3C06-4BEF-8D06-0DE62957AEAA}"/>
              </a:ext>
            </a:extLst>
          </p:cNvPr>
          <p:cNvSpPr/>
          <p:nvPr/>
        </p:nvSpPr>
        <p:spPr>
          <a:xfrm>
            <a:off x="18624188" y="4772809"/>
            <a:ext cx="161290" cy="0"/>
          </a:xfrm>
          <a:custGeom>
            <a:avLst/>
            <a:gdLst/>
            <a:ahLst/>
            <a:cxnLst/>
            <a:rect l="l" t="t" r="r" b="b"/>
            <a:pathLst>
              <a:path w="161290">
                <a:moveTo>
                  <a:pt x="0" y="0"/>
                </a:moveTo>
                <a:lnTo>
                  <a:pt x="161136" y="0"/>
                </a:lnTo>
              </a:path>
            </a:pathLst>
          </a:custGeom>
          <a:ln w="30522">
            <a:solidFill>
              <a:srgbClr val="005E95"/>
            </a:solidFill>
          </a:ln>
        </p:spPr>
        <p:txBody>
          <a:bodyPr wrap="square" lIns="0" tIns="0" rIns="0" bIns="0" rtlCol="0"/>
          <a:lstStyle/>
          <a:p>
            <a:endParaRPr/>
          </a:p>
        </p:txBody>
      </p:sp>
      <p:sp>
        <p:nvSpPr>
          <p:cNvPr id="344" name="object 26">
            <a:extLst>
              <a:ext uri="{FF2B5EF4-FFF2-40B4-BE49-F238E27FC236}">
                <a16:creationId xmlns:a16="http://schemas.microsoft.com/office/drawing/2014/main" id="{38144CAA-AE17-4FD9-ADB9-FA1180FCE7CB}"/>
              </a:ext>
            </a:extLst>
          </p:cNvPr>
          <p:cNvSpPr/>
          <p:nvPr/>
        </p:nvSpPr>
        <p:spPr>
          <a:xfrm>
            <a:off x="18775406" y="4698652"/>
            <a:ext cx="74295" cy="148590"/>
          </a:xfrm>
          <a:custGeom>
            <a:avLst/>
            <a:gdLst/>
            <a:ahLst/>
            <a:cxnLst/>
            <a:rect l="l" t="t" r="r" b="b"/>
            <a:pathLst>
              <a:path w="74294" h="148589">
                <a:moveTo>
                  <a:pt x="0" y="0"/>
                </a:moveTo>
                <a:lnTo>
                  <a:pt x="0" y="148309"/>
                </a:lnTo>
                <a:lnTo>
                  <a:pt x="74165" y="74154"/>
                </a:lnTo>
                <a:lnTo>
                  <a:pt x="0" y="0"/>
                </a:lnTo>
                <a:close/>
              </a:path>
            </a:pathLst>
          </a:custGeom>
          <a:solidFill>
            <a:srgbClr val="005E95"/>
          </a:solidFill>
        </p:spPr>
        <p:txBody>
          <a:bodyPr wrap="square" lIns="0" tIns="0" rIns="0" bIns="0" rtlCol="0"/>
          <a:lstStyle/>
          <a:p>
            <a:endParaRPr/>
          </a:p>
        </p:txBody>
      </p:sp>
      <p:sp>
        <p:nvSpPr>
          <p:cNvPr id="345" name="object 27">
            <a:extLst>
              <a:ext uri="{FF2B5EF4-FFF2-40B4-BE49-F238E27FC236}">
                <a16:creationId xmlns:a16="http://schemas.microsoft.com/office/drawing/2014/main" id="{35E0C18C-1EB3-4598-AEC4-7DD399180993}"/>
              </a:ext>
            </a:extLst>
          </p:cNvPr>
          <p:cNvSpPr/>
          <p:nvPr/>
        </p:nvSpPr>
        <p:spPr>
          <a:xfrm>
            <a:off x="16517518" y="2742370"/>
            <a:ext cx="210820" cy="0"/>
          </a:xfrm>
          <a:custGeom>
            <a:avLst/>
            <a:gdLst/>
            <a:ahLst/>
            <a:cxnLst/>
            <a:rect l="l" t="t" r="r" b="b"/>
            <a:pathLst>
              <a:path w="210819">
                <a:moveTo>
                  <a:pt x="0" y="0"/>
                </a:moveTo>
                <a:lnTo>
                  <a:pt x="210506" y="0"/>
                </a:lnTo>
              </a:path>
            </a:pathLst>
          </a:custGeom>
          <a:ln w="30522">
            <a:solidFill>
              <a:srgbClr val="005E95"/>
            </a:solidFill>
          </a:ln>
        </p:spPr>
        <p:txBody>
          <a:bodyPr wrap="square" lIns="0" tIns="0" rIns="0" bIns="0" rtlCol="0"/>
          <a:lstStyle/>
          <a:p>
            <a:endParaRPr/>
          </a:p>
        </p:txBody>
      </p:sp>
      <p:sp>
        <p:nvSpPr>
          <p:cNvPr id="346" name="object 28">
            <a:extLst>
              <a:ext uri="{FF2B5EF4-FFF2-40B4-BE49-F238E27FC236}">
                <a16:creationId xmlns:a16="http://schemas.microsoft.com/office/drawing/2014/main" id="{AEF2A9DA-D810-4DC8-9516-E10179F815D7}"/>
              </a:ext>
            </a:extLst>
          </p:cNvPr>
          <p:cNvSpPr/>
          <p:nvPr/>
        </p:nvSpPr>
        <p:spPr>
          <a:xfrm>
            <a:off x="16718030" y="2668220"/>
            <a:ext cx="74295" cy="148590"/>
          </a:xfrm>
          <a:custGeom>
            <a:avLst/>
            <a:gdLst/>
            <a:ahLst/>
            <a:cxnLst/>
            <a:rect l="l" t="t" r="r" b="b"/>
            <a:pathLst>
              <a:path w="74294" h="148589">
                <a:moveTo>
                  <a:pt x="0" y="0"/>
                </a:moveTo>
                <a:lnTo>
                  <a:pt x="0" y="148299"/>
                </a:lnTo>
                <a:lnTo>
                  <a:pt x="74165" y="74154"/>
                </a:lnTo>
                <a:lnTo>
                  <a:pt x="0" y="0"/>
                </a:lnTo>
                <a:close/>
              </a:path>
            </a:pathLst>
          </a:custGeom>
          <a:solidFill>
            <a:srgbClr val="005E95"/>
          </a:solidFill>
        </p:spPr>
        <p:txBody>
          <a:bodyPr wrap="square" lIns="0" tIns="0" rIns="0" bIns="0" rtlCol="0"/>
          <a:lstStyle/>
          <a:p>
            <a:endParaRPr/>
          </a:p>
        </p:txBody>
      </p:sp>
      <p:sp>
        <p:nvSpPr>
          <p:cNvPr id="347" name="object 29">
            <a:extLst>
              <a:ext uri="{FF2B5EF4-FFF2-40B4-BE49-F238E27FC236}">
                <a16:creationId xmlns:a16="http://schemas.microsoft.com/office/drawing/2014/main" id="{C69A58D8-7DDF-4558-838F-5545214BDA79}"/>
              </a:ext>
            </a:extLst>
          </p:cNvPr>
          <p:cNvSpPr/>
          <p:nvPr/>
        </p:nvSpPr>
        <p:spPr>
          <a:xfrm>
            <a:off x="16967449" y="3260840"/>
            <a:ext cx="1013460" cy="485140"/>
          </a:xfrm>
          <a:custGeom>
            <a:avLst/>
            <a:gdLst/>
            <a:ahLst/>
            <a:cxnLst/>
            <a:rect l="l" t="t" r="r" b="b"/>
            <a:pathLst>
              <a:path w="1013459" h="485139">
                <a:moveTo>
                  <a:pt x="1013319" y="0"/>
                </a:moveTo>
                <a:lnTo>
                  <a:pt x="0" y="0"/>
                </a:lnTo>
                <a:lnTo>
                  <a:pt x="0" y="484854"/>
                </a:lnTo>
                <a:lnTo>
                  <a:pt x="1013319" y="484854"/>
                </a:lnTo>
                <a:lnTo>
                  <a:pt x="1013319" y="0"/>
                </a:lnTo>
                <a:close/>
              </a:path>
            </a:pathLst>
          </a:custGeom>
          <a:solidFill>
            <a:srgbClr val="002B4C"/>
          </a:solidFill>
        </p:spPr>
        <p:txBody>
          <a:bodyPr wrap="square" lIns="0" tIns="0" rIns="0" bIns="0" rtlCol="0"/>
          <a:lstStyle/>
          <a:p>
            <a:endParaRPr/>
          </a:p>
        </p:txBody>
      </p:sp>
      <p:sp>
        <p:nvSpPr>
          <p:cNvPr id="348" name="object 30">
            <a:extLst>
              <a:ext uri="{FF2B5EF4-FFF2-40B4-BE49-F238E27FC236}">
                <a16:creationId xmlns:a16="http://schemas.microsoft.com/office/drawing/2014/main" id="{7BB96228-735E-4EFA-8455-281F604641BC}"/>
              </a:ext>
            </a:extLst>
          </p:cNvPr>
          <p:cNvSpPr/>
          <p:nvPr/>
        </p:nvSpPr>
        <p:spPr>
          <a:xfrm>
            <a:off x="16967453" y="3260843"/>
            <a:ext cx="1013309" cy="484854"/>
          </a:xfrm>
          <a:prstGeom prst="rect">
            <a:avLst/>
          </a:prstGeom>
          <a:blipFill>
            <a:blip r:embed="rId2" cstate="print"/>
            <a:stretch>
              <a:fillRect/>
            </a:stretch>
          </a:blipFill>
        </p:spPr>
        <p:txBody>
          <a:bodyPr wrap="square" lIns="0" tIns="0" rIns="0" bIns="0" rtlCol="0"/>
          <a:lstStyle/>
          <a:p>
            <a:endParaRPr/>
          </a:p>
        </p:txBody>
      </p:sp>
      <p:sp>
        <p:nvSpPr>
          <p:cNvPr id="349" name="object 31">
            <a:extLst>
              <a:ext uri="{FF2B5EF4-FFF2-40B4-BE49-F238E27FC236}">
                <a16:creationId xmlns:a16="http://schemas.microsoft.com/office/drawing/2014/main" id="{9BD02381-426E-491A-83C0-2F64B1F0BE18}"/>
              </a:ext>
            </a:extLst>
          </p:cNvPr>
          <p:cNvSpPr/>
          <p:nvPr/>
        </p:nvSpPr>
        <p:spPr>
          <a:xfrm>
            <a:off x="16951955" y="3745697"/>
            <a:ext cx="1044303" cy="274399"/>
          </a:xfrm>
          <a:prstGeom prst="rect">
            <a:avLst/>
          </a:prstGeom>
          <a:blipFill>
            <a:blip r:embed="rId3" cstate="print"/>
            <a:stretch>
              <a:fillRect/>
            </a:stretch>
          </a:blipFill>
        </p:spPr>
        <p:txBody>
          <a:bodyPr wrap="square" lIns="0" tIns="0" rIns="0" bIns="0" rtlCol="0"/>
          <a:lstStyle/>
          <a:p>
            <a:endParaRPr/>
          </a:p>
        </p:txBody>
      </p:sp>
      <p:sp>
        <p:nvSpPr>
          <p:cNvPr id="350" name="object 32">
            <a:extLst>
              <a:ext uri="{FF2B5EF4-FFF2-40B4-BE49-F238E27FC236}">
                <a16:creationId xmlns:a16="http://schemas.microsoft.com/office/drawing/2014/main" id="{9AE33105-AF32-485F-9D44-5207A95AE938}"/>
              </a:ext>
            </a:extLst>
          </p:cNvPr>
          <p:cNvSpPr/>
          <p:nvPr/>
        </p:nvSpPr>
        <p:spPr>
          <a:xfrm>
            <a:off x="17809320" y="1848549"/>
            <a:ext cx="0" cy="0"/>
          </a:xfrm>
          <a:custGeom>
            <a:avLst/>
            <a:gdLst/>
            <a:ahLst/>
            <a:cxnLst/>
            <a:rect l="l" t="t" r="r" b="b"/>
            <a:pathLst>
              <a:path>
                <a:moveTo>
                  <a:pt x="0" y="0"/>
                </a:moveTo>
              </a:path>
            </a:pathLst>
          </a:custGeom>
          <a:solidFill>
            <a:srgbClr val="C9C7C6"/>
          </a:solidFill>
        </p:spPr>
        <p:txBody>
          <a:bodyPr wrap="square" lIns="0" tIns="0" rIns="0" bIns="0" rtlCol="0"/>
          <a:lstStyle/>
          <a:p>
            <a:endParaRPr/>
          </a:p>
        </p:txBody>
      </p:sp>
      <p:sp>
        <p:nvSpPr>
          <p:cNvPr id="351" name="object 33">
            <a:extLst>
              <a:ext uri="{FF2B5EF4-FFF2-40B4-BE49-F238E27FC236}">
                <a16:creationId xmlns:a16="http://schemas.microsoft.com/office/drawing/2014/main" id="{9B818A21-2538-45E3-BB78-4EF67955CF02}"/>
              </a:ext>
            </a:extLst>
          </p:cNvPr>
          <p:cNvSpPr/>
          <p:nvPr/>
        </p:nvSpPr>
        <p:spPr>
          <a:xfrm>
            <a:off x="16951955" y="1848550"/>
            <a:ext cx="1044303" cy="1408837"/>
          </a:xfrm>
          <a:prstGeom prst="rect">
            <a:avLst/>
          </a:prstGeom>
          <a:blipFill>
            <a:blip r:embed="rId4" cstate="print"/>
            <a:stretch>
              <a:fillRect/>
            </a:stretch>
          </a:blipFill>
        </p:spPr>
        <p:txBody>
          <a:bodyPr wrap="square" lIns="0" tIns="0" rIns="0" bIns="0" rtlCol="0"/>
          <a:lstStyle/>
          <a:p>
            <a:endParaRPr/>
          </a:p>
        </p:txBody>
      </p:sp>
      <p:sp>
        <p:nvSpPr>
          <p:cNvPr id="352" name="object 34">
            <a:extLst>
              <a:ext uri="{FF2B5EF4-FFF2-40B4-BE49-F238E27FC236}">
                <a16:creationId xmlns:a16="http://schemas.microsoft.com/office/drawing/2014/main" id="{6B51DFC2-133F-4F58-93EF-7DA32029138C}"/>
              </a:ext>
            </a:extLst>
          </p:cNvPr>
          <p:cNvSpPr/>
          <p:nvPr/>
        </p:nvSpPr>
        <p:spPr>
          <a:xfrm>
            <a:off x="17014678" y="3288685"/>
            <a:ext cx="929614" cy="437867"/>
          </a:xfrm>
          <a:prstGeom prst="rect">
            <a:avLst/>
          </a:prstGeom>
          <a:blipFill>
            <a:blip r:embed="rId5" cstate="print"/>
            <a:stretch>
              <a:fillRect/>
            </a:stretch>
          </a:blipFill>
        </p:spPr>
        <p:txBody>
          <a:bodyPr wrap="square" lIns="0" tIns="0" rIns="0" bIns="0" rtlCol="0"/>
          <a:lstStyle/>
          <a:p>
            <a:endParaRPr/>
          </a:p>
        </p:txBody>
      </p:sp>
      <p:sp>
        <p:nvSpPr>
          <p:cNvPr id="353" name="object 35">
            <a:extLst>
              <a:ext uri="{FF2B5EF4-FFF2-40B4-BE49-F238E27FC236}">
                <a16:creationId xmlns:a16="http://schemas.microsoft.com/office/drawing/2014/main" id="{E25A1088-4A06-4C7C-B260-9BAF3CB682E8}"/>
              </a:ext>
            </a:extLst>
          </p:cNvPr>
          <p:cNvSpPr/>
          <p:nvPr/>
        </p:nvSpPr>
        <p:spPr>
          <a:xfrm>
            <a:off x="17397201" y="2509429"/>
            <a:ext cx="374015" cy="378460"/>
          </a:xfrm>
          <a:custGeom>
            <a:avLst/>
            <a:gdLst/>
            <a:ahLst/>
            <a:cxnLst/>
            <a:rect l="l" t="t" r="r" b="b"/>
            <a:pathLst>
              <a:path w="374015" h="378460">
                <a:moveTo>
                  <a:pt x="296324" y="249557"/>
                </a:moveTo>
                <a:lnTo>
                  <a:pt x="207108" y="249557"/>
                </a:lnTo>
                <a:lnTo>
                  <a:pt x="321712" y="374444"/>
                </a:lnTo>
                <a:lnTo>
                  <a:pt x="325062" y="378129"/>
                </a:lnTo>
                <a:lnTo>
                  <a:pt x="332622" y="376684"/>
                </a:lnTo>
                <a:lnTo>
                  <a:pt x="371459" y="341031"/>
                </a:lnTo>
                <a:lnTo>
                  <a:pt x="373595" y="333660"/>
                </a:lnTo>
                <a:lnTo>
                  <a:pt x="370160" y="330037"/>
                </a:lnTo>
                <a:lnTo>
                  <a:pt x="296324" y="249557"/>
                </a:lnTo>
                <a:close/>
              </a:path>
              <a:path w="374015" h="378460">
                <a:moveTo>
                  <a:pt x="137603" y="0"/>
                </a:moveTo>
                <a:lnTo>
                  <a:pt x="94724" y="6214"/>
                </a:lnTo>
                <a:lnTo>
                  <a:pt x="56035" y="25580"/>
                </a:lnTo>
                <a:lnTo>
                  <a:pt x="26375" y="55006"/>
                </a:lnTo>
                <a:lnTo>
                  <a:pt x="7208" y="91701"/>
                </a:lnTo>
                <a:lnTo>
                  <a:pt x="0" y="132875"/>
                </a:lnTo>
                <a:lnTo>
                  <a:pt x="6213" y="175738"/>
                </a:lnTo>
                <a:lnTo>
                  <a:pt x="25581" y="214441"/>
                </a:lnTo>
                <a:lnTo>
                  <a:pt x="55001" y="244101"/>
                </a:lnTo>
                <a:lnTo>
                  <a:pt x="91692" y="263261"/>
                </a:lnTo>
                <a:lnTo>
                  <a:pt x="132868" y="270462"/>
                </a:lnTo>
                <a:lnTo>
                  <a:pt x="175747" y="264248"/>
                </a:lnTo>
                <a:lnTo>
                  <a:pt x="184062" y="261314"/>
                </a:lnTo>
                <a:lnTo>
                  <a:pt x="192060" y="257853"/>
                </a:lnTo>
                <a:lnTo>
                  <a:pt x="199741" y="253917"/>
                </a:lnTo>
                <a:lnTo>
                  <a:pt x="207108" y="249557"/>
                </a:lnTo>
                <a:lnTo>
                  <a:pt x="296324" y="249557"/>
                </a:lnTo>
                <a:lnTo>
                  <a:pt x="281560" y="233465"/>
                </a:lnTo>
                <a:lnTo>
                  <a:pt x="125835" y="233465"/>
                </a:lnTo>
                <a:lnTo>
                  <a:pt x="89560" y="222655"/>
                </a:lnTo>
                <a:lnTo>
                  <a:pt x="59966" y="199056"/>
                </a:lnTo>
                <a:lnTo>
                  <a:pt x="41081" y="164775"/>
                </a:lnTo>
                <a:lnTo>
                  <a:pt x="36986" y="125834"/>
                </a:lnTo>
                <a:lnTo>
                  <a:pt x="47789" y="89569"/>
                </a:lnTo>
                <a:lnTo>
                  <a:pt x="71395" y="59981"/>
                </a:lnTo>
                <a:lnTo>
                  <a:pt x="105708" y="41072"/>
                </a:lnTo>
                <a:lnTo>
                  <a:pt x="144624" y="37011"/>
                </a:lnTo>
                <a:lnTo>
                  <a:pt x="226013" y="37011"/>
                </a:lnTo>
                <a:lnTo>
                  <a:pt x="215470" y="26378"/>
                </a:lnTo>
                <a:lnTo>
                  <a:pt x="178779" y="7208"/>
                </a:lnTo>
                <a:lnTo>
                  <a:pt x="137603" y="0"/>
                </a:lnTo>
                <a:close/>
              </a:path>
              <a:path w="374015" h="378460">
                <a:moveTo>
                  <a:pt x="226013" y="37011"/>
                </a:moveTo>
                <a:lnTo>
                  <a:pt x="144624" y="37011"/>
                </a:lnTo>
                <a:lnTo>
                  <a:pt x="180879" y="47819"/>
                </a:lnTo>
                <a:lnTo>
                  <a:pt x="210469" y="71418"/>
                </a:lnTo>
                <a:lnTo>
                  <a:pt x="229390" y="105729"/>
                </a:lnTo>
                <a:lnTo>
                  <a:pt x="233454" y="144645"/>
                </a:lnTo>
                <a:lnTo>
                  <a:pt x="222654" y="180913"/>
                </a:lnTo>
                <a:lnTo>
                  <a:pt x="199066" y="210501"/>
                </a:lnTo>
                <a:lnTo>
                  <a:pt x="164763" y="229380"/>
                </a:lnTo>
                <a:lnTo>
                  <a:pt x="125835" y="233465"/>
                </a:lnTo>
                <a:lnTo>
                  <a:pt x="281560" y="233465"/>
                </a:lnTo>
                <a:lnTo>
                  <a:pt x="253651" y="203046"/>
                </a:lnTo>
                <a:lnTo>
                  <a:pt x="252583" y="202082"/>
                </a:lnTo>
                <a:lnTo>
                  <a:pt x="263622" y="177285"/>
                </a:lnTo>
                <a:lnTo>
                  <a:pt x="269548" y="150626"/>
                </a:lnTo>
                <a:lnTo>
                  <a:pt x="269911" y="122864"/>
                </a:lnTo>
                <a:lnTo>
                  <a:pt x="264258" y="94756"/>
                </a:lnTo>
                <a:lnTo>
                  <a:pt x="244890" y="56048"/>
                </a:lnTo>
                <a:lnTo>
                  <a:pt x="226013" y="37011"/>
                </a:lnTo>
                <a:close/>
              </a:path>
            </a:pathLst>
          </a:custGeom>
          <a:solidFill>
            <a:srgbClr val="F89635"/>
          </a:solidFill>
        </p:spPr>
        <p:txBody>
          <a:bodyPr wrap="square" lIns="0" tIns="0" rIns="0" bIns="0" rtlCol="0"/>
          <a:lstStyle/>
          <a:p>
            <a:endParaRPr/>
          </a:p>
        </p:txBody>
      </p:sp>
      <p:sp>
        <p:nvSpPr>
          <p:cNvPr id="354" name="object 36">
            <a:extLst>
              <a:ext uri="{FF2B5EF4-FFF2-40B4-BE49-F238E27FC236}">
                <a16:creationId xmlns:a16="http://schemas.microsoft.com/office/drawing/2014/main" id="{D0CF81D6-458E-4C4B-B601-497BD1A73C9E}"/>
              </a:ext>
            </a:extLst>
          </p:cNvPr>
          <p:cNvSpPr/>
          <p:nvPr/>
        </p:nvSpPr>
        <p:spPr>
          <a:xfrm>
            <a:off x="17452245" y="2560599"/>
            <a:ext cx="165788" cy="114422"/>
          </a:xfrm>
          <a:prstGeom prst="rect">
            <a:avLst/>
          </a:prstGeom>
          <a:blipFill>
            <a:blip r:embed="rId6" cstate="print"/>
            <a:stretch>
              <a:fillRect/>
            </a:stretch>
          </a:blipFill>
        </p:spPr>
        <p:txBody>
          <a:bodyPr wrap="square" lIns="0" tIns="0" rIns="0" bIns="0" rtlCol="0"/>
          <a:lstStyle/>
          <a:p>
            <a:endParaRPr/>
          </a:p>
        </p:txBody>
      </p:sp>
      <p:sp>
        <p:nvSpPr>
          <p:cNvPr id="355" name="object 37">
            <a:extLst>
              <a:ext uri="{FF2B5EF4-FFF2-40B4-BE49-F238E27FC236}">
                <a16:creationId xmlns:a16="http://schemas.microsoft.com/office/drawing/2014/main" id="{02A135C0-57BE-4D35-8D8F-DAA1668C3CA0}"/>
              </a:ext>
            </a:extLst>
          </p:cNvPr>
          <p:cNvSpPr/>
          <p:nvPr/>
        </p:nvSpPr>
        <p:spPr>
          <a:xfrm>
            <a:off x="17209615" y="2311297"/>
            <a:ext cx="125095" cy="144145"/>
          </a:xfrm>
          <a:custGeom>
            <a:avLst/>
            <a:gdLst/>
            <a:ahLst/>
            <a:cxnLst/>
            <a:rect l="l" t="t" r="r" b="b"/>
            <a:pathLst>
              <a:path w="125094" h="144144">
                <a:moveTo>
                  <a:pt x="124750" y="0"/>
                </a:moveTo>
                <a:lnTo>
                  <a:pt x="0" y="143650"/>
                </a:lnTo>
                <a:lnTo>
                  <a:pt x="124750" y="143650"/>
                </a:lnTo>
                <a:lnTo>
                  <a:pt x="124750" y="0"/>
                </a:lnTo>
                <a:close/>
              </a:path>
            </a:pathLst>
          </a:custGeom>
          <a:solidFill>
            <a:srgbClr val="00527E"/>
          </a:solidFill>
        </p:spPr>
        <p:txBody>
          <a:bodyPr wrap="square" lIns="0" tIns="0" rIns="0" bIns="0" rtlCol="0"/>
          <a:lstStyle/>
          <a:p>
            <a:endParaRPr/>
          </a:p>
        </p:txBody>
      </p:sp>
      <p:sp>
        <p:nvSpPr>
          <p:cNvPr id="356" name="object 38">
            <a:extLst>
              <a:ext uri="{FF2B5EF4-FFF2-40B4-BE49-F238E27FC236}">
                <a16:creationId xmlns:a16="http://schemas.microsoft.com/office/drawing/2014/main" id="{1E377647-8935-4000-ACD8-8749871B1D24}"/>
              </a:ext>
            </a:extLst>
          </p:cNvPr>
          <p:cNvSpPr/>
          <p:nvPr/>
        </p:nvSpPr>
        <p:spPr>
          <a:xfrm>
            <a:off x="17209614" y="2311299"/>
            <a:ext cx="436880" cy="574675"/>
          </a:xfrm>
          <a:custGeom>
            <a:avLst/>
            <a:gdLst/>
            <a:ahLst/>
            <a:cxnLst/>
            <a:rect l="l" t="t" r="r" b="b"/>
            <a:pathLst>
              <a:path w="436880" h="574675">
                <a:moveTo>
                  <a:pt x="405526" y="0"/>
                </a:moveTo>
                <a:lnTo>
                  <a:pt x="156267" y="0"/>
                </a:lnTo>
                <a:lnTo>
                  <a:pt x="156267" y="171732"/>
                </a:lnTo>
                <a:lnTo>
                  <a:pt x="149094" y="179889"/>
                </a:lnTo>
                <a:lnTo>
                  <a:pt x="0" y="179889"/>
                </a:lnTo>
                <a:lnTo>
                  <a:pt x="0" y="538308"/>
                </a:lnTo>
                <a:lnTo>
                  <a:pt x="2523" y="552271"/>
                </a:lnTo>
                <a:lnTo>
                  <a:pt x="9368" y="563829"/>
                </a:lnTo>
                <a:lnTo>
                  <a:pt x="19445" y="571702"/>
                </a:lnTo>
                <a:lnTo>
                  <a:pt x="31663" y="574610"/>
                </a:lnTo>
                <a:lnTo>
                  <a:pt x="405526" y="574610"/>
                </a:lnTo>
                <a:lnTo>
                  <a:pt x="417576" y="571702"/>
                </a:lnTo>
                <a:lnTo>
                  <a:pt x="427343" y="563829"/>
                </a:lnTo>
                <a:lnTo>
                  <a:pt x="433889" y="552271"/>
                </a:lnTo>
                <a:lnTo>
                  <a:pt x="436279" y="538308"/>
                </a:lnTo>
                <a:lnTo>
                  <a:pt x="436279" y="534496"/>
                </a:lnTo>
                <a:lnTo>
                  <a:pt x="401580" y="496686"/>
                </a:lnTo>
                <a:lnTo>
                  <a:pt x="322817" y="496686"/>
                </a:lnTo>
                <a:lnTo>
                  <a:pt x="297508" y="494733"/>
                </a:lnTo>
                <a:lnTo>
                  <a:pt x="273055" y="488944"/>
                </a:lnTo>
                <a:lnTo>
                  <a:pt x="249775" y="479427"/>
                </a:lnTo>
                <a:lnTo>
                  <a:pt x="227982" y="466289"/>
                </a:lnTo>
                <a:lnTo>
                  <a:pt x="69662" y="466289"/>
                </a:lnTo>
                <a:lnTo>
                  <a:pt x="62490" y="459148"/>
                </a:lnTo>
                <a:lnTo>
                  <a:pt x="62490" y="439326"/>
                </a:lnTo>
                <a:lnTo>
                  <a:pt x="69662" y="430918"/>
                </a:lnTo>
                <a:lnTo>
                  <a:pt x="191816" y="430918"/>
                </a:lnTo>
                <a:lnTo>
                  <a:pt x="184153" y="419676"/>
                </a:lnTo>
                <a:lnTo>
                  <a:pt x="167021" y="382271"/>
                </a:lnTo>
                <a:lnTo>
                  <a:pt x="161523" y="359067"/>
                </a:lnTo>
                <a:lnTo>
                  <a:pt x="69662" y="359067"/>
                </a:lnTo>
                <a:lnTo>
                  <a:pt x="62490" y="350942"/>
                </a:lnTo>
                <a:lnTo>
                  <a:pt x="62490" y="331037"/>
                </a:lnTo>
                <a:lnTo>
                  <a:pt x="69662" y="323529"/>
                </a:lnTo>
                <a:lnTo>
                  <a:pt x="159691" y="323529"/>
                </a:lnTo>
                <a:lnTo>
                  <a:pt x="161625" y="306597"/>
                </a:lnTo>
                <a:lnTo>
                  <a:pt x="178088" y="257751"/>
                </a:lnTo>
                <a:lnTo>
                  <a:pt x="181512" y="251531"/>
                </a:lnTo>
                <a:lnTo>
                  <a:pt x="69662" y="251531"/>
                </a:lnTo>
                <a:lnTo>
                  <a:pt x="62490" y="243720"/>
                </a:lnTo>
                <a:lnTo>
                  <a:pt x="62490" y="223783"/>
                </a:lnTo>
                <a:lnTo>
                  <a:pt x="69662" y="215407"/>
                </a:lnTo>
                <a:lnTo>
                  <a:pt x="209826" y="215407"/>
                </a:lnTo>
                <a:lnTo>
                  <a:pt x="223938" y="203308"/>
                </a:lnTo>
                <a:lnTo>
                  <a:pt x="273918" y="177554"/>
                </a:lnTo>
                <a:lnTo>
                  <a:pt x="322817" y="170036"/>
                </a:lnTo>
                <a:lnTo>
                  <a:pt x="436279" y="170036"/>
                </a:lnTo>
                <a:lnTo>
                  <a:pt x="436279" y="36135"/>
                </a:lnTo>
                <a:lnTo>
                  <a:pt x="433889" y="22078"/>
                </a:lnTo>
                <a:lnTo>
                  <a:pt x="427343" y="10591"/>
                </a:lnTo>
                <a:lnTo>
                  <a:pt x="417576" y="2842"/>
                </a:lnTo>
                <a:lnTo>
                  <a:pt x="405526" y="0"/>
                </a:lnTo>
                <a:close/>
              </a:path>
              <a:path w="436880" h="574675">
                <a:moveTo>
                  <a:pt x="388742" y="482697"/>
                </a:moveTo>
                <a:lnTo>
                  <a:pt x="347503" y="494796"/>
                </a:lnTo>
                <a:lnTo>
                  <a:pt x="322817" y="496686"/>
                </a:lnTo>
                <a:lnTo>
                  <a:pt x="401580" y="496686"/>
                </a:lnTo>
                <a:lnTo>
                  <a:pt x="388742" y="482697"/>
                </a:lnTo>
                <a:close/>
              </a:path>
              <a:path w="436880" h="574675">
                <a:moveTo>
                  <a:pt x="436279" y="170036"/>
                </a:moveTo>
                <a:lnTo>
                  <a:pt x="322817" y="170036"/>
                </a:lnTo>
                <a:lnTo>
                  <a:pt x="348413" y="172031"/>
                </a:lnTo>
                <a:lnTo>
                  <a:pt x="373130" y="177942"/>
                </a:lnTo>
                <a:lnTo>
                  <a:pt x="418573" y="201082"/>
                </a:lnTo>
                <a:lnTo>
                  <a:pt x="436279" y="215899"/>
                </a:lnTo>
                <a:lnTo>
                  <a:pt x="436279" y="170036"/>
                </a:lnTo>
                <a:close/>
              </a:path>
            </a:pathLst>
          </a:custGeom>
          <a:solidFill>
            <a:srgbClr val="002B4C"/>
          </a:solidFill>
        </p:spPr>
        <p:txBody>
          <a:bodyPr wrap="square" lIns="0" tIns="0" rIns="0" bIns="0" rtlCol="0"/>
          <a:lstStyle/>
          <a:p>
            <a:endParaRPr/>
          </a:p>
        </p:txBody>
      </p:sp>
      <p:sp>
        <p:nvSpPr>
          <p:cNvPr id="357" name="object 39">
            <a:extLst>
              <a:ext uri="{FF2B5EF4-FFF2-40B4-BE49-F238E27FC236}">
                <a16:creationId xmlns:a16="http://schemas.microsoft.com/office/drawing/2014/main" id="{C6D987CF-8386-40B1-889D-661E4CE0B059}"/>
              </a:ext>
            </a:extLst>
          </p:cNvPr>
          <p:cNvSpPr/>
          <p:nvPr/>
        </p:nvSpPr>
        <p:spPr>
          <a:xfrm>
            <a:off x="18462891" y="3260840"/>
            <a:ext cx="1013460" cy="485140"/>
          </a:xfrm>
          <a:custGeom>
            <a:avLst/>
            <a:gdLst/>
            <a:ahLst/>
            <a:cxnLst/>
            <a:rect l="l" t="t" r="r" b="b"/>
            <a:pathLst>
              <a:path w="1013459" h="485139">
                <a:moveTo>
                  <a:pt x="1013309" y="0"/>
                </a:moveTo>
                <a:lnTo>
                  <a:pt x="0" y="0"/>
                </a:lnTo>
                <a:lnTo>
                  <a:pt x="0" y="484854"/>
                </a:lnTo>
                <a:lnTo>
                  <a:pt x="1013309" y="484854"/>
                </a:lnTo>
                <a:lnTo>
                  <a:pt x="1013309" y="0"/>
                </a:lnTo>
                <a:close/>
              </a:path>
            </a:pathLst>
          </a:custGeom>
          <a:solidFill>
            <a:srgbClr val="002B4C"/>
          </a:solidFill>
        </p:spPr>
        <p:txBody>
          <a:bodyPr wrap="square" lIns="0" tIns="0" rIns="0" bIns="0" rtlCol="0"/>
          <a:lstStyle/>
          <a:p>
            <a:endParaRPr/>
          </a:p>
        </p:txBody>
      </p:sp>
      <p:sp>
        <p:nvSpPr>
          <p:cNvPr id="358" name="object 40">
            <a:extLst>
              <a:ext uri="{FF2B5EF4-FFF2-40B4-BE49-F238E27FC236}">
                <a16:creationId xmlns:a16="http://schemas.microsoft.com/office/drawing/2014/main" id="{952D0F3C-95D6-4FBB-B561-B4F09016E405}"/>
              </a:ext>
            </a:extLst>
          </p:cNvPr>
          <p:cNvSpPr/>
          <p:nvPr/>
        </p:nvSpPr>
        <p:spPr>
          <a:xfrm>
            <a:off x="18462894" y="3260843"/>
            <a:ext cx="1013309" cy="484854"/>
          </a:xfrm>
          <a:prstGeom prst="rect">
            <a:avLst/>
          </a:prstGeom>
          <a:blipFill>
            <a:blip r:embed="rId7" cstate="print"/>
            <a:stretch>
              <a:fillRect/>
            </a:stretch>
          </a:blipFill>
        </p:spPr>
        <p:txBody>
          <a:bodyPr wrap="square" lIns="0" tIns="0" rIns="0" bIns="0" rtlCol="0"/>
          <a:lstStyle/>
          <a:p>
            <a:endParaRPr/>
          </a:p>
        </p:txBody>
      </p:sp>
      <p:sp>
        <p:nvSpPr>
          <p:cNvPr id="359" name="object 41">
            <a:extLst>
              <a:ext uri="{FF2B5EF4-FFF2-40B4-BE49-F238E27FC236}">
                <a16:creationId xmlns:a16="http://schemas.microsoft.com/office/drawing/2014/main" id="{A61FAB50-F5AA-4DED-88DD-AB065FCBDFE4}"/>
              </a:ext>
            </a:extLst>
          </p:cNvPr>
          <p:cNvSpPr/>
          <p:nvPr/>
        </p:nvSpPr>
        <p:spPr>
          <a:xfrm>
            <a:off x="18447395" y="3745697"/>
            <a:ext cx="1044292" cy="274399"/>
          </a:xfrm>
          <a:prstGeom prst="rect">
            <a:avLst/>
          </a:prstGeom>
          <a:blipFill>
            <a:blip r:embed="rId8" cstate="print"/>
            <a:stretch>
              <a:fillRect/>
            </a:stretch>
          </a:blipFill>
        </p:spPr>
        <p:txBody>
          <a:bodyPr wrap="square" lIns="0" tIns="0" rIns="0" bIns="0" rtlCol="0"/>
          <a:lstStyle/>
          <a:p>
            <a:endParaRPr/>
          </a:p>
        </p:txBody>
      </p:sp>
      <p:sp>
        <p:nvSpPr>
          <p:cNvPr id="360" name="object 42">
            <a:extLst>
              <a:ext uri="{FF2B5EF4-FFF2-40B4-BE49-F238E27FC236}">
                <a16:creationId xmlns:a16="http://schemas.microsoft.com/office/drawing/2014/main" id="{862D884A-832A-4D09-90AF-AF87B908D8D0}"/>
              </a:ext>
            </a:extLst>
          </p:cNvPr>
          <p:cNvSpPr/>
          <p:nvPr/>
        </p:nvSpPr>
        <p:spPr>
          <a:xfrm>
            <a:off x="19304762" y="1848549"/>
            <a:ext cx="0" cy="0"/>
          </a:xfrm>
          <a:custGeom>
            <a:avLst/>
            <a:gdLst/>
            <a:ahLst/>
            <a:cxnLst/>
            <a:rect l="l" t="t" r="r" b="b"/>
            <a:pathLst>
              <a:path>
                <a:moveTo>
                  <a:pt x="0" y="0"/>
                </a:moveTo>
              </a:path>
            </a:pathLst>
          </a:custGeom>
          <a:solidFill>
            <a:srgbClr val="C9C7C6"/>
          </a:solidFill>
        </p:spPr>
        <p:txBody>
          <a:bodyPr wrap="square" lIns="0" tIns="0" rIns="0" bIns="0" rtlCol="0"/>
          <a:lstStyle/>
          <a:p>
            <a:endParaRPr/>
          </a:p>
        </p:txBody>
      </p:sp>
      <p:sp>
        <p:nvSpPr>
          <p:cNvPr id="361" name="object 43">
            <a:extLst>
              <a:ext uri="{FF2B5EF4-FFF2-40B4-BE49-F238E27FC236}">
                <a16:creationId xmlns:a16="http://schemas.microsoft.com/office/drawing/2014/main" id="{CA5A4CEE-90CD-4DB3-AC28-988E0B2608AC}"/>
              </a:ext>
            </a:extLst>
          </p:cNvPr>
          <p:cNvSpPr/>
          <p:nvPr/>
        </p:nvSpPr>
        <p:spPr>
          <a:xfrm>
            <a:off x="18447395" y="1848550"/>
            <a:ext cx="1044292" cy="1408837"/>
          </a:xfrm>
          <a:prstGeom prst="rect">
            <a:avLst/>
          </a:prstGeom>
          <a:blipFill>
            <a:blip r:embed="rId9" cstate="print"/>
            <a:stretch>
              <a:fillRect/>
            </a:stretch>
          </a:blipFill>
        </p:spPr>
        <p:txBody>
          <a:bodyPr wrap="square" lIns="0" tIns="0" rIns="0" bIns="0" rtlCol="0"/>
          <a:lstStyle/>
          <a:p>
            <a:endParaRPr/>
          </a:p>
        </p:txBody>
      </p:sp>
      <p:sp>
        <p:nvSpPr>
          <p:cNvPr id="362" name="object 44">
            <a:extLst>
              <a:ext uri="{FF2B5EF4-FFF2-40B4-BE49-F238E27FC236}">
                <a16:creationId xmlns:a16="http://schemas.microsoft.com/office/drawing/2014/main" id="{569BBA46-727E-43A8-AB98-5E539B71E8C7}"/>
              </a:ext>
            </a:extLst>
          </p:cNvPr>
          <p:cNvSpPr/>
          <p:nvPr/>
        </p:nvSpPr>
        <p:spPr>
          <a:xfrm>
            <a:off x="18700172" y="3359615"/>
            <a:ext cx="546141" cy="282535"/>
          </a:xfrm>
          <a:prstGeom prst="rect">
            <a:avLst/>
          </a:prstGeom>
          <a:blipFill>
            <a:blip r:embed="rId10" cstate="print"/>
            <a:stretch>
              <a:fillRect/>
            </a:stretch>
          </a:blipFill>
        </p:spPr>
        <p:txBody>
          <a:bodyPr wrap="square" lIns="0" tIns="0" rIns="0" bIns="0" rtlCol="0"/>
          <a:lstStyle/>
          <a:p>
            <a:endParaRPr/>
          </a:p>
        </p:txBody>
      </p:sp>
      <p:sp>
        <p:nvSpPr>
          <p:cNvPr id="363" name="object 45">
            <a:extLst>
              <a:ext uri="{FF2B5EF4-FFF2-40B4-BE49-F238E27FC236}">
                <a16:creationId xmlns:a16="http://schemas.microsoft.com/office/drawing/2014/main" id="{2491B37D-A85F-40A1-8F15-A9B7AFC800BF}"/>
              </a:ext>
            </a:extLst>
          </p:cNvPr>
          <p:cNvSpPr/>
          <p:nvPr/>
        </p:nvSpPr>
        <p:spPr>
          <a:xfrm>
            <a:off x="18665688" y="2395226"/>
            <a:ext cx="571500" cy="571500"/>
          </a:xfrm>
          <a:custGeom>
            <a:avLst/>
            <a:gdLst/>
            <a:ahLst/>
            <a:cxnLst/>
            <a:rect l="l" t="t" r="r" b="b"/>
            <a:pathLst>
              <a:path w="571500" h="571500">
                <a:moveTo>
                  <a:pt x="388136" y="529502"/>
                </a:moveTo>
                <a:lnTo>
                  <a:pt x="307634" y="529502"/>
                </a:lnTo>
                <a:lnTo>
                  <a:pt x="326942" y="571281"/>
                </a:lnTo>
                <a:lnTo>
                  <a:pt x="367014" y="562527"/>
                </a:lnTo>
                <a:lnTo>
                  <a:pt x="390187" y="554632"/>
                </a:lnTo>
                <a:lnTo>
                  <a:pt x="388136" y="529502"/>
                </a:lnTo>
                <a:close/>
              </a:path>
              <a:path w="571500" h="571500">
                <a:moveTo>
                  <a:pt x="494579" y="484550"/>
                </a:moveTo>
                <a:lnTo>
                  <a:pt x="142833" y="484550"/>
                </a:lnTo>
                <a:lnTo>
                  <a:pt x="152327" y="491059"/>
                </a:lnTo>
                <a:lnTo>
                  <a:pt x="162153" y="497130"/>
                </a:lnTo>
                <a:lnTo>
                  <a:pt x="172295" y="502743"/>
                </a:lnTo>
                <a:lnTo>
                  <a:pt x="182737" y="507879"/>
                </a:lnTo>
                <a:lnTo>
                  <a:pt x="179483" y="543846"/>
                </a:lnTo>
                <a:lnTo>
                  <a:pt x="225482" y="567958"/>
                </a:lnTo>
                <a:lnTo>
                  <a:pt x="241636" y="570935"/>
                </a:lnTo>
                <a:lnTo>
                  <a:pt x="245906" y="561999"/>
                </a:lnTo>
                <a:lnTo>
                  <a:pt x="261395" y="529303"/>
                </a:lnTo>
                <a:lnTo>
                  <a:pt x="388120" y="529303"/>
                </a:lnTo>
                <a:lnTo>
                  <a:pt x="386448" y="508811"/>
                </a:lnTo>
                <a:lnTo>
                  <a:pt x="396950" y="503768"/>
                </a:lnTo>
                <a:lnTo>
                  <a:pt x="407148" y="498247"/>
                </a:lnTo>
                <a:lnTo>
                  <a:pt x="417030" y="492265"/>
                </a:lnTo>
                <a:lnTo>
                  <a:pt x="426583" y="485838"/>
                </a:lnTo>
                <a:lnTo>
                  <a:pt x="493354" y="485838"/>
                </a:lnTo>
                <a:lnTo>
                  <a:pt x="494579" y="484550"/>
                </a:lnTo>
                <a:close/>
              </a:path>
              <a:path w="571500" h="571500">
                <a:moveTo>
                  <a:pt x="388120" y="529303"/>
                </a:moveTo>
                <a:lnTo>
                  <a:pt x="261395" y="529303"/>
                </a:lnTo>
                <a:lnTo>
                  <a:pt x="269332" y="530078"/>
                </a:lnTo>
                <a:lnTo>
                  <a:pt x="277426" y="530486"/>
                </a:lnTo>
                <a:lnTo>
                  <a:pt x="293059" y="530486"/>
                </a:lnTo>
                <a:lnTo>
                  <a:pt x="300388" y="530140"/>
                </a:lnTo>
                <a:lnTo>
                  <a:pt x="307634" y="529502"/>
                </a:lnTo>
                <a:lnTo>
                  <a:pt x="388136" y="529502"/>
                </a:lnTo>
                <a:lnTo>
                  <a:pt x="388120" y="529303"/>
                </a:lnTo>
                <a:close/>
              </a:path>
              <a:path w="571500" h="571500">
                <a:moveTo>
                  <a:pt x="493354" y="485838"/>
                </a:moveTo>
                <a:lnTo>
                  <a:pt x="426583" y="485838"/>
                </a:lnTo>
                <a:lnTo>
                  <a:pt x="464279" y="512371"/>
                </a:lnTo>
                <a:lnTo>
                  <a:pt x="476888" y="501806"/>
                </a:lnTo>
                <a:lnTo>
                  <a:pt x="488842" y="490583"/>
                </a:lnTo>
                <a:lnTo>
                  <a:pt x="493354" y="485838"/>
                </a:lnTo>
                <a:close/>
              </a:path>
              <a:path w="571500" h="571500">
                <a:moveTo>
                  <a:pt x="122153" y="386501"/>
                </a:moveTo>
                <a:lnTo>
                  <a:pt x="62416" y="386501"/>
                </a:lnTo>
                <a:lnTo>
                  <a:pt x="67464" y="396973"/>
                </a:lnTo>
                <a:lnTo>
                  <a:pt x="72983" y="407162"/>
                </a:lnTo>
                <a:lnTo>
                  <a:pt x="78960" y="417057"/>
                </a:lnTo>
                <a:lnTo>
                  <a:pt x="85379" y="426646"/>
                </a:lnTo>
                <a:lnTo>
                  <a:pt x="58909" y="464299"/>
                </a:lnTo>
                <a:lnTo>
                  <a:pt x="69444" y="476930"/>
                </a:lnTo>
                <a:lnTo>
                  <a:pt x="80651" y="488890"/>
                </a:lnTo>
                <a:lnTo>
                  <a:pt x="92487" y="500160"/>
                </a:lnTo>
                <a:lnTo>
                  <a:pt x="104907" y="510717"/>
                </a:lnTo>
                <a:lnTo>
                  <a:pt x="142833" y="484550"/>
                </a:lnTo>
                <a:lnTo>
                  <a:pt x="494579" y="484550"/>
                </a:lnTo>
                <a:lnTo>
                  <a:pt x="499548" y="479325"/>
                </a:lnTo>
                <a:lnTo>
                  <a:pt x="286043" y="479325"/>
                </a:lnTo>
                <a:lnTo>
                  <a:pt x="241697" y="474218"/>
                </a:lnTo>
                <a:lnTo>
                  <a:pt x="200986" y="459669"/>
                </a:lnTo>
                <a:lnTo>
                  <a:pt x="165073" y="436840"/>
                </a:lnTo>
                <a:lnTo>
                  <a:pt x="135119" y="406891"/>
                </a:lnTo>
                <a:lnTo>
                  <a:pt x="122153" y="386501"/>
                </a:lnTo>
                <a:close/>
              </a:path>
              <a:path w="571500" h="571500">
                <a:moveTo>
                  <a:pt x="500095" y="92573"/>
                </a:moveTo>
                <a:lnTo>
                  <a:pt x="286043" y="92573"/>
                </a:lnTo>
                <a:lnTo>
                  <a:pt x="330385" y="97679"/>
                </a:lnTo>
                <a:lnTo>
                  <a:pt x="371083" y="112225"/>
                </a:lnTo>
                <a:lnTo>
                  <a:pt x="406980" y="135050"/>
                </a:lnTo>
                <a:lnTo>
                  <a:pt x="436916" y="164994"/>
                </a:lnTo>
                <a:lnTo>
                  <a:pt x="459733" y="200897"/>
                </a:lnTo>
                <a:lnTo>
                  <a:pt x="474273" y="241598"/>
                </a:lnTo>
                <a:lnTo>
                  <a:pt x="479378" y="285938"/>
                </a:lnTo>
                <a:lnTo>
                  <a:pt x="474273" y="330280"/>
                </a:lnTo>
                <a:lnTo>
                  <a:pt x="459733" y="370984"/>
                </a:lnTo>
                <a:lnTo>
                  <a:pt x="436916" y="406891"/>
                </a:lnTo>
                <a:lnTo>
                  <a:pt x="406980" y="436840"/>
                </a:lnTo>
                <a:lnTo>
                  <a:pt x="371083" y="459669"/>
                </a:lnTo>
                <a:lnTo>
                  <a:pt x="330385" y="474218"/>
                </a:lnTo>
                <a:lnTo>
                  <a:pt x="286043" y="479325"/>
                </a:lnTo>
                <a:lnTo>
                  <a:pt x="499548" y="479325"/>
                </a:lnTo>
                <a:lnTo>
                  <a:pt x="500111" y="478733"/>
                </a:lnTo>
                <a:lnTo>
                  <a:pt x="510665" y="466289"/>
                </a:lnTo>
                <a:lnTo>
                  <a:pt x="484498" y="428447"/>
                </a:lnTo>
                <a:lnTo>
                  <a:pt x="491028" y="418918"/>
                </a:lnTo>
                <a:lnTo>
                  <a:pt x="497110" y="409076"/>
                </a:lnTo>
                <a:lnTo>
                  <a:pt x="502721" y="398936"/>
                </a:lnTo>
                <a:lnTo>
                  <a:pt x="507837" y="388511"/>
                </a:lnTo>
                <a:lnTo>
                  <a:pt x="555146" y="388511"/>
                </a:lnTo>
                <a:lnTo>
                  <a:pt x="559266" y="377346"/>
                </a:lnTo>
                <a:lnTo>
                  <a:pt x="564054" y="361703"/>
                </a:lnTo>
                <a:lnTo>
                  <a:pt x="567954" y="345765"/>
                </a:lnTo>
                <a:lnTo>
                  <a:pt x="570935" y="329571"/>
                </a:lnTo>
                <a:lnTo>
                  <a:pt x="529282" y="309854"/>
                </a:lnTo>
                <a:lnTo>
                  <a:pt x="530046" y="301886"/>
                </a:lnTo>
                <a:lnTo>
                  <a:pt x="530507" y="293813"/>
                </a:lnTo>
                <a:lnTo>
                  <a:pt x="530467" y="277467"/>
                </a:lnTo>
                <a:lnTo>
                  <a:pt x="530119" y="270881"/>
                </a:lnTo>
                <a:lnTo>
                  <a:pt x="529439" y="263625"/>
                </a:lnTo>
                <a:lnTo>
                  <a:pt x="571249" y="244296"/>
                </a:lnTo>
                <a:lnTo>
                  <a:pt x="562500" y="204235"/>
                </a:lnTo>
                <a:lnTo>
                  <a:pt x="555997" y="184769"/>
                </a:lnTo>
                <a:lnTo>
                  <a:pt x="508759" y="184769"/>
                </a:lnTo>
                <a:lnTo>
                  <a:pt x="503712" y="174297"/>
                </a:lnTo>
                <a:lnTo>
                  <a:pt x="498192" y="164108"/>
                </a:lnTo>
                <a:lnTo>
                  <a:pt x="492216" y="154216"/>
                </a:lnTo>
                <a:lnTo>
                  <a:pt x="485796" y="144634"/>
                </a:lnTo>
                <a:lnTo>
                  <a:pt x="512340" y="106981"/>
                </a:lnTo>
                <a:lnTo>
                  <a:pt x="501762" y="94349"/>
                </a:lnTo>
                <a:lnTo>
                  <a:pt x="500095" y="92573"/>
                </a:lnTo>
                <a:close/>
              </a:path>
              <a:path w="571500" h="571500">
                <a:moveTo>
                  <a:pt x="555146" y="388511"/>
                </a:moveTo>
                <a:lnTo>
                  <a:pt x="507837" y="388511"/>
                </a:lnTo>
                <a:lnTo>
                  <a:pt x="553616" y="392658"/>
                </a:lnTo>
                <a:lnTo>
                  <a:pt x="555146" y="388511"/>
                </a:lnTo>
                <a:close/>
              </a:path>
              <a:path w="571500" h="571500">
                <a:moveTo>
                  <a:pt x="17549" y="178612"/>
                </a:moveTo>
                <a:lnTo>
                  <a:pt x="11917" y="193929"/>
                </a:lnTo>
                <a:lnTo>
                  <a:pt x="7155" y="209574"/>
                </a:lnTo>
                <a:lnTo>
                  <a:pt x="3279" y="225510"/>
                </a:lnTo>
                <a:lnTo>
                  <a:pt x="303" y="241699"/>
                </a:lnTo>
                <a:lnTo>
                  <a:pt x="41967" y="261416"/>
                </a:lnTo>
                <a:lnTo>
                  <a:pt x="41129" y="269384"/>
                </a:lnTo>
                <a:lnTo>
                  <a:pt x="40742" y="277467"/>
                </a:lnTo>
                <a:lnTo>
                  <a:pt x="40782" y="293813"/>
                </a:lnTo>
                <a:lnTo>
                  <a:pt x="41129" y="300399"/>
                </a:lnTo>
                <a:lnTo>
                  <a:pt x="41736" y="307645"/>
                </a:lnTo>
                <a:lnTo>
                  <a:pt x="0" y="326974"/>
                </a:lnTo>
                <a:lnTo>
                  <a:pt x="8717" y="367040"/>
                </a:lnTo>
                <a:lnTo>
                  <a:pt x="16638" y="390228"/>
                </a:lnTo>
                <a:lnTo>
                  <a:pt x="62416" y="386501"/>
                </a:lnTo>
                <a:lnTo>
                  <a:pt x="122153" y="386501"/>
                </a:lnTo>
                <a:lnTo>
                  <a:pt x="112286" y="370984"/>
                </a:lnTo>
                <a:lnTo>
                  <a:pt x="97734" y="330280"/>
                </a:lnTo>
                <a:lnTo>
                  <a:pt x="92625" y="285938"/>
                </a:lnTo>
                <a:lnTo>
                  <a:pt x="97734" y="241598"/>
                </a:lnTo>
                <a:lnTo>
                  <a:pt x="112286" y="200897"/>
                </a:lnTo>
                <a:lnTo>
                  <a:pt x="123821" y="182758"/>
                </a:lnTo>
                <a:lnTo>
                  <a:pt x="63327" y="182758"/>
                </a:lnTo>
                <a:lnTo>
                  <a:pt x="17549" y="178612"/>
                </a:lnTo>
                <a:close/>
              </a:path>
              <a:path w="571500" h="571500">
                <a:moveTo>
                  <a:pt x="554611" y="181041"/>
                </a:moveTo>
                <a:lnTo>
                  <a:pt x="508759" y="184769"/>
                </a:lnTo>
                <a:lnTo>
                  <a:pt x="555997" y="184769"/>
                </a:lnTo>
                <a:lnTo>
                  <a:pt x="554611" y="181041"/>
                </a:lnTo>
                <a:close/>
              </a:path>
              <a:path w="571500" h="571500">
                <a:moveTo>
                  <a:pt x="106970" y="58898"/>
                </a:moveTo>
                <a:lnTo>
                  <a:pt x="94314" y="69469"/>
                </a:lnTo>
                <a:lnTo>
                  <a:pt x="82339" y="80695"/>
                </a:lnTo>
                <a:lnTo>
                  <a:pt x="71039" y="92573"/>
                </a:lnTo>
                <a:lnTo>
                  <a:pt x="60511" y="104981"/>
                </a:lnTo>
                <a:lnTo>
                  <a:pt x="86677" y="142833"/>
                </a:lnTo>
                <a:lnTo>
                  <a:pt x="80184" y="152356"/>
                </a:lnTo>
                <a:lnTo>
                  <a:pt x="74115" y="162195"/>
                </a:lnTo>
                <a:lnTo>
                  <a:pt x="68490" y="172334"/>
                </a:lnTo>
                <a:lnTo>
                  <a:pt x="63327" y="182758"/>
                </a:lnTo>
                <a:lnTo>
                  <a:pt x="123821" y="182758"/>
                </a:lnTo>
                <a:lnTo>
                  <a:pt x="135119" y="164994"/>
                </a:lnTo>
                <a:lnTo>
                  <a:pt x="165073" y="135050"/>
                </a:lnTo>
                <a:lnTo>
                  <a:pt x="200986" y="112225"/>
                </a:lnTo>
                <a:lnTo>
                  <a:pt x="241697" y="97679"/>
                </a:lnTo>
                <a:lnTo>
                  <a:pt x="286043" y="92573"/>
                </a:lnTo>
                <a:lnTo>
                  <a:pt x="500095" y="92573"/>
                </a:lnTo>
                <a:lnTo>
                  <a:pt x="494610" y="86730"/>
                </a:lnTo>
                <a:lnTo>
                  <a:pt x="428416" y="86730"/>
                </a:lnTo>
                <a:lnTo>
                  <a:pt x="426531" y="85442"/>
                </a:lnTo>
                <a:lnTo>
                  <a:pt x="144581" y="85442"/>
                </a:lnTo>
                <a:lnTo>
                  <a:pt x="106970" y="58898"/>
                </a:lnTo>
                <a:close/>
              </a:path>
              <a:path w="571500" h="571500">
                <a:moveTo>
                  <a:pt x="466258" y="60553"/>
                </a:moveTo>
                <a:lnTo>
                  <a:pt x="428416" y="86730"/>
                </a:lnTo>
                <a:lnTo>
                  <a:pt x="494610" y="86730"/>
                </a:lnTo>
                <a:lnTo>
                  <a:pt x="490532" y="82384"/>
                </a:lnTo>
                <a:lnTo>
                  <a:pt x="478685" y="71111"/>
                </a:lnTo>
                <a:lnTo>
                  <a:pt x="466258" y="60553"/>
                </a:lnTo>
                <a:close/>
              </a:path>
              <a:path w="571500" h="571500">
                <a:moveTo>
                  <a:pt x="244306" y="0"/>
                </a:moveTo>
                <a:lnTo>
                  <a:pt x="204226" y="8744"/>
                </a:lnTo>
                <a:lnTo>
                  <a:pt x="180978" y="16638"/>
                </a:lnTo>
                <a:lnTo>
                  <a:pt x="181888" y="27428"/>
                </a:lnTo>
                <a:lnTo>
                  <a:pt x="184716" y="62458"/>
                </a:lnTo>
                <a:lnTo>
                  <a:pt x="174262" y="67501"/>
                </a:lnTo>
                <a:lnTo>
                  <a:pt x="164080" y="73023"/>
                </a:lnTo>
                <a:lnTo>
                  <a:pt x="154182" y="79009"/>
                </a:lnTo>
                <a:lnTo>
                  <a:pt x="144581" y="85442"/>
                </a:lnTo>
                <a:lnTo>
                  <a:pt x="426531" y="85442"/>
                </a:lnTo>
                <a:lnTo>
                  <a:pt x="418876" y="80212"/>
                </a:lnTo>
                <a:lnTo>
                  <a:pt x="409037" y="74141"/>
                </a:lnTo>
                <a:lnTo>
                  <a:pt x="398910" y="68530"/>
                </a:lnTo>
                <a:lnTo>
                  <a:pt x="388511" y="63390"/>
                </a:lnTo>
                <a:lnTo>
                  <a:pt x="390429" y="41977"/>
                </a:lnTo>
                <a:lnTo>
                  <a:pt x="309843" y="41977"/>
                </a:lnTo>
                <a:lnTo>
                  <a:pt x="307736" y="41768"/>
                </a:lnTo>
                <a:lnTo>
                  <a:pt x="263615" y="41768"/>
                </a:lnTo>
                <a:lnTo>
                  <a:pt x="248326" y="8744"/>
                </a:lnTo>
                <a:lnTo>
                  <a:pt x="244306" y="0"/>
                </a:lnTo>
                <a:close/>
              </a:path>
              <a:path w="571500" h="571500">
                <a:moveTo>
                  <a:pt x="329529" y="345"/>
                </a:moveTo>
                <a:lnTo>
                  <a:pt x="309843" y="41977"/>
                </a:lnTo>
                <a:lnTo>
                  <a:pt x="390429" y="41977"/>
                </a:lnTo>
                <a:lnTo>
                  <a:pt x="392626" y="17591"/>
                </a:lnTo>
                <a:lnTo>
                  <a:pt x="377331" y="11961"/>
                </a:lnTo>
                <a:lnTo>
                  <a:pt x="361682" y="7197"/>
                </a:lnTo>
                <a:lnTo>
                  <a:pt x="345731" y="3318"/>
                </a:lnTo>
                <a:lnTo>
                  <a:pt x="329529" y="345"/>
                </a:lnTo>
                <a:close/>
              </a:path>
              <a:path w="571500" h="571500">
                <a:moveTo>
                  <a:pt x="293750" y="40784"/>
                </a:moveTo>
                <a:lnTo>
                  <a:pt x="278190" y="40784"/>
                </a:lnTo>
                <a:lnTo>
                  <a:pt x="270860" y="41119"/>
                </a:lnTo>
                <a:lnTo>
                  <a:pt x="263615" y="41768"/>
                </a:lnTo>
                <a:lnTo>
                  <a:pt x="307736" y="41768"/>
                </a:lnTo>
                <a:lnTo>
                  <a:pt x="301833" y="41181"/>
                </a:lnTo>
                <a:lnTo>
                  <a:pt x="293750" y="40784"/>
                </a:lnTo>
                <a:close/>
              </a:path>
            </a:pathLst>
          </a:custGeom>
          <a:solidFill>
            <a:srgbClr val="002B4C"/>
          </a:solidFill>
        </p:spPr>
        <p:txBody>
          <a:bodyPr wrap="square" lIns="0" tIns="0" rIns="0" bIns="0" rtlCol="0"/>
          <a:lstStyle/>
          <a:p>
            <a:endParaRPr/>
          </a:p>
        </p:txBody>
      </p:sp>
      <p:sp>
        <p:nvSpPr>
          <p:cNvPr id="364" name="object 46">
            <a:extLst>
              <a:ext uri="{FF2B5EF4-FFF2-40B4-BE49-F238E27FC236}">
                <a16:creationId xmlns:a16="http://schemas.microsoft.com/office/drawing/2014/main" id="{27254F09-4A92-40BB-B0F1-765557AB6CDB}"/>
              </a:ext>
            </a:extLst>
          </p:cNvPr>
          <p:cNvSpPr/>
          <p:nvPr/>
        </p:nvSpPr>
        <p:spPr>
          <a:xfrm>
            <a:off x="19066105" y="2745649"/>
            <a:ext cx="22860" cy="22860"/>
          </a:xfrm>
          <a:custGeom>
            <a:avLst/>
            <a:gdLst/>
            <a:ahLst/>
            <a:cxnLst/>
            <a:rect l="l" t="t" r="r" b="b"/>
            <a:pathLst>
              <a:path w="22859" h="22860">
                <a:moveTo>
                  <a:pt x="17392" y="0"/>
                </a:moveTo>
                <a:lnTo>
                  <a:pt x="5036" y="0"/>
                </a:lnTo>
                <a:lnTo>
                  <a:pt x="0" y="5036"/>
                </a:lnTo>
                <a:lnTo>
                  <a:pt x="0" y="17392"/>
                </a:lnTo>
                <a:lnTo>
                  <a:pt x="5036" y="22418"/>
                </a:lnTo>
                <a:lnTo>
                  <a:pt x="17392" y="22418"/>
                </a:lnTo>
                <a:lnTo>
                  <a:pt x="22428" y="17392"/>
                </a:lnTo>
                <a:lnTo>
                  <a:pt x="22428" y="5036"/>
                </a:lnTo>
                <a:lnTo>
                  <a:pt x="17392" y="0"/>
                </a:lnTo>
                <a:close/>
              </a:path>
            </a:pathLst>
          </a:custGeom>
          <a:solidFill>
            <a:srgbClr val="002B4C"/>
          </a:solidFill>
        </p:spPr>
        <p:txBody>
          <a:bodyPr wrap="square" lIns="0" tIns="0" rIns="0" bIns="0" rtlCol="0"/>
          <a:lstStyle/>
          <a:p>
            <a:endParaRPr/>
          </a:p>
        </p:txBody>
      </p:sp>
      <p:sp>
        <p:nvSpPr>
          <p:cNvPr id="365" name="object 47">
            <a:extLst>
              <a:ext uri="{FF2B5EF4-FFF2-40B4-BE49-F238E27FC236}">
                <a16:creationId xmlns:a16="http://schemas.microsoft.com/office/drawing/2014/main" id="{7BA78874-0EA6-46BF-ABD2-2660684D17DE}"/>
              </a:ext>
            </a:extLst>
          </p:cNvPr>
          <p:cNvSpPr/>
          <p:nvPr/>
        </p:nvSpPr>
        <p:spPr>
          <a:xfrm>
            <a:off x="18868412" y="2616384"/>
            <a:ext cx="22860" cy="22860"/>
          </a:xfrm>
          <a:custGeom>
            <a:avLst/>
            <a:gdLst/>
            <a:ahLst/>
            <a:cxnLst/>
            <a:rect l="l" t="t" r="r" b="b"/>
            <a:pathLst>
              <a:path w="22859" h="22860">
                <a:moveTo>
                  <a:pt x="17392" y="0"/>
                </a:moveTo>
                <a:lnTo>
                  <a:pt x="5036" y="0"/>
                </a:lnTo>
                <a:lnTo>
                  <a:pt x="0" y="5026"/>
                </a:lnTo>
                <a:lnTo>
                  <a:pt x="0" y="17381"/>
                </a:lnTo>
                <a:lnTo>
                  <a:pt x="5036" y="22418"/>
                </a:lnTo>
                <a:lnTo>
                  <a:pt x="17392" y="22418"/>
                </a:lnTo>
                <a:lnTo>
                  <a:pt x="22428" y="17381"/>
                </a:lnTo>
                <a:lnTo>
                  <a:pt x="22428" y="5026"/>
                </a:lnTo>
                <a:lnTo>
                  <a:pt x="17392" y="0"/>
                </a:lnTo>
                <a:close/>
              </a:path>
            </a:pathLst>
          </a:custGeom>
          <a:solidFill>
            <a:srgbClr val="002B4C"/>
          </a:solidFill>
        </p:spPr>
        <p:txBody>
          <a:bodyPr wrap="square" lIns="0" tIns="0" rIns="0" bIns="0" rtlCol="0"/>
          <a:lstStyle/>
          <a:p>
            <a:endParaRPr/>
          </a:p>
        </p:txBody>
      </p:sp>
      <p:sp>
        <p:nvSpPr>
          <p:cNvPr id="366" name="object 48">
            <a:extLst>
              <a:ext uri="{FF2B5EF4-FFF2-40B4-BE49-F238E27FC236}">
                <a16:creationId xmlns:a16="http://schemas.microsoft.com/office/drawing/2014/main" id="{C311A9E0-63DE-44EE-8752-B2E527E9343C}"/>
              </a:ext>
            </a:extLst>
          </p:cNvPr>
          <p:cNvSpPr/>
          <p:nvPr/>
        </p:nvSpPr>
        <p:spPr>
          <a:xfrm>
            <a:off x="18956921" y="2562569"/>
            <a:ext cx="26670" cy="26670"/>
          </a:xfrm>
          <a:custGeom>
            <a:avLst/>
            <a:gdLst/>
            <a:ahLst/>
            <a:cxnLst/>
            <a:rect l="l" t="t" r="r" b="b"/>
            <a:pathLst>
              <a:path w="26669" h="26669">
                <a:moveTo>
                  <a:pt x="20365" y="0"/>
                </a:moveTo>
                <a:lnTo>
                  <a:pt x="5874" y="0"/>
                </a:lnTo>
                <a:lnTo>
                  <a:pt x="0" y="5916"/>
                </a:lnTo>
                <a:lnTo>
                  <a:pt x="0" y="20449"/>
                </a:lnTo>
                <a:lnTo>
                  <a:pt x="5874" y="26344"/>
                </a:lnTo>
                <a:lnTo>
                  <a:pt x="20365" y="26344"/>
                </a:lnTo>
                <a:lnTo>
                  <a:pt x="26323" y="20449"/>
                </a:lnTo>
                <a:lnTo>
                  <a:pt x="26323" y="5916"/>
                </a:lnTo>
                <a:lnTo>
                  <a:pt x="20365" y="0"/>
                </a:lnTo>
                <a:close/>
              </a:path>
            </a:pathLst>
          </a:custGeom>
          <a:solidFill>
            <a:srgbClr val="002B4C"/>
          </a:solidFill>
        </p:spPr>
        <p:txBody>
          <a:bodyPr wrap="square" lIns="0" tIns="0" rIns="0" bIns="0" rtlCol="0"/>
          <a:lstStyle/>
          <a:p>
            <a:endParaRPr/>
          </a:p>
        </p:txBody>
      </p:sp>
      <p:sp>
        <p:nvSpPr>
          <p:cNvPr id="367" name="object 49">
            <a:extLst>
              <a:ext uri="{FF2B5EF4-FFF2-40B4-BE49-F238E27FC236}">
                <a16:creationId xmlns:a16="http://schemas.microsoft.com/office/drawing/2014/main" id="{701552FA-4C2E-42F5-922E-545845A5E94C}"/>
              </a:ext>
            </a:extLst>
          </p:cNvPr>
          <p:cNvSpPr/>
          <p:nvPr/>
        </p:nvSpPr>
        <p:spPr>
          <a:xfrm>
            <a:off x="18809054" y="2699728"/>
            <a:ext cx="22860" cy="22860"/>
          </a:xfrm>
          <a:custGeom>
            <a:avLst/>
            <a:gdLst/>
            <a:ahLst/>
            <a:cxnLst/>
            <a:rect l="l" t="t" r="r" b="b"/>
            <a:pathLst>
              <a:path w="22859" h="22860">
                <a:moveTo>
                  <a:pt x="17392" y="0"/>
                </a:moveTo>
                <a:lnTo>
                  <a:pt x="5036" y="0"/>
                </a:lnTo>
                <a:lnTo>
                  <a:pt x="0" y="5026"/>
                </a:lnTo>
                <a:lnTo>
                  <a:pt x="0" y="17381"/>
                </a:lnTo>
                <a:lnTo>
                  <a:pt x="5036" y="22407"/>
                </a:lnTo>
                <a:lnTo>
                  <a:pt x="17392" y="22407"/>
                </a:lnTo>
                <a:lnTo>
                  <a:pt x="22428" y="17381"/>
                </a:lnTo>
                <a:lnTo>
                  <a:pt x="22428" y="5026"/>
                </a:lnTo>
                <a:lnTo>
                  <a:pt x="17392" y="0"/>
                </a:lnTo>
                <a:close/>
              </a:path>
            </a:pathLst>
          </a:custGeom>
          <a:solidFill>
            <a:srgbClr val="002B4C"/>
          </a:solidFill>
        </p:spPr>
        <p:txBody>
          <a:bodyPr wrap="square" lIns="0" tIns="0" rIns="0" bIns="0" rtlCol="0"/>
          <a:lstStyle/>
          <a:p>
            <a:endParaRPr/>
          </a:p>
        </p:txBody>
      </p:sp>
      <p:sp>
        <p:nvSpPr>
          <p:cNvPr id="368" name="object 50">
            <a:extLst>
              <a:ext uri="{FF2B5EF4-FFF2-40B4-BE49-F238E27FC236}">
                <a16:creationId xmlns:a16="http://schemas.microsoft.com/office/drawing/2014/main" id="{180A345B-062D-4B98-8C78-7F205B3F27BC}"/>
              </a:ext>
            </a:extLst>
          </p:cNvPr>
          <p:cNvSpPr/>
          <p:nvPr/>
        </p:nvSpPr>
        <p:spPr>
          <a:xfrm>
            <a:off x="19077698" y="2666038"/>
            <a:ext cx="22860" cy="22860"/>
          </a:xfrm>
          <a:custGeom>
            <a:avLst/>
            <a:gdLst/>
            <a:ahLst/>
            <a:cxnLst/>
            <a:rect l="l" t="t" r="r" b="b"/>
            <a:pathLst>
              <a:path w="22859" h="22860">
                <a:moveTo>
                  <a:pt x="17318" y="0"/>
                </a:moveTo>
                <a:lnTo>
                  <a:pt x="4963" y="0"/>
                </a:lnTo>
                <a:lnTo>
                  <a:pt x="0" y="5026"/>
                </a:lnTo>
                <a:lnTo>
                  <a:pt x="0" y="17392"/>
                </a:lnTo>
                <a:lnTo>
                  <a:pt x="4963" y="22418"/>
                </a:lnTo>
                <a:lnTo>
                  <a:pt x="17318" y="22418"/>
                </a:lnTo>
                <a:lnTo>
                  <a:pt x="22355" y="17392"/>
                </a:lnTo>
                <a:lnTo>
                  <a:pt x="22355" y="5026"/>
                </a:lnTo>
                <a:lnTo>
                  <a:pt x="17318" y="0"/>
                </a:lnTo>
                <a:close/>
              </a:path>
            </a:pathLst>
          </a:custGeom>
          <a:solidFill>
            <a:srgbClr val="002B4C"/>
          </a:solidFill>
        </p:spPr>
        <p:txBody>
          <a:bodyPr wrap="square" lIns="0" tIns="0" rIns="0" bIns="0" rtlCol="0"/>
          <a:lstStyle/>
          <a:p>
            <a:endParaRPr/>
          </a:p>
        </p:txBody>
      </p:sp>
      <p:sp>
        <p:nvSpPr>
          <p:cNvPr id="369" name="object 51">
            <a:extLst>
              <a:ext uri="{FF2B5EF4-FFF2-40B4-BE49-F238E27FC236}">
                <a16:creationId xmlns:a16="http://schemas.microsoft.com/office/drawing/2014/main" id="{1E95DD45-7D3C-4D2B-9FB7-3DF425AEE4E8}"/>
              </a:ext>
            </a:extLst>
          </p:cNvPr>
          <p:cNvSpPr/>
          <p:nvPr/>
        </p:nvSpPr>
        <p:spPr>
          <a:xfrm>
            <a:off x="18790661" y="2681560"/>
            <a:ext cx="116205" cy="186690"/>
          </a:xfrm>
          <a:custGeom>
            <a:avLst/>
            <a:gdLst/>
            <a:ahLst/>
            <a:cxnLst/>
            <a:rect l="l" t="t" r="r" b="b"/>
            <a:pathLst>
              <a:path w="116205" h="186689">
                <a:moveTo>
                  <a:pt x="112686" y="39590"/>
                </a:moveTo>
                <a:lnTo>
                  <a:pt x="90803" y="39590"/>
                </a:lnTo>
                <a:lnTo>
                  <a:pt x="97054" y="45852"/>
                </a:lnTo>
                <a:lnTo>
                  <a:pt x="97054" y="180915"/>
                </a:lnTo>
                <a:lnTo>
                  <a:pt x="103232" y="183156"/>
                </a:lnTo>
                <a:lnTo>
                  <a:pt x="109567" y="185083"/>
                </a:lnTo>
                <a:lnTo>
                  <a:pt x="116059" y="186695"/>
                </a:lnTo>
                <a:lnTo>
                  <a:pt x="116059" y="53558"/>
                </a:lnTo>
                <a:lnTo>
                  <a:pt x="113462" y="40739"/>
                </a:lnTo>
                <a:lnTo>
                  <a:pt x="112686" y="39590"/>
                </a:lnTo>
                <a:close/>
              </a:path>
              <a:path w="116205" h="186689">
                <a:moveTo>
                  <a:pt x="30218" y="0"/>
                </a:moveTo>
                <a:lnTo>
                  <a:pt x="18478" y="2379"/>
                </a:lnTo>
                <a:lnTo>
                  <a:pt x="8870" y="8862"/>
                </a:lnTo>
                <a:lnTo>
                  <a:pt x="2381" y="18469"/>
                </a:lnTo>
                <a:lnTo>
                  <a:pt x="0" y="30218"/>
                </a:lnTo>
                <a:lnTo>
                  <a:pt x="2381" y="41974"/>
                </a:lnTo>
                <a:lnTo>
                  <a:pt x="8870" y="51584"/>
                </a:lnTo>
                <a:lnTo>
                  <a:pt x="18478" y="58069"/>
                </a:lnTo>
                <a:lnTo>
                  <a:pt x="30218" y="60448"/>
                </a:lnTo>
                <a:lnTo>
                  <a:pt x="39818" y="58888"/>
                </a:lnTo>
                <a:lnTo>
                  <a:pt x="48146" y="54550"/>
                </a:lnTo>
                <a:lnTo>
                  <a:pt x="54701" y="47947"/>
                </a:lnTo>
                <a:lnTo>
                  <a:pt x="58022" y="41464"/>
                </a:lnTo>
                <a:lnTo>
                  <a:pt x="24041" y="41464"/>
                </a:lnTo>
                <a:lnTo>
                  <a:pt x="19004" y="36417"/>
                </a:lnTo>
                <a:lnTo>
                  <a:pt x="19004" y="24020"/>
                </a:lnTo>
                <a:lnTo>
                  <a:pt x="24041" y="18983"/>
                </a:lnTo>
                <a:lnTo>
                  <a:pt x="57991" y="18983"/>
                </a:lnTo>
                <a:lnTo>
                  <a:pt x="54552" y="12333"/>
                </a:lnTo>
                <a:lnTo>
                  <a:pt x="48016" y="5813"/>
                </a:lnTo>
                <a:lnTo>
                  <a:pt x="39733" y="1536"/>
                </a:lnTo>
                <a:lnTo>
                  <a:pt x="30218" y="0"/>
                </a:lnTo>
                <a:close/>
              </a:path>
              <a:path w="116205" h="186689">
                <a:moveTo>
                  <a:pt x="57991" y="18983"/>
                </a:moveTo>
                <a:lnTo>
                  <a:pt x="36396" y="18983"/>
                </a:lnTo>
                <a:lnTo>
                  <a:pt x="41433" y="24020"/>
                </a:lnTo>
                <a:lnTo>
                  <a:pt x="41433" y="36417"/>
                </a:lnTo>
                <a:lnTo>
                  <a:pt x="36396" y="41464"/>
                </a:lnTo>
                <a:lnTo>
                  <a:pt x="58022" y="41464"/>
                </a:lnTo>
                <a:lnTo>
                  <a:pt x="58982" y="39590"/>
                </a:lnTo>
                <a:lnTo>
                  <a:pt x="112686" y="39590"/>
                </a:lnTo>
                <a:lnTo>
                  <a:pt x="106386" y="30260"/>
                </a:lnTo>
                <a:lnTo>
                  <a:pt x="95907" y="23190"/>
                </a:lnTo>
                <a:lnTo>
                  <a:pt x="83096" y="20596"/>
                </a:lnTo>
                <a:lnTo>
                  <a:pt x="58825" y="20596"/>
                </a:lnTo>
                <a:lnTo>
                  <a:pt x="57991" y="18983"/>
                </a:lnTo>
                <a:close/>
              </a:path>
            </a:pathLst>
          </a:custGeom>
          <a:solidFill>
            <a:srgbClr val="F89635"/>
          </a:solidFill>
        </p:spPr>
        <p:txBody>
          <a:bodyPr wrap="square" lIns="0" tIns="0" rIns="0" bIns="0" rtlCol="0"/>
          <a:lstStyle/>
          <a:p>
            <a:endParaRPr/>
          </a:p>
        </p:txBody>
      </p:sp>
      <p:sp>
        <p:nvSpPr>
          <p:cNvPr id="370" name="object 52">
            <a:extLst>
              <a:ext uri="{FF2B5EF4-FFF2-40B4-BE49-F238E27FC236}">
                <a16:creationId xmlns:a16="http://schemas.microsoft.com/office/drawing/2014/main" id="{907C7A4D-9066-4F7E-B3F5-076E26B4E620}"/>
              </a:ext>
            </a:extLst>
          </p:cNvPr>
          <p:cNvSpPr/>
          <p:nvPr/>
        </p:nvSpPr>
        <p:spPr>
          <a:xfrm>
            <a:off x="19021700" y="2501183"/>
            <a:ext cx="99060" cy="207645"/>
          </a:xfrm>
          <a:custGeom>
            <a:avLst/>
            <a:gdLst/>
            <a:ahLst/>
            <a:cxnLst/>
            <a:rect l="l" t="t" r="r" b="b"/>
            <a:pathLst>
              <a:path w="99059" h="207644">
                <a:moveTo>
                  <a:pt x="0" y="0"/>
                </a:moveTo>
                <a:lnTo>
                  <a:pt x="0" y="153482"/>
                </a:lnTo>
                <a:lnTo>
                  <a:pt x="2595" y="166295"/>
                </a:lnTo>
                <a:lnTo>
                  <a:pt x="9667" y="176770"/>
                </a:lnTo>
                <a:lnTo>
                  <a:pt x="20143" y="183840"/>
                </a:lnTo>
                <a:lnTo>
                  <a:pt x="32951" y="186434"/>
                </a:lnTo>
                <a:lnTo>
                  <a:pt x="39820" y="186434"/>
                </a:lnTo>
                <a:lnTo>
                  <a:pt x="44131" y="194704"/>
                </a:lnTo>
                <a:lnTo>
                  <a:pt x="50675" y="201230"/>
                </a:lnTo>
                <a:lnTo>
                  <a:pt x="58964" y="205512"/>
                </a:lnTo>
                <a:lnTo>
                  <a:pt x="68511" y="207051"/>
                </a:lnTo>
                <a:lnTo>
                  <a:pt x="80245" y="204672"/>
                </a:lnTo>
                <a:lnTo>
                  <a:pt x="89850" y="198187"/>
                </a:lnTo>
                <a:lnTo>
                  <a:pt x="96337" y="188577"/>
                </a:lnTo>
                <a:lnTo>
                  <a:pt x="96443" y="188057"/>
                </a:lnTo>
                <a:lnTo>
                  <a:pt x="62333" y="188057"/>
                </a:lnTo>
                <a:lnTo>
                  <a:pt x="57296" y="183020"/>
                </a:lnTo>
                <a:lnTo>
                  <a:pt x="57296" y="170623"/>
                </a:lnTo>
                <a:lnTo>
                  <a:pt x="60458" y="167460"/>
                </a:lnTo>
                <a:lnTo>
                  <a:pt x="25245" y="167460"/>
                </a:lnTo>
                <a:lnTo>
                  <a:pt x="18994" y="161188"/>
                </a:lnTo>
                <a:lnTo>
                  <a:pt x="18994" y="8523"/>
                </a:lnTo>
                <a:lnTo>
                  <a:pt x="0" y="0"/>
                </a:lnTo>
                <a:close/>
              </a:path>
              <a:path w="99059" h="207644">
                <a:moveTo>
                  <a:pt x="96443" y="165586"/>
                </a:moveTo>
                <a:lnTo>
                  <a:pt x="74688" y="165586"/>
                </a:lnTo>
                <a:lnTo>
                  <a:pt x="79725" y="170623"/>
                </a:lnTo>
                <a:lnTo>
                  <a:pt x="79725" y="183020"/>
                </a:lnTo>
                <a:lnTo>
                  <a:pt x="74688" y="188057"/>
                </a:lnTo>
                <a:lnTo>
                  <a:pt x="96443" y="188057"/>
                </a:lnTo>
                <a:lnTo>
                  <a:pt x="98719" y="176821"/>
                </a:lnTo>
                <a:lnTo>
                  <a:pt x="96443" y="165586"/>
                </a:lnTo>
                <a:close/>
              </a:path>
              <a:path w="99059" h="207644">
                <a:moveTo>
                  <a:pt x="68511" y="146592"/>
                </a:moveTo>
                <a:lnTo>
                  <a:pt x="58911" y="148152"/>
                </a:lnTo>
                <a:lnTo>
                  <a:pt x="50583" y="152491"/>
                </a:lnTo>
                <a:lnTo>
                  <a:pt x="44028" y="159098"/>
                </a:lnTo>
                <a:lnTo>
                  <a:pt x="39747" y="167460"/>
                </a:lnTo>
                <a:lnTo>
                  <a:pt x="60458" y="167460"/>
                </a:lnTo>
                <a:lnTo>
                  <a:pt x="62333" y="165586"/>
                </a:lnTo>
                <a:lnTo>
                  <a:pt x="96443" y="165586"/>
                </a:lnTo>
                <a:lnTo>
                  <a:pt x="96337" y="165065"/>
                </a:lnTo>
                <a:lnTo>
                  <a:pt x="89850" y="155455"/>
                </a:lnTo>
                <a:lnTo>
                  <a:pt x="80245" y="148971"/>
                </a:lnTo>
                <a:lnTo>
                  <a:pt x="68511" y="146592"/>
                </a:lnTo>
                <a:close/>
              </a:path>
            </a:pathLst>
          </a:custGeom>
          <a:solidFill>
            <a:srgbClr val="F89635"/>
          </a:solidFill>
        </p:spPr>
        <p:txBody>
          <a:bodyPr wrap="square" lIns="0" tIns="0" rIns="0" bIns="0" rtlCol="0"/>
          <a:lstStyle/>
          <a:p>
            <a:endParaRPr/>
          </a:p>
        </p:txBody>
      </p:sp>
      <p:sp>
        <p:nvSpPr>
          <p:cNvPr id="371" name="object 53">
            <a:extLst>
              <a:ext uri="{FF2B5EF4-FFF2-40B4-BE49-F238E27FC236}">
                <a16:creationId xmlns:a16="http://schemas.microsoft.com/office/drawing/2014/main" id="{78930648-37A8-4CBF-884C-981E53AEF2BE}"/>
              </a:ext>
            </a:extLst>
          </p:cNvPr>
          <p:cNvSpPr/>
          <p:nvPr/>
        </p:nvSpPr>
        <p:spPr>
          <a:xfrm>
            <a:off x="18998574" y="2727612"/>
            <a:ext cx="110489" cy="141605"/>
          </a:xfrm>
          <a:custGeom>
            <a:avLst/>
            <a:gdLst/>
            <a:ahLst/>
            <a:cxnLst/>
            <a:rect l="l" t="t" r="r" b="b"/>
            <a:pathLst>
              <a:path w="110490" h="141605">
                <a:moveTo>
                  <a:pt x="80039" y="0"/>
                </a:moveTo>
                <a:lnTo>
                  <a:pt x="70536" y="1536"/>
                </a:lnTo>
                <a:lnTo>
                  <a:pt x="62272" y="5813"/>
                </a:lnTo>
                <a:lnTo>
                  <a:pt x="55740" y="12333"/>
                </a:lnTo>
                <a:lnTo>
                  <a:pt x="51432" y="20596"/>
                </a:lnTo>
                <a:lnTo>
                  <a:pt x="32962" y="20596"/>
                </a:lnTo>
                <a:lnTo>
                  <a:pt x="20152" y="23190"/>
                </a:lnTo>
                <a:lnTo>
                  <a:pt x="9672" y="30260"/>
                </a:lnTo>
                <a:lnTo>
                  <a:pt x="2597" y="40739"/>
                </a:lnTo>
                <a:lnTo>
                  <a:pt x="0" y="53558"/>
                </a:lnTo>
                <a:lnTo>
                  <a:pt x="0" y="141053"/>
                </a:lnTo>
                <a:lnTo>
                  <a:pt x="6491" y="139503"/>
                </a:lnTo>
                <a:lnTo>
                  <a:pt x="12826" y="137650"/>
                </a:lnTo>
                <a:lnTo>
                  <a:pt x="19004" y="135482"/>
                </a:lnTo>
                <a:lnTo>
                  <a:pt x="19004" y="45852"/>
                </a:lnTo>
                <a:lnTo>
                  <a:pt x="25255" y="39579"/>
                </a:lnTo>
                <a:lnTo>
                  <a:pt x="71987" y="39579"/>
                </a:lnTo>
                <a:lnTo>
                  <a:pt x="68825" y="36417"/>
                </a:lnTo>
                <a:lnTo>
                  <a:pt x="68825" y="24020"/>
                </a:lnTo>
                <a:lnTo>
                  <a:pt x="73861" y="18983"/>
                </a:lnTo>
                <a:lnTo>
                  <a:pt x="107990" y="18983"/>
                </a:lnTo>
                <a:lnTo>
                  <a:pt x="107886" y="18469"/>
                </a:lnTo>
                <a:lnTo>
                  <a:pt x="101415" y="8862"/>
                </a:lnTo>
                <a:lnTo>
                  <a:pt x="91811" y="2379"/>
                </a:lnTo>
                <a:lnTo>
                  <a:pt x="80039" y="0"/>
                </a:lnTo>
                <a:close/>
              </a:path>
              <a:path w="110490" h="141605">
                <a:moveTo>
                  <a:pt x="71987" y="39579"/>
                </a:moveTo>
                <a:lnTo>
                  <a:pt x="51349" y="39579"/>
                </a:lnTo>
                <a:lnTo>
                  <a:pt x="55628" y="47945"/>
                </a:lnTo>
                <a:lnTo>
                  <a:pt x="62176" y="54548"/>
                </a:lnTo>
                <a:lnTo>
                  <a:pt x="70482" y="58881"/>
                </a:lnTo>
                <a:lnTo>
                  <a:pt x="80039" y="60437"/>
                </a:lnTo>
                <a:lnTo>
                  <a:pt x="91811" y="58060"/>
                </a:lnTo>
                <a:lnTo>
                  <a:pt x="101415" y="51579"/>
                </a:lnTo>
                <a:lnTo>
                  <a:pt x="107886" y="41973"/>
                </a:lnTo>
                <a:lnTo>
                  <a:pt x="107991" y="41454"/>
                </a:lnTo>
                <a:lnTo>
                  <a:pt x="73861" y="41454"/>
                </a:lnTo>
                <a:lnTo>
                  <a:pt x="71987" y="39579"/>
                </a:lnTo>
                <a:close/>
              </a:path>
              <a:path w="110490" h="141605">
                <a:moveTo>
                  <a:pt x="107990" y="18983"/>
                </a:moveTo>
                <a:lnTo>
                  <a:pt x="86217" y="18983"/>
                </a:lnTo>
                <a:lnTo>
                  <a:pt x="91327" y="24020"/>
                </a:lnTo>
                <a:lnTo>
                  <a:pt x="91327" y="36417"/>
                </a:lnTo>
                <a:lnTo>
                  <a:pt x="86217" y="41454"/>
                </a:lnTo>
                <a:lnTo>
                  <a:pt x="107991" y="41454"/>
                </a:lnTo>
                <a:lnTo>
                  <a:pt x="110258" y="30218"/>
                </a:lnTo>
                <a:lnTo>
                  <a:pt x="107990" y="18983"/>
                </a:lnTo>
                <a:close/>
              </a:path>
            </a:pathLst>
          </a:custGeom>
          <a:solidFill>
            <a:srgbClr val="F89635"/>
          </a:solidFill>
        </p:spPr>
        <p:txBody>
          <a:bodyPr wrap="square" lIns="0" tIns="0" rIns="0" bIns="0" rtlCol="0"/>
          <a:lstStyle/>
          <a:p>
            <a:endParaRPr/>
          </a:p>
        </p:txBody>
      </p:sp>
      <p:sp>
        <p:nvSpPr>
          <p:cNvPr id="372" name="object 54">
            <a:extLst>
              <a:ext uri="{FF2B5EF4-FFF2-40B4-BE49-F238E27FC236}">
                <a16:creationId xmlns:a16="http://schemas.microsoft.com/office/drawing/2014/main" id="{4FA8744E-965F-455D-B395-747A0C27B10C}"/>
              </a:ext>
            </a:extLst>
          </p:cNvPr>
          <p:cNvSpPr/>
          <p:nvPr/>
        </p:nvSpPr>
        <p:spPr>
          <a:xfrm>
            <a:off x="18938841" y="2544038"/>
            <a:ext cx="64769" cy="330200"/>
          </a:xfrm>
          <a:custGeom>
            <a:avLst/>
            <a:gdLst/>
            <a:ahLst/>
            <a:cxnLst/>
            <a:rect l="l" t="t" r="r" b="b"/>
            <a:pathLst>
              <a:path w="64769" h="330200">
                <a:moveTo>
                  <a:pt x="32187" y="0"/>
                </a:moveTo>
                <a:lnTo>
                  <a:pt x="19692" y="2533"/>
                </a:lnTo>
                <a:lnTo>
                  <a:pt x="9457" y="9438"/>
                </a:lnTo>
                <a:lnTo>
                  <a:pt x="2540" y="19670"/>
                </a:lnTo>
                <a:lnTo>
                  <a:pt x="0" y="32187"/>
                </a:lnTo>
                <a:lnTo>
                  <a:pt x="1706" y="42525"/>
                </a:lnTo>
                <a:lnTo>
                  <a:pt x="6446" y="51473"/>
                </a:lnTo>
                <a:lnTo>
                  <a:pt x="13645" y="58472"/>
                </a:lnTo>
                <a:lnTo>
                  <a:pt x="22732" y="62961"/>
                </a:lnTo>
                <a:lnTo>
                  <a:pt x="22732" y="329749"/>
                </a:lnTo>
                <a:lnTo>
                  <a:pt x="29140" y="329487"/>
                </a:lnTo>
                <a:lnTo>
                  <a:pt x="35475" y="328911"/>
                </a:lnTo>
                <a:lnTo>
                  <a:pt x="41726" y="328042"/>
                </a:lnTo>
                <a:lnTo>
                  <a:pt x="41726" y="62961"/>
                </a:lnTo>
                <a:lnTo>
                  <a:pt x="50808" y="58468"/>
                </a:lnTo>
                <a:lnTo>
                  <a:pt x="57985" y="51469"/>
                </a:lnTo>
                <a:lnTo>
                  <a:pt x="61183" y="45401"/>
                </a:lnTo>
                <a:lnTo>
                  <a:pt x="24941" y="45401"/>
                </a:lnTo>
                <a:lnTo>
                  <a:pt x="18994" y="39475"/>
                </a:lnTo>
                <a:lnTo>
                  <a:pt x="18994" y="24910"/>
                </a:lnTo>
                <a:lnTo>
                  <a:pt x="24941" y="18983"/>
                </a:lnTo>
                <a:lnTo>
                  <a:pt x="61400" y="18983"/>
                </a:lnTo>
                <a:lnTo>
                  <a:pt x="54959" y="9438"/>
                </a:lnTo>
                <a:lnTo>
                  <a:pt x="44720" y="2533"/>
                </a:lnTo>
                <a:lnTo>
                  <a:pt x="32187" y="0"/>
                </a:lnTo>
                <a:close/>
              </a:path>
              <a:path w="64769" h="330200">
                <a:moveTo>
                  <a:pt x="61400" y="18983"/>
                </a:moveTo>
                <a:lnTo>
                  <a:pt x="39517" y="18983"/>
                </a:lnTo>
                <a:lnTo>
                  <a:pt x="45464" y="24910"/>
                </a:lnTo>
                <a:lnTo>
                  <a:pt x="45464" y="39475"/>
                </a:lnTo>
                <a:lnTo>
                  <a:pt x="39517" y="45401"/>
                </a:lnTo>
                <a:lnTo>
                  <a:pt x="61183" y="45401"/>
                </a:lnTo>
                <a:lnTo>
                  <a:pt x="62700" y="42523"/>
                </a:lnTo>
                <a:lnTo>
                  <a:pt x="64395" y="32187"/>
                </a:lnTo>
                <a:lnTo>
                  <a:pt x="61863" y="19670"/>
                </a:lnTo>
                <a:lnTo>
                  <a:pt x="61400" y="18983"/>
                </a:lnTo>
                <a:close/>
              </a:path>
            </a:pathLst>
          </a:custGeom>
          <a:solidFill>
            <a:srgbClr val="F89635"/>
          </a:solidFill>
        </p:spPr>
        <p:txBody>
          <a:bodyPr wrap="square" lIns="0" tIns="0" rIns="0" bIns="0" rtlCol="0"/>
          <a:lstStyle/>
          <a:p>
            <a:endParaRPr/>
          </a:p>
        </p:txBody>
      </p:sp>
      <p:sp>
        <p:nvSpPr>
          <p:cNvPr id="373" name="object 55">
            <a:extLst>
              <a:ext uri="{FF2B5EF4-FFF2-40B4-BE49-F238E27FC236}">
                <a16:creationId xmlns:a16="http://schemas.microsoft.com/office/drawing/2014/main" id="{2A68C943-19FE-4B44-ABA0-1ABBBBECC150}"/>
              </a:ext>
            </a:extLst>
          </p:cNvPr>
          <p:cNvSpPr/>
          <p:nvPr/>
        </p:nvSpPr>
        <p:spPr>
          <a:xfrm>
            <a:off x="18850185" y="2597991"/>
            <a:ext cx="93345" cy="276225"/>
          </a:xfrm>
          <a:custGeom>
            <a:avLst/>
            <a:gdLst/>
            <a:ahLst/>
            <a:cxnLst/>
            <a:rect l="l" t="t" r="r" b="b"/>
            <a:pathLst>
              <a:path w="93344" h="276225">
                <a:moveTo>
                  <a:pt x="89928" y="39590"/>
                </a:moveTo>
                <a:lnTo>
                  <a:pt x="68050" y="39590"/>
                </a:lnTo>
                <a:lnTo>
                  <a:pt x="74311" y="45862"/>
                </a:lnTo>
                <a:lnTo>
                  <a:pt x="74311" y="273834"/>
                </a:lnTo>
                <a:lnTo>
                  <a:pt x="80562" y="274766"/>
                </a:lnTo>
                <a:lnTo>
                  <a:pt x="86897" y="275415"/>
                </a:lnTo>
                <a:lnTo>
                  <a:pt x="93306" y="275740"/>
                </a:lnTo>
                <a:lnTo>
                  <a:pt x="93306" y="53558"/>
                </a:lnTo>
                <a:lnTo>
                  <a:pt x="90708" y="40745"/>
                </a:lnTo>
                <a:lnTo>
                  <a:pt x="89928" y="39590"/>
                </a:lnTo>
                <a:close/>
              </a:path>
              <a:path w="93344" h="276225">
                <a:moveTo>
                  <a:pt x="30208" y="0"/>
                </a:moveTo>
                <a:lnTo>
                  <a:pt x="18438" y="2379"/>
                </a:lnTo>
                <a:lnTo>
                  <a:pt x="8837" y="8863"/>
                </a:lnTo>
                <a:lnTo>
                  <a:pt x="2370" y="18473"/>
                </a:lnTo>
                <a:lnTo>
                  <a:pt x="0" y="30229"/>
                </a:lnTo>
                <a:lnTo>
                  <a:pt x="2370" y="41980"/>
                </a:lnTo>
                <a:lnTo>
                  <a:pt x="8837" y="51591"/>
                </a:lnTo>
                <a:lnTo>
                  <a:pt x="18438" y="58078"/>
                </a:lnTo>
                <a:lnTo>
                  <a:pt x="30208" y="60458"/>
                </a:lnTo>
                <a:lnTo>
                  <a:pt x="39775" y="58898"/>
                </a:lnTo>
                <a:lnTo>
                  <a:pt x="48099" y="54559"/>
                </a:lnTo>
                <a:lnTo>
                  <a:pt x="54650" y="47953"/>
                </a:lnTo>
                <a:lnTo>
                  <a:pt x="57946" y="41464"/>
                </a:lnTo>
                <a:lnTo>
                  <a:pt x="24030" y="41464"/>
                </a:lnTo>
                <a:lnTo>
                  <a:pt x="18920" y="36417"/>
                </a:lnTo>
                <a:lnTo>
                  <a:pt x="18920" y="24030"/>
                </a:lnTo>
                <a:lnTo>
                  <a:pt x="24030" y="18983"/>
                </a:lnTo>
                <a:lnTo>
                  <a:pt x="57968" y="18983"/>
                </a:lnTo>
                <a:lnTo>
                  <a:pt x="54507" y="12342"/>
                </a:lnTo>
                <a:lnTo>
                  <a:pt x="47974" y="5819"/>
                </a:lnTo>
                <a:lnTo>
                  <a:pt x="39711" y="1538"/>
                </a:lnTo>
                <a:lnTo>
                  <a:pt x="30208" y="0"/>
                </a:lnTo>
                <a:close/>
              </a:path>
              <a:path w="93344" h="276225">
                <a:moveTo>
                  <a:pt x="57968" y="18983"/>
                </a:moveTo>
                <a:lnTo>
                  <a:pt x="36386" y="18983"/>
                </a:lnTo>
                <a:lnTo>
                  <a:pt x="41422" y="24030"/>
                </a:lnTo>
                <a:lnTo>
                  <a:pt x="41422" y="36417"/>
                </a:lnTo>
                <a:lnTo>
                  <a:pt x="36386" y="41464"/>
                </a:lnTo>
                <a:lnTo>
                  <a:pt x="57946" y="41464"/>
                </a:lnTo>
                <a:lnTo>
                  <a:pt x="58898" y="39590"/>
                </a:lnTo>
                <a:lnTo>
                  <a:pt x="89928" y="39590"/>
                </a:lnTo>
                <a:lnTo>
                  <a:pt x="83633" y="30270"/>
                </a:lnTo>
                <a:lnTo>
                  <a:pt x="73153" y="23200"/>
                </a:lnTo>
                <a:lnTo>
                  <a:pt x="60343" y="20606"/>
                </a:lnTo>
                <a:lnTo>
                  <a:pt x="58814" y="20606"/>
                </a:lnTo>
                <a:lnTo>
                  <a:pt x="57968" y="18983"/>
                </a:lnTo>
                <a:close/>
              </a:path>
            </a:pathLst>
          </a:custGeom>
          <a:solidFill>
            <a:srgbClr val="F89635"/>
          </a:solidFill>
        </p:spPr>
        <p:txBody>
          <a:bodyPr wrap="square" lIns="0" tIns="0" rIns="0" bIns="0" rtlCol="0"/>
          <a:lstStyle/>
          <a:p>
            <a:endParaRPr/>
          </a:p>
        </p:txBody>
      </p:sp>
      <p:sp>
        <p:nvSpPr>
          <p:cNvPr id="374" name="object 56">
            <a:extLst>
              <a:ext uri="{FF2B5EF4-FFF2-40B4-BE49-F238E27FC236}">
                <a16:creationId xmlns:a16="http://schemas.microsoft.com/office/drawing/2014/main" id="{4C38D92A-9BFD-497A-9BBF-83474500F3E2}"/>
              </a:ext>
            </a:extLst>
          </p:cNvPr>
          <p:cNvSpPr/>
          <p:nvPr/>
        </p:nvSpPr>
        <p:spPr>
          <a:xfrm>
            <a:off x="9790857" y="4663448"/>
            <a:ext cx="161290" cy="0"/>
          </a:xfrm>
          <a:custGeom>
            <a:avLst/>
            <a:gdLst/>
            <a:ahLst/>
            <a:cxnLst/>
            <a:rect l="l" t="t" r="r" b="b"/>
            <a:pathLst>
              <a:path w="161290">
                <a:moveTo>
                  <a:pt x="0" y="0"/>
                </a:moveTo>
                <a:lnTo>
                  <a:pt x="161199" y="0"/>
                </a:lnTo>
              </a:path>
            </a:pathLst>
          </a:custGeom>
          <a:ln w="30522">
            <a:solidFill>
              <a:srgbClr val="005E95"/>
            </a:solidFill>
          </a:ln>
        </p:spPr>
        <p:txBody>
          <a:bodyPr wrap="square" lIns="0" tIns="0" rIns="0" bIns="0" rtlCol="0"/>
          <a:lstStyle/>
          <a:p>
            <a:endParaRPr/>
          </a:p>
        </p:txBody>
      </p:sp>
      <p:sp>
        <p:nvSpPr>
          <p:cNvPr id="375" name="object 57">
            <a:extLst>
              <a:ext uri="{FF2B5EF4-FFF2-40B4-BE49-F238E27FC236}">
                <a16:creationId xmlns:a16="http://schemas.microsoft.com/office/drawing/2014/main" id="{3E9ABD6B-E609-4F53-ABBA-4A22D6E02132}"/>
              </a:ext>
            </a:extLst>
          </p:cNvPr>
          <p:cNvSpPr/>
          <p:nvPr/>
        </p:nvSpPr>
        <p:spPr>
          <a:xfrm>
            <a:off x="9726673" y="4589295"/>
            <a:ext cx="74295" cy="148590"/>
          </a:xfrm>
          <a:custGeom>
            <a:avLst/>
            <a:gdLst/>
            <a:ahLst/>
            <a:cxnLst/>
            <a:rect l="l" t="t" r="r" b="b"/>
            <a:pathLst>
              <a:path w="74295" h="148589">
                <a:moveTo>
                  <a:pt x="74133" y="0"/>
                </a:moveTo>
                <a:lnTo>
                  <a:pt x="0" y="74154"/>
                </a:lnTo>
                <a:lnTo>
                  <a:pt x="74133" y="148309"/>
                </a:lnTo>
                <a:lnTo>
                  <a:pt x="74133" y="0"/>
                </a:lnTo>
                <a:close/>
              </a:path>
            </a:pathLst>
          </a:custGeom>
          <a:solidFill>
            <a:srgbClr val="005E95"/>
          </a:solidFill>
        </p:spPr>
        <p:txBody>
          <a:bodyPr wrap="square" lIns="0" tIns="0" rIns="0" bIns="0" rtlCol="0"/>
          <a:lstStyle/>
          <a:p>
            <a:endParaRPr/>
          </a:p>
        </p:txBody>
      </p:sp>
      <p:sp>
        <p:nvSpPr>
          <p:cNvPr id="376" name="object 58">
            <a:extLst>
              <a:ext uri="{FF2B5EF4-FFF2-40B4-BE49-F238E27FC236}">
                <a16:creationId xmlns:a16="http://schemas.microsoft.com/office/drawing/2014/main" id="{F1A76232-641F-4230-93AE-A0164C1AEF12}"/>
              </a:ext>
            </a:extLst>
          </p:cNvPr>
          <p:cNvSpPr/>
          <p:nvPr/>
        </p:nvSpPr>
        <p:spPr>
          <a:xfrm>
            <a:off x="10817709" y="4663452"/>
            <a:ext cx="161290" cy="0"/>
          </a:xfrm>
          <a:custGeom>
            <a:avLst/>
            <a:gdLst/>
            <a:ahLst/>
            <a:cxnLst/>
            <a:rect l="l" t="t" r="r" b="b"/>
            <a:pathLst>
              <a:path w="161290">
                <a:moveTo>
                  <a:pt x="0" y="0"/>
                </a:moveTo>
                <a:lnTo>
                  <a:pt x="161199" y="0"/>
                </a:lnTo>
              </a:path>
            </a:pathLst>
          </a:custGeom>
          <a:ln w="30522">
            <a:solidFill>
              <a:srgbClr val="005E95"/>
            </a:solidFill>
          </a:ln>
        </p:spPr>
        <p:txBody>
          <a:bodyPr wrap="square" lIns="0" tIns="0" rIns="0" bIns="0" rtlCol="0"/>
          <a:lstStyle/>
          <a:p>
            <a:endParaRPr/>
          </a:p>
        </p:txBody>
      </p:sp>
      <p:sp>
        <p:nvSpPr>
          <p:cNvPr id="377" name="object 59">
            <a:extLst>
              <a:ext uri="{FF2B5EF4-FFF2-40B4-BE49-F238E27FC236}">
                <a16:creationId xmlns:a16="http://schemas.microsoft.com/office/drawing/2014/main" id="{6D200B0E-66BC-4DFD-B94B-600A39A5BE66}"/>
              </a:ext>
            </a:extLst>
          </p:cNvPr>
          <p:cNvSpPr/>
          <p:nvPr/>
        </p:nvSpPr>
        <p:spPr>
          <a:xfrm>
            <a:off x="10968967" y="4589294"/>
            <a:ext cx="74295" cy="148590"/>
          </a:xfrm>
          <a:custGeom>
            <a:avLst/>
            <a:gdLst/>
            <a:ahLst/>
            <a:cxnLst/>
            <a:rect l="l" t="t" r="r" b="b"/>
            <a:pathLst>
              <a:path w="74295" h="148589">
                <a:moveTo>
                  <a:pt x="0" y="0"/>
                </a:moveTo>
                <a:lnTo>
                  <a:pt x="0" y="148309"/>
                </a:lnTo>
                <a:lnTo>
                  <a:pt x="74133" y="74154"/>
                </a:lnTo>
                <a:lnTo>
                  <a:pt x="0" y="0"/>
                </a:lnTo>
                <a:close/>
              </a:path>
            </a:pathLst>
          </a:custGeom>
          <a:solidFill>
            <a:srgbClr val="005E95"/>
          </a:solidFill>
        </p:spPr>
        <p:txBody>
          <a:bodyPr wrap="square" lIns="0" tIns="0" rIns="0" bIns="0" rtlCol="0"/>
          <a:lstStyle/>
          <a:p>
            <a:endParaRPr/>
          </a:p>
        </p:txBody>
      </p:sp>
      <p:sp>
        <p:nvSpPr>
          <p:cNvPr id="378" name="object 60">
            <a:extLst>
              <a:ext uri="{FF2B5EF4-FFF2-40B4-BE49-F238E27FC236}">
                <a16:creationId xmlns:a16="http://schemas.microsoft.com/office/drawing/2014/main" id="{E503BF7F-EB90-46C0-8F95-CB2AEDE932B9}"/>
              </a:ext>
            </a:extLst>
          </p:cNvPr>
          <p:cNvSpPr/>
          <p:nvPr/>
        </p:nvSpPr>
        <p:spPr>
          <a:xfrm>
            <a:off x="10034027" y="4589092"/>
            <a:ext cx="113030" cy="127635"/>
          </a:xfrm>
          <a:custGeom>
            <a:avLst/>
            <a:gdLst/>
            <a:ahLst/>
            <a:cxnLst/>
            <a:rect l="l" t="t" r="r" b="b"/>
            <a:pathLst>
              <a:path w="113029" h="127635">
                <a:moveTo>
                  <a:pt x="55233" y="0"/>
                </a:moveTo>
                <a:lnTo>
                  <a:pt x="0" y="0"/>
                </a:lnTo>
                <a:lnTo>
                  <a:pt x="0" y="127577"/>
                </a:lnTo>
                <a:lnTo>
                  <a:pt x="29538" y="127577"/>
                </a:lnTo>
                <a:lnTo>
                  <a:pt x="29538" y="92039"/>
                </a:lnTo>
                <a:lnTo>
                  <a:pt x="88205" y="92039"/>
                </a:lnTo>
                <a:lnTo>
                  <a:pt x="84384" y="86562"/>
                </a:lnTo>
                <a:lnTo>
                  <a:pt x="92782" y="82929"/>
                </a:lnTo>
                <a:lnTo>
                  <a:pt x="99243" y="77673"/>
                </a:lnTo>
                <a:lnTo>
                  <a:pt x="103797" y="70804"/>
                </a:lnTo>
                <a:lnTo>
                  <a:pt x="105059" y="68531"/>
                </a:lnTo>
                <a:lnTo>
                  <a:pt x="29538" y="68531"/>
                </a:lnTo>
                <a:lnTo>
                  <a:pt x="29538" y="24051"/>
                </a:lnTo>
                <a:lnTo>
                  <a:pt x="105175" y="24051"/>
                </a:lnTo>
                <a:lnTo>
                  <a:pt x="103892" y="21685"/>
                </a:lnTo>
                <a:lnTo>
                  <a:pt x="71056" y="1413"/>
                </a:lnTo>
                <a:lnTo>
                  <a:pt x="63422" y="353"/>
                </a:lnTo>
                <a:lnTo>
                  <a:pt x="55233" y="0"/>
                </a:lnTo>
                <a:close/>
              </a:path>
              <a:path w="113029" h="127635">
                <a:moveTo>
                  <a:pt x="88205" y="92039"/>
                </a:moveTo>
                <a:lnTo>
                  <a:pt x="56678" y="92039"/>
                </a:lnTo>
                <a:lnTo>
                  <a:pt x="81295" y="127577"/>
                </a:lnTo>
                <a:lnTo>
                  <a:pt x="113001" y="127577"/>
                </a:lnTo>
                <a:lnTo>
                  <a:pt x="88205" y="92039"/>
                </a:lnTo>
                <a:close/>
              </a:path>
              <a:path w="113029" h="127635">
                <a:moveTo>
                  <a:pt x="105175" y="24051"/>
                </a:moveTo>
                <a:lnTo>
                  <a:pt x="62458" y="24051"/>
                </a:lnTo>
                <a:lnTo>
                  <a:pt x="69202" y="25967"/>
                </a:lnTo>
                <a:lnTo>
                  <a:pt x="78437" y="33622"/>
                </a:lnTo>
                <a:lnTo>
                  <a:pt x="80740" y="39119"/>
                </a:lnTo>
                <a:lnTo>
                  <a:pt x="80740" y="53338"/>
                </a:lnTo>
                <a:lnTo>
                  <a:pt x="78437" y="58804"/>
                </a:lnTo>
                <a:lnTo>
                  <a:pt x="69202" y="66584"/>
                </a:lnTo>
                <a:lnTo>
                  <a:pt x="62458" y="68531"/>
                </a:lnTo>
                <a:lnTo>
                  <a:pt x="105059" y="68531"/>
                </a:lnTo>
                <a:lnTo>
                  <a:pt x="106792" y="65413"/>
                </a:lnTo>
                <a:lnTo>
                  <a:pt x="108928" y="59529"/>
                </a:lnTo>
                <a:lnTo>
                  <a:pt x="110209" y="53155"/>
                </a:lnTo>
                <a:lnTo>
                  <a:pt x="110635" y="46291"/>
                </a:lnTo>
                <a:lnTo>
                  <a:pt x="110213" y="39424"/>
                </a:lnTo>
                <a:lnTo>
                  <a:pt x="108948" y="33034"/>
                </a:lnTo>
                <a:lnTo>
                  <a:pt x="106840" y="27121"/>
                </a:lnTo>
                <a:lnTo>
                  <a:pt x="105175" y="24051"/>
                </a:lnTo>
                <a:close/>
              </a:path>
            </a:pathLst>
          </a:custGeom>
          <a:solidFill>
            <a:srgbClr val="58595B"/>
          </a:solidFill>
        </p:spPr>
        <p:txBody>
          <a:bodyPr wrap="square" lIns="0" tIns="0" rIns="0" bIns="0" rtlCol="0"/>
          <a:lstStyle/>
          <a:p>
            <a:endParaRPr/>
          </a:p>
        </p:txBody>
      </p:sp>
      <p:sp>
        <p:nvSpPr>
          <p:cNvPr id="379" name="object 61">
            <a:extLst>
              <a:ext uri="{FF2B5EF4-FFF2-40B4-BE49-F238E27FC236}">
                <a16:creationId xmlns:a16="http://schemas.microsoft.com/office/drawing/2014/main" id="{AF896F23-2BD6-4718-8F25-C5B5E5506867}"/>
              </a:ext>
            </a:extLst>
          </p:cNvPr>
          <p:cNvSpPr/>
          <p:nvPr/>
        </p:nvSpPr>
        <p:spPr>
          <a:xfrm>
            <a:off x="10156868" y="4617155"/>
            <a:ext cx="103505" cy="101600"/>
          </a:xfrm>
          <a:custGeom>
            <a:avLst/>
            <a:gdLst/>
            <a:ahLst/>
            <a:cxnLst/>
            <a:rect l="l" t="t" r="r" b="b"/>
            <a:pathLst>
              <a:path w="103504" h="101600">
                <a:moveTo>
                  <a:pt x="52302" y="0"/>
                </a:moveTo>
                <a:lnTo>
                  <a:pt x="14943" y="14223"/>
                </a:lnTo>
                <a:lnTo>
                  <a:pt x="0" y="50490"/>
                </a:lnTo>
                <a:lnTo>
                  <a:pt x="433" y="57585"/>
                </a:lnTo>
                <a:lnTo>
                  <a:pt x="20593" y="90956"/>
                </a:lnTo>
                <a:lnTo>
                  <a:pt x="55945" y="100981"/>
                </a:lnTo>
                <a:lnTo>
                  <a:pt x="68453" y="99989"/>
                </a:lnTo>
                <a:lnTo>
                  <a:pt x="79369" y="97015"/>
                </a:lnTo>
                <a:lnTo>
                  <a:pt x="88690" y="92058"/>
                </a:lnTo>
                <a:lnTo>
                  <a:pt x="96415" y="85117"/>
                </a:lnTo>
                <a:lnTo>
                  <a:pt x="90033" y="78196"/>
                </a:lnTo>
                <a:lnTo>
                  <a:pt x="49265" y="78196"/>
                </a:lnTo>
                <a:lnTo>
                  <a:pt x="43077" y="76437"/>
                </a:lnTo>
                <a:lnTo>
                  <a:pt x="33108" y="69380"/>
                </a:lnTo>
                <a:lnTo>
                  <a:pt x="29957" y="64584"/>
                </a:lnTo>
                <a:lnTo>
                  <a:pt x="28606" y="58500"/>
                </a:lnTo>
                <a:lnTo>
                  <a:pt x="102792" y="58500"/>
                </a:lnTo>
                <a:lnTo>
                  <a:pt x="103159" y="53767"/>
                </a:lnTo>
                <a:lnTo>
                  <a:pt x="103337" y="51213"/>
                </a:lnTo>
                <a:lnTo>
                  <a:pt x="103316" y="50490"/>
                </a:lnTo>
                <a:lnTo>
                  <a:pt x="102922" y="43435"/>
                </a:lnTo>
                <a:lnTo>
                  <a:pt x="102652" y="41925"/>
                </a:lnTo>
                <a:lnTo>
                  <a:pt x="28239" y="41925"/>
                </a:lnTo>
                <a:lnTo>
                  <a:pt x="29224" y="35601"/>
                </a:lnTo>
                <a:lnTo>
                  <a:pt x="31904" y="30627"/>
                </a:lnTo>
                <a:lnTo>
                  <a:pt x="40647" y="23329"/>
                </a:lnTo>
                <a:lnTo>
                  <a:pt x="46040" y="21517"/>
                </a:lnTo>
                <a:lnTo>
                  <a:pt x="95050" y="21517"/>
                </a:lnTo>
                <a:lnTo>
                  <a:pt x="93046" y="18517"/>
                </a:lnTo>
                <a:lnTo>
                  <a:pt x="59332" y="388"/>
                </a:lnTo>
                <a:lnTo>
                  <a:pt x="52302" y="0"/>
                </a:lnTo>
                <a:close/>
              </a:path>
              <a:path w="103504" h="101600">
                <a:moveTo>
                  <a:pt x="81285" y="68709"/>
                </a:moveTo>
                <a:lnTo>
                  <a:pt x="77882" y="71987"/>
                </a:lnTo>
                <a:lnTo>
                  <a:pt x="74207" y="74395"/>
                </a:lnTo>
                <a:lnTo>
                  <a:pt x="66312" y="77432"/>
                </a:lnTo>
                <a:lnTo>
                  <a:pt x="61788" y="78196"/>
                </a:lnTo>
                <a:lnTo>
                  <a:pt x="90033" y="78196"/>
                </a:lnTo>
                <a:lnTo>
                  <a:pt x="81285" y="68709"/>
                </a:lnTo>
                <a:close/>
              </a:path>
              <a:path w="103504" h="101600">
                <a:moveTo>
                  <a:pt x="95050" y="21517"/>
                </a:moveTo>
                <a:lnTo>
                  <a:pt x="58804" y="21517"/>
                </a:lnTo>
                <a:lnTo>
                  <a:pt x="64155" y="23371"/>
                </a:lnTo>
                <a:lnTo>
                  <a:pt x="72898" y="30773"/>
                </a:lnTo>
                <a:lnTo>
                  <a:pt x="75568" y="35726"/>
                </a:lnTo>
                <a:lnTo>
                  <a:pt x="76552" y="41925"/>
                </a:lnTo>
                <a:lnTo>
                  <a:pt x="102652" y="41925"/>
                </a:lnTo>
                <a:lnTo>
                  <a:pt x="101677" y="36481"/>
                </a:lnTo>
                <a:lnTo>
                  <a:pt x="99600" y="29993"/>
                </a:lnTo>
                <a:lnTo>
                  <a:pt x="96688" y="23967"/>
                </a:lnTo>
                <a:lnTo>
                  <a:pt x="95050" y="21517"/>
                </a:lnTo>
                <a:close/>
              </a:path>
            </a:pathLst>
          </a:custGeom>
          <a:solidFill>
            <a:srgbClr val="58595B"/>
          </a:solidFill>
        </p:spPr>
        <p:txBody>
          <a:bodyPr wrap="square" lIns="0" tIns="0" rIns="0" bIns="0" rtlCol="0"/>
          <a:lstStyle/>
          <a:p>
            <a:endParaRPr/>
          </a:p>
        </p:txBody>
      </p:sp>
      <p:sp>
        <p:nvSpPr>
          <p:cNvPr id="380" name="object 62">
            <a:extLst>
              <a:ext uri="{FF2B5EF4-FFF2-40B4-BE49-F238E27FC236}">
                <a16:creationId xmlns:a16="http://schemas.microsoft.com/office/drawing/2014/main" id="{2E700103-BBA4-4154-805E-209C5D33FBCF}"/>
              </a:ext>
            </a:extLst>
          </p:cNvPr>
          <p:cNvSpPr/>
          <p:nvPr/>
        </p:nvSpPr>
        <p:spPr>
          <a:xfrm>
            <a:off x="10291561" y="4581441"/>
            <a:ext cx="0" cy="135255"/>
          </a:xfrm>
          <a:custGeom>
            <a:avLst/>
            <a:gdLst/>
            <a:ahLst/>
            <a:cxnLst/>
            <a:rect l="l" t="t" r="r" b="b"/>
            <a:pathLst>
              <a:path h="135254">
                <a:moveTo>
                  <a:pt x="0" y="0"/>
                </a:moveTo>
                <a:lnTo>
                  <a:pt x="0" y="135231"/>
                </a:lnTo>
              </a:path>
            </a:pathLst>
          </a:custGeom>
          <a:ln w="28438">
            <a:solidFill>
              <a:srgbClr val="58595B"/>
            </a:solidFill>
          </a:ln>
        </p:spPr>
        <p:txBody>
          <a:bodyPr wrap="square" lIns="0" tIns="0" rIns="0" bIns="0" rtlCol="0"/>
          <a:lstStyle/>
          <a:p>
            <a:endParaRPr/>
          </a:p>
        </p:txBody>
      </p:sp>
      <p:sp>
        <p:nvSpPr>
          <p:cNvPr id="381" name="object 63">
            <a:extLst>
              <a:ext uri="{FF2B5EF4-FFF2-40B4-BE49-F238E27FC236}">
                <a16:creationId xmlns:a16="http://schemas.microsoft.com/office/drawing/2014/main" id="{44D07000-0220-4F9F-8FF9-46063D91DB39}"/>
              </a:ext>
            </a:extLst>
          </p:cNvPr>
          <p:cNvSpPr/>
          <p:nvPr/>
        </p:nvSpPr>
        <p:spPr>
          <a:xfrm>
            <a:off x="10323083" y="4617155"/>
            <a:ext cx="103505" cy="101600"/>
          </a:xfrm>
          <a:custGeom>
            <a:avLst/>
            <a:gdLst/>
            <a:ahLst/>
            <a:cxnLst/>
            <a:rect l="l" t="t" r="r" b="b"/>
            <a:pathLst>
              <a:path w="103504" h="101600">
                <a:moveTo>
                  <a:pt x="52312" y="0"/>
                </a:moveTo>
                <a:lnTo>
                  <a:pt x="14949" y="14223"/>
                </a:lnTo>
                <a:lnTo>
                  <a:pt x="0" y="50490"/>
                </a:lnTo>
                <a:lnTo>
                  <a:pt x="433" y="57585"/>
                </a:lnTo>
                <a:lnTo>
                  <a:pt x="20599" y="90956"/>
                </a:lnTo>
                <a:lnTo>
                  <a:pt x="55956" y="100981"/>
                </a:lnTo>
                <a:lnTo>
                  <a:pt x="68462" y="99989"/>
                </a:lnTo>
                <a:lnTo>
                  <a:pt x="79374" y="97015"/>
                </a:lnTo>
                <a:lnTo>
                  <a:pt x="88692" y="92058"/>
                </a:lnTo>
                <a:lnTo>
                  <a:pt x="96415" y="85117"/>
                </a:lnTo>
                <a:lnTo>
                  <a:pt x="90033" y="78196"/>
                </a:lnTo>
                <a:lnTo>
                  <a:pt x="49275" y="78196"/>
                </a:lnTo>
                <a:lnTo>
                  <a:pt x="43077" y="76437"/>
                </a:lnTo>
                <a:lnTo>
                  <a:pt x="33108" y="69380"/>
                </a:lnTo>
                <a:lnTo>
                  <a:pt x="29957" y="64584"/>
                </a:lnTo>
                <a:lnTo>
                  <a:pt x="28616" y="58500"/>
                </a:lnTo>
                <a:lnTo>
                  <a:pt x="102792" y="58500"/>
                </a:lnTo>
                <a:lnTo>
                  <a:pt x="103347" y="51213"/>
                </a:lnTo>
                <a:lnTo>
                  <a:pt x="103327" y="50490"/>
                </a:lnTo>
                <a:lnTo>
                  <a:pt x="102931" y="43435"/>
                </a:lnTo>
                <a:lnTo>
                  <a:pt x="102660" y="41925"/>
                </a:lnTo>
                <a:lnTo>
                  <a:pt x="28250" y="41925"/>
                </a:lnTo>
                <a:lnTo>
                  <a:pt x="29224" y="35601"/>
                </a:lnTo>
                <a:lnTo>
                  <a:pt x="31904" y="30627"/>
                </a:lnTo>
                <a:lnTo>
                  <a:pt x="40647" y="23329"/>
                </a:lnTo>
                <a:lnTo>
                  <a:pt x="46050" y="21517"/>
                </a:lnTo>
                <a:lnTo>
                  <a:pt x="95051" y="21517"/>
                </a:lnTo>
                <a:lnTo>
                  <a:pt x="93046" y="18517"/>
                </a:lnTo>
                <a:lnTo>
                  <a:pt x="59337" y="388"/>
                </a:lnTo>
                <a:lnTo>
                  <a:pt x="52312" y="0"/>
                </a:lnTo>
                <a:close/>
              </a:path>
              <a:path w="103504" h="101600">
                <a:moveTo>
                  <a:pt x="81285" y="68709"/>
                </a:moveTo>
                <a:lnTo>
                  <a:pt x="77882" y="71987"/>
                </a:lnTo>
                <a:lnTo>
                  <a:pt x="74217" y="74395"/>
                </a:lnTo>
                <a:lnTo>
                  <a:pt x="66322" y="77432"/>
                </a:lnTo>
                <a:lnTo>
                  <a:pt x="61788" y="78196"/>
                </a:lnTo>
                <a:lnTo>
                  <a:pt x="90033" y="78196"/>
                </a:lnTo>
                <a:lnTo>
                  <a:pt x="81285" y="68709"/>
                </a:lnTo>
                <a:close/>
              </a:path>
              <a:path w="103504" h="101600">
                <a:moveTo>
                  <a:pt x="95051" y="21517"/>
                </a:moveTo>
                <a:lnTo>
                  <a:pt x="58804" y="21517"/>
                </a:lnTo>
                <a:lnTo>
                  <a:pt x="64155" y="23371"/>
                </a:lnTo>
                <a:lnTo>
                  <a:pt x="72908" y="30773"/>
                </a:lnTo>
                <a:lnTo>
                  <a:pt x="75568" y="35726"/>
                </a:lnTo>
                <a:lnTo>
                  <a:pt x="76552" y="41925"/>
                </a:lnTo>
                <a:lnTo>
                  <a:pt x="102660" y="41925"/>
                </a:lnTo>
                <a:lnTo>
                  <a:pt x="101682" y="36481"/>
                </a:lnTo>
                <a:lnTo>
                  <a:pt x="99601" y="29993"/>
                </a:lnTo>
                <a:lnTo>
                  <a:pt x="96688" y="23967"/>
                </a:lnTo>
                <a:lnTo>
                  <a:pt x="95051" y="21517"/>
                </a:lnTo>
                <a:close/>
              </a:path>
            </a:pathLst>
          </a:custGeom>
          <a:solidFill>
            <a:srgbClr val="58595B"/>
          </a:solidFill>
        </p:spPr>
        <p:txBody>
          <a:bodyPr wrap="square" lIns="0" tIns="0" rIns="0" bIns="0" rtlCol="0"/>
          <a:lstStyle/>
          <a:p>
            <a:endParaRPr/>
          </a:p>
        </p:txBody>
      </p:sp>
      <p:sp>
        <p:nvSpPr>
          <p:cNvPr id="382" name="object 64">
            <a:extLst>
              <a:ext uri="{FF2B5EF4-FFF2-40B4-BE49-F238E27FC236}">
                <a16:creationId xmlns:a16="http://schemas.microsoft.com/office/drawing/2014/main" id="{1A82A597-A72D-454C-83CB-E121299C0749}"/>
              </a:ext>
            </a:extLst>
          </p:cNvPr>
          <p:cNvSpPr/>
          <p:nvPr/>
        </p:nvSpPr>
        <p:spPr>
          <a:xfrm>
            <a:off x="10434450" y="4617156"/>
            <a:ext cx="93345" cy="101600"/>
          </a:xfrm>
          <a:custGeom>
            <a:avLst/>
            <a:gdLst/>
            <a:ahLst/>
            <a:cxnLst/>
            <a:rect l="l" t="t" r="r" b="b"/>
            <a:pathLst>
              <a:path w="93345" h="101600">
                <a:moveTo>
                  <a:pt x="89132" y="22606"/>
                </a:moveTo>
                <a:lnTo>
                  <a:pt x="49631" y="22606"/>
                </a:lnTo>
                <a:lnTo>
                  <a:pt x="55275" y="24271"/>
                </a:lnTo>
                <a:lnTo>
                  <a:pt x="62804" y="30962"/>
                </a:lnTo>
                <a:lnTo>
                  <a:pt x="64689" y="35726"/>
                </a:lnTo>
                <a:lnTo>
                  <a:pt x="64689" y="41925"/>
                </a:lnTo>
                <a:lnTo>
                  <a:pt x="42092" y="41925"/>
                </a:lnTo>
                <a:lnTo>
                  <a:pt x="32042" y="42414"/>
                </a:lnTo>
                <a:lnTo>
                  <a:pt x="0" y="62155"/>
                </a:lnTo>
                <a:lnTo>
                  <a:pt x="0" y="76971"/>
                </a:lnTo>
                <a:lnTo>
                  <a:pt x="29088" y="100981"/>
                </a:lnTo>
                <a:lnTo>
                  <a:pt x="36627" y="100981"/>
                </a:lnTo>
                <a:lnTo>
                  <a:pt x="46697" y="100125"/>
                </a:lnTo>
                <a:lnTo>
                  <a:pt x="55033" y="97559"/>
                </a:lnTo>
                <a:lnTo>
                  <a:pt x="61639" y="93286"/>
                </a:lnTo>
                <a:lnTo>
                  <a:pt x="66521" y="87306"/>
                </a:lnTo>
                <a:lnTo>
                  <a:pt x="93128" y="87306"/>
                </a:lnTo>
                <a:lnTo>
                  <a:pt x="93128" y="81829"/>
                </a:lnTo>
                <a:lnTo>
                  <a:pt x="38752" y="81829"/>
                </a:lnTo>
                <a:lnTo>
                  <a:pt x="34836" y="80772"/>
                </a:lnTo>
                <a:lnTo>
                  <a:pt x="29119" y="76521"/>
                </a:lnTo>
                <a:lnTo>
                  <a:pt x="27705" y="73641"/>
                </a:lnTo>
                <a:lnTo>
                  <a:pt x="27705" y="62333"/>
                </a:lnTo>
                <a:lnTo>
                  <a:pt x="33527" y="58500"/>
                </a:lnTo>
                <a:lnTo>
                  <a:pt x="93128" y="58500"/>
                </a:lnTo>
                <a:lnTo>
                  <a:pt x="93006" y="41925"/>
                </a:lnTo>
                <a:lnTo>
                  <a:pt x="92364" y="33316"/>
                </a:lnTo>
                <a:lnTo>
                  <a:pt x="90073" y="24450"/>
                </a:lnTo>
                <a:lnTo>
                  <a:pt x="89132" y="22606"/>
                </a:lnTo>
                <a:close/>
              </a:path>
              <a:path w="93345" h="101600">
                <a:moveTo>
                  <a:pt x="93128" y="87306"/>
                </a:moveTo>
                <a:lnTo>
                  <a:pt x="66521" y="87306"/>
                </a:lnTo>
                <a:lnTo>
                  <a:pt x="66521" y="99515"/>
                </a:lnTo>
                <a:lnTo>
                  <a:pt x="93128" y="99515"/>
                </a:lnTo>
                <a:lnTo>
                  <a:pt x="93128" y="87306"/>
                </a:lnTo>
                <a:close/>
              </a:path>
              <a:path w="93345" h="101600">
                <a:moveTo>
                  <a:pt x="93128" y="58500"/>
                </a:moveTo>
                <a:lnTo>
                  <a:pt x="64689" y="58500"/>
                </a:lnTo>
                <a:lnTo>
                  <a:pt x="64689" y="68531"/>
                </a:lnTo>
                <a:lnTo>
                  <a:pt x="63108" y="72908"/>
                </a:lnTo>
                <a:lnTo>
                  <a:pt x="60437" y="76217"/>
                </a:lnTo>
                <a:lnTo>
                  <a:pt x="52898" y="80720"/>
                </a:lnTo>
                <a:lnTo>
                  <a:pt x="48595" y="81829"/>
                </a:lnTo>
                <a:lnTo>
                  <a:pt x="93128" y="81829"/>
                </a:lnTo>
                <a:lnTo>
                  <a:pt x="93128" y="58500"/>
                </a:lnTo>
                <a:close/>
              </a:path>
              <a:path w="93345" h="101600">
                <a:moveTo>
                  <a:pt x="45925" y="0"/>
                </a:moveTo>
                <a:lnTo>
                  <a:pt x="38019" y="0"/>
                </a:lnTo>
                <a:lnTo>
                  <a:pt x="30344" y="1036"/>
                </a:lnTo>
                <a:lnTo>
                  <a:pt x="15392" y="5172"/>
                </a:lnTo>
                <a:lnTo>
                  <a:pt x="8984" y="8083"/>
                </a:lnTo>
                <a:lnTo>
                  <a:pt x="3633" y="11842"/>
                </a:lnTo>
                <a:lnTo>
                  <a:pt x="13842" y="31716"/>
                </a:lnTo>
                <a:lnTo>
                  <a:pt x="17371" y="28931"/>
                </a:lnTo>
                <a:lnTo>
                  <a:pt x="21653" y="26700"/>
                </a:lnTo>
                <a:lnTo>
                  <a:pt x="31737" y="23423"/>
                </a:lnTo>
                <a:lnTo>
                  <a:pt x="36867" y="22606"/>
                </a:lnTo>
                <a:lnTo>
                  <a:pt x="89132" y="22606"/>
                </a:lnTo>
                <a:lnTo>
                  <a:pt x="86254" y="16961"/>
                </a:lnTo>
                <a:lnTo>
                  <a:pt x="80908" y="10847"/>
                </a:lnTo>
                <a:lnTo>
                  <a:pt x="74145" y="6104"/>
                </a:lnTo>
                <a:lnTo>
                  <a:pt x="66059" y="2714"/>
                </a:lnTo>
                <a:lnTo>
                  <a:pt x="56652" y="678"/>
                </a:lnTo>
                <a:lnTo>
                  <a:pt x="45925" y="0"/>
                </a:lnTo>
                <a:close/>
              </a:path>
            </a:pathLst>
          </a:custGeom>
          <a:solidFill>
            <a:srgbClr val="58595B"/>
          </a:solidFill>
        </p:spPr>
        <p:txBody>
          <a:bodyPr wrap="square" lIns="0" tIns="0" rIns="0" bIns="0" rtlCol="0"/>
          <a:lstStyle/>
          <a:p>
            <a:endParaRPr/>
          </a:p>
        </p:txBody>
      </p:sp>
      <p:sp>
        <p:nvSpPr>
          <p:cNvPr id="383" name="object 65">
            <a:extLst>
              <a:ext uri="{FF2B5EF4-FFF2-40B4-BE49-F238E27FC236}">
                <a16:creationId xmlns:a16="http://schemas.microsoft.com/office/drawing/2014/main" id="{2F93D5FC-F216-460F-B6F0-FAF0D6122697}"/>
              </a:ext>
            </a:extLst>
          </p:cNvPr>
          <p:cNvSpPr/>
          <p:nvPr/>
        </p:nvSpPr>
        <p:spPr>
          <a:xfrm>
            <a:off x="10541973" y="4617153"/>
            <a:ext cx="88900" cy="101600"/>
          </a:xfrm>
          <a:custGeom>
            <a:avLst/>
            <a:gdLst/>
            <a:ahLst/>
            <a:cxnLst/>
            <a:rect l="l" t="t" r="r" b="b"/>
            <a:pathLst>
              <a:path w="88900" h="101600">
                <a:moveTo>
                  <a:pt x="9476" y="69987"/>
                </a:moveTo>
                <a:lnTo>
                  <a:pt x="0" y="90405"/>
                </a:lnTo>
                <a:lnTo>
                  <a:pt x="4617" y="93452"/>
                </a:lnTo>
                <a:lnTo>
                  <a:pt x="10816" y="95965"/>
                </a:lnTo>
                <a:lnTo>
                  <a:pt x="26365" y="99976"/>
                </a:lnTo>
                <a:lnTo>
                  <a:pt x="34323" y="100981"/>
                </a:lnTo>
                <a:lnTo>
                  <a:pt x="52061" y="100981"/>
                </a:lnTo>
                <a:lnTo>
                  <a:pt x="86929" y="81295"/>
                </a:lnTo>
                <a:lnTo>
                  <a:pt x="87547" y="79474"/>
                </a:lnTo>
                <a:lnTo>
                  <a:pt x="37600" y="79474"/>
                </a:lnTo>
                <a:lnTo>
                  <a:pt x="31527" y="78583"/>
                </a:lnTo>
                <a:lnTo>
                  <a:pt x="19130" y="75055"/>
                </a:lnTo>
                <a:lnTo>
                  <a:pt x="13842" y="72793"/>
                </a:lnTo>
                <a:lnTo>
                  <a:pt x="9476" y="69987"/>
                </a:lnTo>
                <a:close/>
              </a:path>
              <a:path w="88900" h="101600">
                <a:moveTo>
                  <a:pt x="54678" y="0"/>
                </a:moveTo>
                <a:lnTo>
                  <a:pt x="38396" y="0"/>
                </a:lnTo>
                <a:lnTo>
                  <a:pt x="30281" y="1340"/>
                </a:lnTo>
                <a:lnTo>
                  <a:pt x="16554" y="6680"/>
                </a:lnTo>
                <a:lnTo>
                  <a:pt x="11329" y="10429"/>
                </a:lnTo>
                <a:lnTo>
                  <a:pt x="4167" y="20030"/>
                </a:lnTo>
                <a:lnTo>
                  <a:pt x="2366" y="25517"/>
                </a:lnTo>
                <a:lnTo>
                  <a:pt x="2454" y="39380"/>
                </a:lnTo>
                <a:lnTo>
                  <a:pt x="41558" y="61422"/>
                </a:lnTo>
                <a:lnTo>
                  <a:pt x="48365" y="62280"/>
                </a:lnTo>
                <a:lnTo>
                  <a:pt x="53401" y="63306"/>
                </a:lnTo>
                <a:lnTo>
                  <a:pt x="59966" y="65746"/>
                </a:lnTo>
                <a:lnTo>
                  <a:pt x="61600" y="67746"/>
                </a:lnTo>
                <a:lnTo>
                  <a:pt x="61600" y="76500"/>
                </a:lnTo>
                <a:lnTo>
                  <a:pt x="55589" y="79474"/>
                </a:lnTo>
                <a:lnTo>
                  <a:pt x="87547" y="79474"/>
                </a:lnTo>
                <a:lnTo>
                  <a:pt x="88761" y="75892"/>
                </a:lnTo>
                <a:lnTo>
                  <a:pt x="88641" y="62280"/>
                </a:lnTo>
                <a:lnTo>
                  <a:pt x="86876" y="57055"/>
                </a:lnTo>
                <a:lnTo>
                  <a:pt x="50124" y="40469"/>
                </a:lnTo>
                <a:lnTo>
                  <a:pt x="42951" y="39380"/>
                </a:lnTo>
                <a:lnTo>
                  <a:pt x="37726" y="38218"/>
                </a:lnTo>
                <a:lnTo>
                  <a:pt x="31171" y="35789"/>
                </a:lnTo>
                <a:lnTo>
                  <a:pt x="29527" y="33674"/>
                </a:lnTo>
                <a:lnTo>
                  <a:pt x="29527" y="27957"/>
                </a:lnTo>
                <a:lnTo>
                  <a:pt x="31046" y="25768"/>
                </a:lnTo>
                <a:lnTo>
                  <a:pt x="37119" y="22365"/>
                </a:lnTo>
                <a:lnTo>
                  <a:pt x="41684" y="21517"/>
                </a:lnTo>
                <a:lnTo>
                  <a:pt x="79421" y="21517"/>
                </a:lnTo>
                <a:lnTo>
                  <a:pt x="85484" y="8575"/>
                </a:lnTo>
                <a:lnTo>
                  <a:pt x="80981" y="5905"/>
                </a:lnTo>
                <a:lnTo>
                  <a:pt x="75306" y="3811"/>
                </a:lnTo>
                <a:lnTo>
                  <a:pt x="61568" y="764"/>
                </a:lnTo>
                <a:lnTo>
                  <a:pt x="54678" y="0"/>
                </a:lnTo>
                <a:close/>
              </a:path>
              <a:path w="88900" h="101600">
                <a:moveTo>
                  <a:pt x="79421" y="21517"/>
                </a:moveTo>
                <a:lnTo>
                  <a:pt x="47747" y="21517"/>
                </a:lnTo>
                <a:lnTo>
                  <a:pt x="55256" y="21971"/>
                </a:lnTo>
                <a:lnTo>
                  <a:pt x="62470" y="23335"/>
                </a:lnTo>
                <a:lnTo>
                  <a:pt x="69388" y="25612"/>
                </a:lnTo>
                <a:lnTo>
                  <a:pt x="76008" y="28805"/>
                </a:lnTo>
                <a:lnTo>
                  <a:pt x="79421" y="21517"/>
                </a:lnTo>
                <a:close/>
              </a:path>
            </a:pathLst>
          </a:custGeom>
          <a:solidFill>
            <a:srgbClr val="58595B"/>
          </a:solidFill>
        </p:spPr>
        <p:txBody>
          <a:bodyPr wrap="square" lIns="0" tIns="0" rIns="0" bIns="0" rtlCol="0"/>
          <a:lstStyle/>
          <a:p>
            <a:endParaRPr/>
          </a:p>
        </p:txBody>
      </p:sp>
      <p:sp>
        <p:nvSpPr>
          <p:cNvPr id="384" name="object 66">
            <a:extLst>
              <a:ext uri="{FF2B5EF4-FFF2-40B4-BE49-F238E27FC236}">
                <a16:creationId xmlns:a16="http://schemas.microsoft.com/office/drawing/2014/main" id="{76EC5D1B-0909-4BEB-A173-5A6E50214584}"/>
              </a:ext>
            </a:extLst>
          </p:cNvPr>
          <p:cNvSpPr/>
          <p:nvPr/>
        </p:nvSpPr>
        <p:spPr>
          <a:xfrm>
            <a:off x="10639110" y="4617155"/>
            <a:ext cx="103505" cy="101600"/>
          </a:xfrm>
          <a:custGeom>
            <a:avLst/>
            <a:gdLst/>
            <a:ahLst/>
            <a:cxnLst/>
            <a:rect l="l" t="t" r="r" b="b"/>
            <a:pathLst>
              <a:path w="103504" h="101600">
                <a:moveTo>
                  <a:pt x="52312" y="0"/>
                </a:moveTo>
                <a:lnTo>
                  <a:pt x="14949" y="14223"/>
                </a:lnTo>
                <a:lnTo>
                  <a:pt x="0" y="50490"/>
                </a:lnTo>
                <a:lnTo>
                  <a:pt x="433" y="57585"/>
                </a:lnTo>
                <a:lnTo>
                  <a:pt x="20599" y="90956"/>
                </a:lnTo>
                <a:lnTo>
                  <a:pt x="55956" y="100981"/>
                </a:lnTo>
                <a:lnTo>
                  <a:pt x="68462" y="99989"/>
                </a:lnTo>
                <a:lnTo>
                  <a:pt x="79374" y="97015"/>
                </a:lnTo>
                <a:lnTo>
                  <a:pt x="88692" y="92058"/>
                </a:lnTo>
                <a:lnTo>
                  <a:pt x="96415" y="85117"/>
                </a:lnTo>
                <a:lnTo>
                  <a:pt x="90033" y="78196"/>
                </a:lnTo>
                <a:lnTo>
                  <a:pt x="49275" y="78196"/>
                </a:lnTo>
                <a:lnTo>
                  <a:pt x="43077" y="76437"/>
                </a:lnTo>
                <a:lnTo>
                  <a:pt x="33108" y="69380"/>
                </a:lnTo>
                <a:lnTo>
                  <a:pt x="29957" y="64584"/>
                </a:lnTo>
                <a:lnTo>
                  <a:pt x="28616" y="58500"/>
                </a:lnTo>
                <a:lnTo>
                  <a:pt x="102792" y="58500"/>
                </a:lnTo>
                <a:lnTo>
                  <a:pt x="103347" y="51213"/>
                </a:lnTo>
                <a:lnTo>
                  <a:pt x="103327" y="50490"/>
                </a:lnTo>
                <a:lnTo>
                  <a:pt x="102931" y="43435"/>
                </a:lnTo>
                <a:lnTo>
                  <a:pt x="102660" y="41925"/>
                </a:lnTo>
                <a:lnTo>
                  <a:pt x="28250" y="41925"/>
                </a:lnTo>
                <a:lnTo>
                  <a:pt x="29224" y="35601"/>
                </a:lnTo>
                <a:lnTo>
                  <a:pt x="31894" y="30627"/>
                </a:lnTo>
                <a:lnTo>
                  <a:pt x="40647" y="23329"/>
                </a:lnTo>
                <a:lnTo>
                  <a:pt x="46050" y="21517"/>
                </a:lnTo>
                <a:lnTo>
                  <a:pt x="95051" y="21517"/>
                </a:lnTo>
                <a:lnTo>
                  <a:pt x="93046" y="18517"/>
                </a:lnTo>
                <a:lnTo>
                  <a:pt x="59337" y="388"/>
                </a:lnTo>
                <a:lnTo>
                  <a:pt x="52312" y="0"/>
                </a:lnTo>
                <a:close/>
              </a:path>
              <a:path w="103504" h="101600">
                <a:moveTo>
                  <a:pt x="81285" y="68709"/>
                </a:moveTo>
                <a:lnTo>
                  <a:pt x="77882" y="71987"/>
                </a:lnTo>
                <a:lnTo>
                  <a:pt x="74217" y="74395"/>
                </a:lnTo>
                <a:lnTo>
                  <a:pt x="66322" y="77432"/>
                </a:lnTo>
                <a:lnTo>
                  <a:pt x="61788" y="78196"/>
                </a:lnTo>
                <a:lnTo>
                  <a:pt x="90033" y="78196"/>
                </a:lnTo>
                <a:lnTo>
                  <a:pt x="81285" y="68709"/>
                </a:lnTo>
                <a:close/>
              </a:path>
              <a:path w="103504" h="101600">
                <a:moveTo>
                  <a:pt x="95051" y="21517"/>
                </a:moveTo>
                <a:lnTo>
                  <a:pt x="58814" y="21517"/>
                </a:lnTo>
                <a:lnTo>
                  <a:pt x="64155" y="23371"/>
                </a:lnTo>
                <a:lnTo>
                  <a:pt x="72908" y="30773"/>
                </a:lnTo>
                <a:lnTo>
                  <a:pt x="75568" y="35726"/>
                </a:lnTo>
                <a:lnTo>
                  <a:pt x="76552" y="41925"/>
                </a:lnTo>
                <a:lnTo>
                  <a:pt x="102660" y="41925"/>
                </a:lnTo>
                <a:lnTo>
                  <a:pt x="101682" y="36481"/>
                </a:lnTo>
                <a:lnTo>
                  <a:pt x="99601" y="29993"/>
                </a:lnTo>
                <a:lnTo>
                  <a:pt x="96688" y="23967"/>
                </a:lnTo>
                <a:lnTo>
                  <a:pt x="95051" y="21517"/>
                </a:lnTo>
                <a:close/>
              </a:path>
            </a:pathLst>
          </a:custGeom>
          <a:solidFill>
            <a:srgbClr val="58595B"/>
          </a:solidFill>
        </p:spPr>
        <p:txBody>
          <a:bodyPr wrap="square" lIns="0" tIns="0" rIns="0" bIns="0" rtlCol="0"/>
          <a:lstStyle/>
          <a:p>
            <a:endParaRPr/>
          </a:p>
        </p:txBody>
      </p:sp>
      <p:sp>
        <p:nvSpPr>
          <p:cNvPr id="385" name="object 67">
            <a:extLst>
              <a:ext uri="{FF2B5EF4-FFF2-40B4-BE49-F238E27FC236}">
                <a16:creationId xmlns:a16="http://schemas.microsoft.com/office/drawing/2014/main" id="{2194507B-7041-42AF-A330-74D5012B550C}"/>
              </a:ext>
            </a:extLst>
          </p:cNvPr>
          <p:cNvSpPr/>
          <p:nvPr/>
        </p:nvSpPr>
        <p:spPr>
          <a:xfrm>
            <a:off x="9998944" y="4800146"/>
            <a:ext cx="269372" cy="136698"/>
          </a:xfrm>
          <a:prstGeom prst="rect">
            <a:avLst/>
          </a:prstGeom>
          <a:blipFill>
            <a:blip r:embed="rId11" cstate="print"/>
            <a:stretch>
              <a:fillRect/>
            </a:stretch>
          </a:blipFill>
        </p:spPr>
        <p:txBody>
          <a:bodyPr wrap="square" lIns="0" tIns="0" rIns="0" bIns="0" rtlCol="0"/>
          <a:lstStyle/>
          <a:p>
            <a:endParaRPr/>
          </a:p>
        </p:txBody>
      </p:sp>
      <p:sp>
        <p:nvSpPr>
          <p:cNvPr id="386" name="object 68">
            <a:extLst>
              <a:ext uri="{FF2B5EF4-FFF2-40B4-BE49-F238E27FC236}">
                <a16:creationId xmlns:a16="http://schemas.microsoft.com/office/drawing/2014/main" id="{D0606C89-C71B-443B-9F1C-459BF4E8CF6B}"/>
              </a:ext>
            </a:extLst>
          </p:cNvPr>
          <p:cNvSpPr/>
          <p:nvPr/>
        </p:nvSpPr>
        <p:spPr>
          <a:xfrm>
            <a:off x="10292187" y="4835870"/>
            <a:ext cx="100237" cy="99515"/>
          </a:xfrm>
          <a:prstGeom prst="rect">
            <a:avLst/>
          </a:prstGeom>
          <a:blipFill>
            <a:blip r:embed="rId12" cstate="print"/>
            <a:stretch>
              <a:fillRect/>
            </a:stretch>
          </a:blipFill>
        </p:spPr>
        <p:txBody>
          <a:bodyPr wrap="square" lIns="0" tIns="0" rIns="0" bIns="0" rtlCol="0"/>
          <a:lstStyle/>
          <a:p>
            <a:endParaRPr/>
          </a:p>
        </p:txBody>
      </p:sp>
      <p:sp>
        <p:nvSpPr>
          <p:cNvPr id="387" name="object 69">
            <a:extLst>
              <a:ext uri="{FF2B5EF4-FFF2-40B4-BE49-F238E27FC236}">
                <a16:creationId xmlns:a16="http://schemas.microsoft.com/office/drawing/2014/main" id="{4F02A58C-CFC6-4D4C-BBF0-44DF3663F68D}"/>
              </a:ext>
            </a:extLst>
          </p:cNvPr>
          <p:cNvSpPr/>
          <p:nvPr/>
        </p:nvSpPr>
        <p:spPr>
          <a:xfrm>
            <a:off x="10416309" y="4835870"/>
            <a:ext cx="100237" cy="99515"/>
          </a:xfrm>
          <a:prstGeom prst="rect">
            <a:avLst/>
          </a:prstGeom>
          <a:blipFill>
            <a:blip r:embed="rId13" cstate="print"/>
            <a:stretch>
              <a:fillRect/>
            </a:stretch>
          </a:blipFill>
        </p:spPr>
        <p:txBody>
          <a:bodyPr wrap="square" lIns="0" tIns="0" rIns="0" bIns="0" rtlCol="0"/>
          <a:lstStyle/>
          <a:p>
            <a:endParaRPr/>
          </a:p>
        </p:txBody>
      </p:sp>
      <p:sp>
        <p:nvSpPr>
          <p:cNvPr id="388" name="object 70">
            <a:extLst>
              <a:ext uri="{FF2B5EF4-FFF2-40B4-BE49-F238E27FC236}">
                <a16:creationId xmlns:a16="http://schemas.microsoft.com/office/drawing/2014/main" id="{5ED60A1D-32B2-4CB6-B8C9-D586699CAEB5}"/>
              </a:ext>
            </a:extLst>
          </p:cNvPr>
          <p:cNvSpPr/>
          <p:nvPr/>
        </p:nvSpPr>
        <p:spPr>
          <a:xfrm>
            <a:off x="10536957" y="4791948"/>
            <a:ext cx="35560" cy="143510"/>
          </a:xfrm>
          <a:custGeom>
            <a:avLst/>
            <a:gdLst/>
            <a:ahLst/>
            <a:cxnLst/>
            <a:rect l="l" t="t" r="r" b="b"/>
            <a:pathLst>
              <a:path w="35559" h="143510">
                <a:moveTo>
                  <a:pt x="31894" y="45380"/>
                </a:moveTo>
                <a:lnTo>
                  <a:pt x="3465" y="45380"/>
                </a:lnTo>
                <a:lnTo>
                  <a:pt x="3465" y="143440"/>
                </a:lnTo>
                <a:lnTo>
                  <a:pt x="31894" y="143440"/>
                </a:lnTo>
                <a:lnTo>
                  <a:pt x="31894" y="45380"/>
                </a:lnTo>
                <a:close/>
              </a:path>
              <a:path w="35559" h="143510">
                <a:moveTo>
                  <a:pt x="22899" y="0"/>
                </a:moveTo>
                <a:lnTo>
                  <a:pt x="12460" y="0"/>
                </a:lnTo>
                <a:lnTo>
                  <a:pt x="8209" y="1518"/>
                </a:lnTo>
                <a:lnTo>
                  <a:pt x="1643" y="7591"/>
                </a:lnTo>
                <a:lnTo>
                  <a:pt x="0" y="11360"/>
                </a:lnTo>
                <a:lnTo>
                  <a:pt x="0" y="20355"/>
                </a:lnTo>
                <a:lnTo>
                  <a:pt x="1643" y="24124"/>
                </a:lnTo>
                <a:lnTo>
                  <a:pt x="8209" y="30198"/>
                </a:lnTo>
                <a:lnTo>
                  <a:pt x="12460" y="31716"/>
                </a:lnTo>
                <a:lnTo>
                  <a:pt x="22899" y="31716"/>
                </a:lnTo>
                <a:lnTo>
                  <a:pt x="27161" y="30166"/>
                </a:lnTo>
                <a:lnTo>
                  <a:pt x="33716" y="23957"/>
                </a:lnTo>
                <a:lnTo>
                  <a:pt x="35360" y="20051"/>
                </a:lnTo>
                <a:lnTo>
                  <a:pt x="35360" y="10931"/>
                </a:lnTo>
                <a:lnTo>
                  <a:pt x="33716" y="7287"/>
                </a:lnTo>
                <a:lnTo>
                  <a:pt x="27161" y="1455"/>
                </a:lnTo>
                <a:lnTo>
                  <a:pt x="22899" y="0"/>
                </a:lnTo>
                <a:close/>
              </a:path>
            </a:pathLst>
          </a:custGeom>
          <a:solidFill>
            <a:srgbClr val="58595B"/>
          </a:solidFill>
        </p:spPr>
        <p:txBody>
          <a:bodyPr wrap="square" lIns="0" tIns="0" rIns="0" bIns="0" rtlCol="0"/>
          <a:lstStyle/>
          <a:p>
            <a:endParaRPr/>
          </a:p>
        </p:txBody>
      </p:sp>
      <p:sp>
        <p:nvSpPr>
          <p:cNvPr id="389" name="object 71">
            <a:extLst>
              <a:ext uri="{FF2B5EF4-FFF2-40B4-BE49-F238E27FC236}">
                <a16:creationId xmlns:a16="http://schemas.microsoft.com/office/drawing/2014/main" id="{CC5DE315-D693-40D7-AB5D-DFAD14589D44}"/>
              </a:ext>
            </a:extLst>
          </p:cNvPr>
          <p:cNvSpPr/>
          <p:nvPr/>
        </p:nvSpPr>
        <p:spPr>
          <a:xfrm>
            <a:off x="10593455" y="4835867"/>
            <a:ext cx="226365" cy="136330"/>
          </a:xfrm>
          <a:prstGeom prst="rect">
            <a:avLst/>
          </a:prstGeom>
          <a:blipFill>
            <a:blip r:embed="rId14" cstate="print"/>
            <a:stretch>
              <a:fillRect/>
            </a:stretch>
          </a:blipFill>
        </p:spPr>
        <p:txBody>
          <a:bodyPr wrap="square" lIns="0" tIns="0" rIns="0" bIns="0" rtlCol="0"/>
          <a:lstStyle/>
          <a:p>
            <a:endParaRPr/>
          </a:p>
        </p:txBody>
      </p:sp>
      <p:sp>
        <p:nvSpPr>
          <p:cNvPr id="390" name="object 72">
            <a:extLst>
              <a:ext uri="{FF2B5EF4-FFF2-40B4-BE49-F238E27FC236}">
                <a16:creationId xmlns:a16="http://schemas.microsoft.com/office/drawing/2014/main" id="{21930661-18E5-45D5-A2DE-444D596FE2D0}"/>
              </a:ext>
            </a:extLst>
          </p:cNvPr>
          <p:cNvSpPr/>
          <p:nvPr/>
        </p:nvSpPr>
        <p:spPr>
          <a:xfrm>
            <a:off x="9183903" y="3260840"/>
            <a:ext cx="1013460" cy="485140"/>
          </a:xfrm>
          <a:custGeom>
            <a:avLst/>
            <a:gdLst/>
            <a:ahLst/>
            <a:cxnLst/>
            <a:rect l="l" t="t" r="r" b="b"/>
            <a:pathLst>
              <a:path w="1013459" h="485139">
                <a:moveTo>
                  <a:pt x="1013351" y="0"/>
                </a:moveTo>
                <a:lnTo>
                  <a:pt x="0" y="0"/>
                </a:lnTo>
                <a:lnTo>
                  <a:pt x="0" y="484854"/>
                </a:lnTo>
                <a:lnTo>
                  <a:pt x="1013351" y="484854"/>
                </a:lnTo>
                <a:lnTo>
                  <a:pt x="1013351" y="0"/>
                </a:lnTo>
                <a:close/>
              </a:path>
            </a:pathLst>
          </a:custGeom>
          <a:solidFill>
            <a:srgbClr val="002B4C"/>
          </a:solidFill>
        </p:spPr>
        <p:txBody>
          <a:bodyPr wrap="square" lIns="0" tIns="0" rIns="0" bIns="0" rtlCol="0"/>
          <a:lstStyle/>
          <a:p>
            <a:endParaRPr/>
          </a:p>
        </p:txBody>
      </p:sp>
      <p:sp>
        <p:nvSpPr>
          <p:cNvPr id="391" name="object 73">
            <a:extLst>
              <a:ext uri="{FF2B5EF4-FFF2-40B4-BE49-F238E27FC236}">
                <a16:creationId xmlns:a16="http://schemas.microsoft.com/office/drawing/2014/main" id="{3D966C63-4527-4695-BC8A-E576550E9580}"/>
              </a:ext>
            </a:extLst>
          </p:cNvPr>
          <p:cNvSpPr/>
          <p:nvPr/>
        </p:nvSpPr>
        <p:spPr>
          <a:xfrm>
            <a:off x="9183899" y="3260843"/>
            <a:ext cx="1013351" cy="484854"/>
          </a:xfrm>
          <a:prstGeom prst="rect">
            <a:avLst/>
          </a:prstGeom>
          <a:blipFill>
            <a:blip r:embed="rId15" cstate="print"/>
            <a:stretch>
              <a:fillRect/>
            </a:stretch>
          </a:blipFill>
        </p:spPr>
        <p:txBody>
          <a:bodyPr wrap="square" lIns="0" tIns="0" rIns="0" bIns="0" rtlCol="0"/>
          <a:lstStyle/>
          <a:p>
            <a:endParaRPr/>
          </a:p>
        </p:txBody>
      </p:sp>
      <p:sp>
        <p:nvSpPr>
          <p:cNvPr id="392" name="object 74">
            <a:extLst>
              <a:ext uri="{FF2B5EF4-FFF2-40B4-BE49-F238E27FC236}">
                <a16:creationId xmlns:a16="http://schemas.microsoft.com/office/drawing/2014/main" id="{6AB63023-FD2C-4855-978B-C8DD4F9C7FFB}"/>
              </a:ext>
            </a:extLst>
          </p:cNvPr>
          <p:cNvSpPr/>
          <p:nvPr/>
        </p:nvSpPr>
        <p:spPr>
          <a:xfrm>
            <a:off x="9168422" y="3745697"/>
            <a:ext cx="1044313" cy="274399"/>
          </a:xfrm>
          <a:prstGeom prst="rect">
            <a:avLst/>
          </a:prstGeom>
          <a:blipFill>
            <a:blip r:embed="rId16" cstate="print"/>
            <a:stretch>
              <a:fillRect/>
            </a:stretch>
          </a:blipFill>
        </p:spPr>
        <p:txBody>
          <a:bodyPr wrap="square" lIns="0" tIns="0" rIns="0" bIns="0" rtlCol="0"/>
          <a:lstStyle/>
          <a:p>
            <a:endParaRPr/>
          </a:p>
        </p:txBody>
      </p:sp>
      <p:sp>
        <p:nvSpPr>
          <p:cNvPr id="393" name="object 75">
            <a:extLst>
              <a:ext uri="{FF2B5EF4-FFF2-40B4-BE49-F238E27FC236}">
                <a16:creationId xmlns:a16="http://schemas.microsoft.com/office/drawing/2014/main" id="{1DFE3103-E8AC-42A4-988D-B637EB0C9234}"/>
              </a:ext>
            </a:extLst>
          </p:cNvPr>
          <p:cNvSpPr/>
          <p:nvPr/>
        </p:nvSpPr>
        <p:spPr>
          <a:xfrm>
            <a:off x="10025758" y="1848549"/>
            <a:ext cx="635" cy="0"/>
          </a:xfrm>
          <a:custGeom>
            <a:avLst/>
            <a:gdLst/>
            <a:ahLst/>
            <a:cxnLst/>
            <a:rect l="l" t="t" r="r" b="b"/>
            <a:pathLst>
              <a:path w="634">
                <a:moveTo>
                  <a:pt x="52" y="0"/>
                </a:moveTo>
                <a:lnTo>
                  <a:pt x="0" y="0"/>
                </a:lnTo>
                <a:lnTo>
                  <a:pt x="10" y="0"/>
                </a:lnTo>
                <a:close/>
              </a:path>
            </a:pathLst>
          </a:custGeom>
          <a:solidFill>
            <a:srgbClr val="C9C7C6"/>
          </a:solidFill>
        </p:spPr>
        <p:txBody>
          <a:bodyPr wrap="square" lIns="0" tIns="0" rIns="0" bIns="0" rtlCol="0"/>
          <a:lstStyle/>
          <a:p>
            <a:endParaRPr/>
          </a:p>
        </p:txBody>
      </p:sp>
      <p:sp>
        <p:nvSpPr>
          <p:cNvPr id="394" name="object 76">
            <a:extLst>
              <a:ext uri="{FF2B5EF4-FFF2-40B4-BE49-F238E27FC236}">
                <a16:creationId xmlns:a16="http://schemas.microsoft.com/office/drawing/2014/main" id="{FD98C51E-F39A-4468-9A7F-80199BCB7BAF}"/>
              </a:ext>
            </a:extLst>
          </p:cNvPr>
          <p:cNvSpPr/>
          <p:nvPr/>
        </p:nvSpPr>
        <p:spPr>
          <a:xfrm>
            <a:off x="9168422" y="1848550"/>
            <a:ext cx="1044314" cy="1408837"/>
          </a:xfrm>
          <a:prstGeom prst="rect">
            <a:avLst/>
          </a:prstGeom>
          <a:blipFill>
            <a:blip r:embed="rId17" cstate="print"/>
            <a:stretch>
              <a:fillRect/>
            </a:stretch>
          </a:blipFill>
        </p:spPr>
        <p:txBody>
          <a:bodyPr wrap="square" lIns="0" tIns="0" rIns="0" bIns="0" rtlCol="0"/>
          <a:lstStyle/>
          <a:p>
            <a:endParaRPr/>
          </a:p>
        </p:txBody>
      </p:sp>
      <p:sp>
        <p:nvSpPr>
          <p:cNvPr id="395" name="object 77">
            <a:extLst>
              <a:ext uri="{FF2B5EF4-FFF2-40B4-BE49-F238E27FC236}">
                <a16:creationId xmlns:a16="http://schemas.microsoft.com/office/drawing/2014/main" id="{562EA4F8-A32B-491E-B5F1-D616CCC92F9D}"/>
              </a:ext>
            </a:extLst>
          </p:cNvPr>
          <p:cNvSpPr/>
          <p:nvPr/>
        </p:nvSpPr>
        <p:spPr>
          <a:xfrm>
            <a:off x="9359476" y="3365708"/>
            <a:ext cx="85090" cy="101600"/>
          </a:xfrm>
          <a:custGeom>
            <a:avLst/>
            <a:gdLst/>
            <a:ahLst/>
            <a:cxnLst/>
            <a:rect l="l" t="t" r="r" b="b"/>
            <a:pathLst>
              <a:path w="85090" h="101600">
                <a:moveTo>
                  <a:pt x="50553" y="0"/>
                </a:moveTo>
                <a:lnTo>
                  <a:pt x="0" y="0"/>
                </a:lnTo>
                <a:lnTo>
                  <a:pt x="0" y="101473"/>
                </a:lnTo>
                <a:lnTo>
                  <a:pt x="18858" y="101473"/>
                </a:lnTo>
                <a:lnTo>
                  <a:pt x="18858" y="72186"/>
                </a:lnTo>
                <a:lnTo>
                  <a:pt x="50553" y="72186"/>
                </a:lnTo>
                <a:lnTo>
                  <a:pt x="58207" y="70730"/>
                </a:lnTo>
                <a:lnTo>
                  <a:pt x="71254" y="64940"/>
                </a:lnTo>
                <a:lnTo>
                  <a:pt x="76248" y="60762"/>
                </a:lnTo>
                <a:lnTo>
                  <a:pt x="79137" y="56239"/>
                </a:lnTo>
                <a:lnTo>
                  <a:pt x="18858" y="56239"/>
                </a:lnTo>
                <a:lnTo>
                  <a:pt x="18858" y="15947"/>
                </a:lnTo>
                <a:lnTo>
                  <a:pt x="79182" y="15947"/>
                </a:lnTo>
                <a:lnTo>
                  <a:pt x="76248" y="11392"/>
                </a:lnTo>
                <a:lnTo>
                  <a:pt x="71254" y="7245"/>
                </a:lnTo>
                <a:lnTo>
                  <a:pt x="58207" y="1434"/>
                </a:lnTo>
                <a:lnTo>
                  <a:pt x="50553" y="0"/>
                </a:lnTo>
                <a:close/>
              </a:path>
              <a:path w="85090" h="101600">
                <a:moveTo>
                  <a:pt x="79182" y="15947"/>
                </a:moveTo>
                <a:lnTo>
                  <a:pt x="49108" y="15947"/>
                </a:lnTo>
                <a:lnTo>
                  <a:pt x="55328" y="17674"/>
                </a:lnTo>
                <a:lnTo>
                  <a:pt x="63840" y="24637"/>
                </a:lnTo>
                <a:lnTo>
                  <a:pt x="65966" y="29622"/>
                </a:lnTo>
                <a:lnTo>
                  <a:pt x="65966" y="42564"/>
                </a:lnTo>
                <a:lnTo>
                  <a:pt x="63840" y="47537"/>
                </a:lnTo>
                <a:lnTo>
                  <a:pt x="55328" y="54500"/>
                </a:lnTo>
                <a:lnTo>
                  <a:pt x="49108" y="56239"/>
                </a:lnTo>
                <a:lnTo>
                  <a:pt x="79137" y="56239"/>
                </a:lnTo>
                <a:lnTo>
                  <a:pt x="83222" y="49841"/>
                </a:lnTo>
                <a:lnTo>
                  <a:pt x="84960" y="43433"/>
                </a:lnTo>
                <a:lnTo>
                  <a:pt x="84960" y="28658"/>
                </a:lnTo>
                <a:lnTo>
                  <a:pt x="83222" y="22219"/>
                </a:lnTo>
                <a:lnTo>
                  <a:pt x="79182" y="15947"/>
                </a:lnTo>
                <a:close/>
              </a:path>
            </a:pathLst>
          </a:custGeom>
          <a:solidFill>
            <a:srgbClr val="FFFFFF"/>
          </a:solidFill>
        </p:spPr>
        <p:txBody>
          <a:bodyPr wrap="square" lIns="0" tIns="0" rIns="0" bIns="0" rtlCol="0"/>
          <a:lstStyle/>
          <a:p>
            <a:endParaRPr/>
          </a:p>
        </p:txBody>
      </p:sp>
      <p:sp>
        <p:nvSpPr>
          <p:cNvPr id="396" name="object 78">
            <a:extLst>
              <a:ext uri="{FF2B5EF4-FFF2-40B4-BE49-F238E27FC236}">
                <a16:creationId xmlns:a16="http://schemas.microsoft.com/office/drawing/2014/main" id="{26D2FB38-2EC9-43FD-A063-2A81C76DF4CF}"/>
              </a:ext>
            </a:extLst>
          </p:cNvPr>
          <p:cNvSpPr/>
          <p:nvPr/>
        </p:nvSpPr>
        <p:spPr>
          <a:xfrm>
            <a:off x="9451974" y="3388900"/>
            <a:ext cx="82550" cy="79375"/>
          </a:xfrm>
          <a:custGeom>
            <a:avLst/>
            <a:gdLst/>
            <a:ahLst/>
            <a:cxnLst/>
            <a:rect l="l" t="t" r="r" b="b"/>
            <a:pathLst>
              <a:path w="82550" h="79375">
                <a:moveTo>
                  <a:pt x="49087" y="0"/>
                </a:moveTo>
                <a:lnTo>
                  <a:pt x="33328" y="0"/>
                </a:lnTo>
                <a:lnTo>
                  <a:pt x="26281" y="1696"/>
                </a:lnTo>
                <a:lnTo>
                  <a:pt x="13716" y="8450"/>
                </a:lnTo>
                <a:lnTo>
                  <a:pt x="8816" y="13140"/>
                </a:lnTo>
                <a:lnTo>
                  <a:pt x="1759" y="25119"/>
                </a:lnTo>
                <a:lnTo>
                  <a:pt x="0" y="31946"/>
                </a:lnTo>
                <a:lnTo>
                  <a:pt x="0" y="47213"/>
                </a:lnTo>
                <a:lnTo>
                  <a:pt x="26281" y="77599"/>
                </a:lnTo>
                <a:lnTo>
                  <a:pt x="33328" y="79296"/>
                </a:lnTo>
                <a:lnTo>
                  <a:pt x="49087" y="79296"/>
                </a:lnTo>
                <a:lnTo>
                  <a:pt x="56197" y="77599"/>
                </a:lnTo>
                <a:lnTo>
                  <a:pt x="68762" y="70835"/>
                </a:lnTo>
                <a:lnTo>
                  <a:pt x="73662" y="66123"/>
                </a:lnTo>
                <a:lnTo>
                  <a:pt x="75031" y="63778"/>
                </a:lnTo>
                <a:lnTo>
                  <a:pt x="34501" y="63778"/>
                </a:lnTo>
                <a:lnTo>
                  <a:pt x="29014" y="61558"/>
                </a:lnTo>
                <a:lnTo>
                  <a:pt x="20418" y="52668"/>
                </a:lnTo>
                <a:lnTo>
                  <a:pt x="18261" y="46825"/>
                </a:lnTo>
                <a:lnTo>
                  <a:pt x="18261" y="32323"/>
                </a:lnTo>
                <a:lnTo>
                  <a:pt x="20418" y="26480"/>
                </a:lnTo>
                <a:lnTo>
                  <a:pt x="29014" y="17591"/>
                </a:lnTo>
                <a:lnTo>
                  <a:pt x="34501" y="15360"/>
                </a:lnTo>
                <a:lnTo>
                  <a:pt x="74968" y="15360"/>
                </a:lnTo>
                <a:lnTo>
                  <a:pt x="73662" y="13140"/>
                </a:lnTo>
                <a:lnTo>
                  <a:pt x="68762" y="8450"/>
                </a:lnTo>
                <a:lnTo>
                  <a:pt x="56197" y="1696"/>
                </a:lnTo>
                <a:lnTo>
                  <a:pt x="49087" y="0"/>
                </a:lnTo>
                <a:close/>
              </a:path>
              <a:path w="82550" h="79375">
                <a:moveTo>
                  <a:pt x="74968" y="15360"/>
                </a:moveTo>
                <a:lnTo>
                  <a:pt x="47841" y="15360"/>
                </a:lnTo>
                <a:lnTo>
                  <a:pt x="53349" y="17591"/>
                </a:lnTo>
                <a:lnTo>
                  <a:pt x="62039" y="26480"/>
                </a:lnTo>
                <a:lnTo>
                  <a:pt x="64207" y="32323"/>
                </a:lnTo>
                <a:lnTo>
                  <a:pt x="64207" y="46825"/>
                </a:lnTo>
                <a:lnTo>
                  <a:pt x="62039" y="52668"/>
                </a:lnTo>
                <a:lnTo>
                  <a:pt x="53349" y="61558"/>
                </a:lnTo>
                <a:lnTo>
                  <a:pt x="47841" y="63778"/>
                </a:lnTo>
                <a:lnTo>
                  <a:pt x="75031" y="63778"/>
                </a:lnTo>
                <a:lnTo>
                  <a:pt x="80709" y="54050"/>
                </a:lnTo>
                <a:lnTo>
                  <a:pt x="82479" y="47213"/>
                </a:lnTo>
                <a:lnTo>
                  <a:pt x="82479" y="31946"/>
                </a:lnTo>
                <a:lnTo>
                  <a:pt x="80709" y="25119"/>
                </a:lnTo>
                <a:lnTo>
                  <a:pt x="74968" y="15360"/>
                </a:lnTo>
                <a:close/>
              </a:path>
            </a:pathLst>
          </a:custGeom>
          <a:solidFill>
            <a:srgbClr val="FFFFFF"/>
          </a:solidFill>
        </p:spPr>
        <p:txBody>
          <a:bodyPr wrap="square" lIns="0" tIns="0" rIns="0" bIns="0" rtlCol="0"/>
          <a:lstStyle/>
          <a:p>
            <a:endParaRPr/>
          </a:p>
        </p:txBody>
      </p:sp>
      <p:sp>
        <p:nvSpPr>
          <p:cNvPr id="397" name="object 79">
            <a:extLst>
              <a:ext uri="{FF2B5EF4-FFF2-40B4-BE49-F238E27FC236}">
                <a16:creationId xmlns:a16="http://schemas.microsoft.com/office/drawing/2014/main" id="{B6152E82-8088-46D9-94CE-A8BC88FA1A4C}"/>
              </a:ext>
            </a:extLst>
          </p:cNvPr>
          <p:cNvSpPr/>
          <p:nvPr/>
        </p:nvSpPr>
        <p:spPr>
          <a:xfrm>
            <a:off x="9538664" y="3372667"/>
            <a:ext cx="57150" cy="95885"/>
          </a:xfrm>
          <a:custGeom>
            <a:avLst/>
            <a:gdLst/>
            <a:ahLst/>
            <a:cxnLst/>
            <a:rect l="l" t="t" r="r" b="b"/>
            <a:pathLst>
              <a:path w="57150" h="95885">
                <a:moveTo>
                  <a:pt x="30878" y="32177"/>
                </a:moveTo>
                <a:lnTo>
                  <a:pt x="12753" y="32177"/>
                </a:lnTo>
                <a:lnTo>
                  <a:pt x="12753" y="77945"/>
                </a:lnTo>
                <a:lnTo>
                  <a:pt x="15078" y="84416"/>
                </a:lnTo>
                <a:lnTo>
                  <a:pt x="24344" y="93306"/>
                </a:lnTo>
                <a:lnTo>
                  <a:pt x="30910" y="95525"/>
                </a:lnTo>
                <a:lnTo>
                  <a:pt x="42804" y="95525"/>
                </a:lnTo>
                <a:lnTo>
                  <a:pt x="46030" y="95096"/>
                </a:lnTo>
                <a:lnTo>
                  <a:pt x="52113" y="93347"/>
                </a:lnTo>
                <a:lnTo>
                  <a:pt x="54699" y="92049"/>
                </a:lnTo>
                <a:lnTo>
                  <a:pt x="56825" y="90311"/>
                </a:lnTo>
                <a:lnTo>
                  <a:pt x="53000" y="80594"/>
                </a:lnTo>
                <a:lnTo>
                  <a:pt x="38124" y="80594"/>
                </a:lnTo>
                <a:lnTo>
                  <a:pt x="35464" y="79610"/>
                </a:lnTo>
                <a:lnTo>
                  <a:pt x="31800" y="75641"/>
                </a:lnTo>
                <a:lnTo>
                  <a:pt x="30878" y="72772"/>
                </a:lnTo>
                <a:lnTo>
                  <a:pt x="30878" y="32177"/>
                </a:lnTo>
                <a:close/>
              </a:path>
              <a:path w="57150" h="95885">
                <a:moveTo>
                  <a:pt x="51747" y="77411"/>
                </a:moveTo>
                <a:lnTo>
                  <a:pt x="49035" y="79536"/>
                </a:lnTo>
                <a:lnTo>
                  <a:pt x="45653" y="80594"/>
                </a:lnTo>
                <a:lnTo>
                  <a:pt x="53000" y="80594"/>
                </a:lnTo>
                <a:lnTo>
                  <a:pt x="51747" y="77411"/>
                </a:lnTo>
                <a:close/>
              </a:path>
              <a:path w="57150" h="95885">
                <a:moveTo>
                  <a:pt x="51600" y="17685"/>
                </a:moveTo>
                <a:lnTo>
                  <a:pt x="0" y="17685"/>
                </a:lnTo>
                <a:lnTo>
                  <a:pt x="0" y="32177"/>
                </a:lnTo>
                <a:lnTo>
                  <a:pt x="51600" y="32177"/>
                </a:lnTo>
                <a:lnTo>
                  <a:pt x="51600" y="17685"/>
                </a:lnTo>
                <a:close/>
              </a:path>
              <a:path w="57150" h="95885">
                <a:moveTo>
                  <a:pt x="30878" y="0"/>
                </a:moveTo>
                <a:lnTo>
                  <a:pt x="12753" y="0"/>
                </a:lnTo>
                <a:lnTo>
                  <a:pt x="12753" y="17685"/>
                </a:lnTo>
                <a:lnTo>
                  <a:pt x="30878" y="17685"/>
                </a:lnTo>
                <a:lnTo>
                  <a:pt x="30878" y="0"/>
                </a:lnTo>
                <a:close/>
              </a:path>
            </a:pathLst>
          </a:custGeom>
          <a:solidFill>
            <a:srgbClr val="FFFFFF"/>
          </a:solidFill>
        </p:spPr>
        <p:txBody>
          <a:bodyPr wrap="square" lIns="0" tIns="0" rIns="0" bIns="0" rtlCol="0"/>
          <a:lstStyle/>
          <a:p>
            <a:endParaRPr/>
          </a:p>
        </p:txBody>
      </p:sp>
      <p:sp>
        <p:nvSpPr>
          <p:cNvPr id="398" name="object 80">
            <a:extLst>
              <a:ext uri="{FF2B5EF4-FFF2-40B4-BE49-F238E27FC236}">
                <a16:creationId xmlns:a16="http://schemas.microsoft.com/office/drawing/2014/main" id="{33094C46-3AFA-4EB3-B02E-43E7D35F9C0B}"/>
              </a:ext>
            </a:extLst>
          </p:cNvPr>
          <p:cNvSpPr/>
          <p:nvPr/>
        </p:nvSpPr>
        <p:spPr>
          <a:xfrm>
            <a:off x="9598528" y="3388895"/>
            <a:ext cx="79375" cy="79375"/>
          </a:xfrm>
          <a:custGeom>
            <a:avLst/>
            <a:gdLst/>
            <a:ahLst/>
            <a:cxnLst/>
            <a:rect l="l" t="t" r="r" b="b"/>
            <a:pathLst>
              <a:path w="79375" h="79375">
                <a:moveTo>
                  <a:pt x="47558" y="0"/>
                </a:moveTo>
                <a:lnTo>
                  <a:pt x="32375" y="0"/>
                </a:lnTo>
                <a:lnTo>
                  <a:pt x="25517" y="1696"/>
                </a:lnTo>
                <a:lnTo>
                  <a:pt x="13339" y="8460"/>
                </a:lnTo>
                <a:lnTo>
                  <a:pt x="8575" y="13172"/>
                </a:lnTo>
                <a:lnTo>
                  <a:pt x="1717" y="25255"/>
                </a:lnTo>
                <a:lnTo>
                  <a:pt x="0" y="32040"/>
                </a:lnTo>
                <a:lnTo>
                  <a:pt x="0" y="47213"/>
                </a:lnTo>
                <a:lnTo>
                  <a:pt x="26774" y="77610"/>
                </a:lnTo>
                <a:lnTo>
                  <a:pt x="34271" y="79306"/>
                </a:lnTo>
                <a:lnTo>
                  <a:pt x="49443" y="79306"/>
                </a:lnTo>
                <a:lnTo>
                  <a:pt x="55432" y="78238"/>
                </a:lnTo>
                <a:lnTo>
                  <a:pt x="66060" y="73987"/>
                </a:lnTo>
                <a:lnTo>
                  <a:pt x="70458" y="70835"/>
                </a:lnTo>
                <a:lnTo>
                  <a:pt x="73934" y="66689"/>
                </a:lnTo>
                <a:lnTo>
                  <a:pt x="71539" y="63935"/>
                </a:lnTo>
                <a:lnTo>
                  <a:pt x="36532" y="63935"/>
                </a:lnTo>
                <a:lnTo>
                  <a:pt x="30951" y="62259"/>
                </a:lnTo>
                <a:lnTo>
                  <a:pt x="21967" y="55589"/>
                </a:lnTo>
                <a:lnTo>
                  <a:pt x="19182" y="51076"/>
                </a:lnTo>
                <a:lnTo>
                  <a:pt x="18125" y="45370"/>
                </a:lnTo>
                <a:lnTo>
                  <a:pt x="78866" y="45370"/>
                </a:lnTo>
                <a:lnTo>
                  <a:pt x="79055" y="43056"/>
                </a:lnTo>
                <a:lnTo>
                  <a:pt x="79149" y="33349"/>
                </a:lnTo>
                <a:lnTo>
                  <a:pt x="17978" y="33349"/>
                </a:lnTo>
                <a:lnTo>
                  <a:pt x="18847" y="27643"/>
                </a:lnTo>
                <a:lnTo>
                  <a:pt x="21287" y="23077"/>
                </a:lnTo>
                <a:lnTo>
                  <a:pt x="29308" y="16219"/>
                </a:lnTo>
                <a:lnTo>
                  <a:pt x="34218" y="14491"/>
                </a:lnTo>
                <a:lnTo>
                  <a:pt x="71632" y="14491"/>
                </a:lnTo>
                <a:lnTo>
                  <a:pt x="70825" y="13025"/>
                </a:lnTo>
                <a:lnTo>
                  <a:pt x="66175" y="8334"/>
                </a:lnTo>
                <a:lnTo>
                  <a:pt x="54302" y="1675"/>
                </a:lnTo>
                <a:lnTo>
                  <a:pt x="47558" y="0"/>
                </a:lnTo>
                <a:close/>
              </a:path>
              <a:path w="79375" h="79375">
                <a:moveTo>
                  <a:pt x="64217" y="55516"/>
                </a:moveTo>
                <a:lnTo>
                  <a:pt x="58720" y="61139"/>
                </a:lnTo>
                <a:lnTo>
                  <a:pt x="51705" y="63935"/>
                </a:lnTo>
                <a:lnTo>
                  <a:pt x="71539" y="63935"/>
                </a:lnTo>
                <a:lnTo>
                  <a:pt x="64217" y="55516"/>
                </a:lnTo>
                <a:close/>
              </a:path>
              <a:path w="79375" h="79375">
                <a:moveTo>
                  <a:pt x="71632" y="14491"/>
                </a:moveTo>
                <a:lnTo>
                  <a:pt x="45904" y="14491"/>
                </a:lnTo>
                <a:lnTo>
                  <a:pt x="50836" y="16240"/>
                </a:lnTo>
                <a:lnTo>
                  <a:pt x="58762" y="23203"/>
                </a:lnTo>
                <a:lnTo>
                  <a:pt x="61129" y="27747"/>
                </a:lnTo>
                <a:lnTo>
                  <a:pt x="61903" y="33349"/>
                </a:lnTo>
                <a:lnTo>
                  <a:pt x="79149" y="33349"/>
                </a:lnTo>
                <a:lnTo>
                  <a:pt x="79139" y="32040"/>
                </a:lnTo>
                <a:lnTo>
                  <a:pt x="77484" y="25109"/>
                </a:lnTo>
                <a:lnTo>
                  <a:pt x="71632" y="14491"/>
                </a:lnTo>
                <a:close/>
              </a:path>
            </a:pathLst>
          </a:custGeom>
          <a:solidFill>
            <a:srgbClr val="FFFFFF"/>
          </a:solidFill>
        </p:spPr>
        <p:txBody>
          <a:bodyPr wrap="square" lIns="0" tIns="0" rIns="0" bIns="0" rtlCol="0"/>
          <a:lstStyle/>
          <a:p>
            <a:endParaRPr/>
          </a:p>
        </p:txBody>
      </p:sp>
      <p:sp>
        <p:nvSpPr>
          <p:cNvPr id="399" name="object 81">
            <a:extLst>
              <a:ext uri="{FF2B5EF4-FFF2-40B4-BE49-F238E27FC236}">
                <a16:creationId xmlns:a16="http://schemas.microsoft.com/office/drawing/2014/main" id="{F1D6240D-8D43-4220-B2D0-D71596E09F4B}"/>
              </a:ext>
            </a:extLst>
          </p:cNvPr>
          <p:cNvSpPr/>
          <p:nvPr/>
        </p:nvSpPr>
        <p:spPr>
          <a:xfrm>
            <a:off x="9692179" y="3388897"/>
            <a:ext cx="76835" cy="78740"/>
          </a:xfrm>
          <a:custGeom>
            <a:avLst/>
            <a:gdLst/>
            <a:ahLst/>
            <a:cxnLst/>
            <a:rect l="l" t="t" r="r" b="b"/>
            <a:pathLst>
              <a:path w="76834" h="78739">
                <a:moveTo>
                  <a:pt x="17245" y="869"/>
                </a:moveTo>
                <a:lnTo>
                  <a:pt x="0" y="869"/>
                </a:lnTo>
                <a:lnTo>
                  <a:pt x="0" y="78280"/>
                </a:lnTo>
                <a:lnTo>
                  <a:pt x="18125" y="78280"/>
                </a:lnTo>
                <a:lnTo>
                  <a:pt x="18125" y="31601"/>
                </a:lnTo>
                <a:lnTo>
                  <a:pt x="20051" y="25831"/>
                </a:lnTo>
                <a:lnTo>
                  <a:pt x="27779" y="17810"/>
                </a:lnTo>
                <a:lnTo>
                  <a:pt x="33056" y="15800"/>
                </a:lnTo>
                <a:lnTo>
                  <a:pt x="72442" y="15800"/>
                </a:lnTo>
                <a:lnTo>
                  <a:pt x="71276" y="13344"/>
                </a:lnTo>
                <a:lnTo>
                  <a:pt x="69278" y="10868"/>
                </a:lnTo>
                <a:lnTo>
                  <a:pt x="17245" y="10868"/>
                </a:lnTo>
                <a:lnTo>
                  <a:pt x="17245" y="869"/>
                </a:lnTo>
                <a:close/>
              </a:path>
              <a:path w="76834" h="78739">
                <a:moveTo>
                  <a:pt x="72442" y="15800"/>
                </a:moveTo>
                <a:lnTo>
                  <a:pt x="45611" y="15800"/>
                </a:lnTo>
                <a:lnTo>
                  <a:pt x="50155" y="17517"/>
                </a:lnTo>
                <a:lnTo>
                  <a:pt x="56542" y="24376"/>
                </a:lnTo>
                <a:lnTo>
                  <a:pt x="58134" y="29475"/>
                </a:lnTo>
                <a:lnTo>
                  <a:pt x="58134" y="78280"/>
                </a:lnTo>
                <a:lnTo>
                  <a:pt x="76259" y="78280"/>
                </a:lnTo>
                <a:lnTo>
                  <a:pt x="76259" y="33915"/>
                </a:lnTo>
                <a:lnTo>
                  <a:pt x="75704" y="26027"/>
                </a:lnTo>
                <a:lnTo>
                  <a:pt x="74042" y="19169"/>
                </a:lnTo>
                <a:lnTo>
                  <a:pt x="72442" y="15800"/>
                </a:lnTo>
                <a:close/>
              </a:path>
              <a:path w="76834" h="78739">
                <a:moveTo>
                  <a:pt x="53684" y="0"/>
                </a:moveTo>
                <a:lnTo>
                  <a:pt x="38218" y="0"/>
                </a:lnTo>
                <a:lnTo>
                  <a:pt x="33098" y="921"/>
                </a:lnTo>
                <a:lnTo>
                  <a:pt x="24009" y="4596"/>
                </a:lnTo>
                <a:lnTo>
                  <a:pt x="20240" y="7298"/>
                </a:lnTo>
                <a:lnTo>
                  <a:pt x="17245" y="10868"/>
                </a:lnTo>
                <a:lnTo>
                  <a:pt x="69278" y="10868"/>
                </a:lnTo>
                <a:lnTo>
                  <a:pt x="67411" y="8554"/>
                </a:lnTo>
                <a:lnTo>
                  <a:pt x="61516" y="2848"/>
                </a:lnTo>
                <a:lnTo>
                  <a:pt x="53684" y="0"/>
                </a:lnTo>
                <a:close/>
              </a:path>
            </a:pathLst>
          </a:custGeom>
          <a:solidFill>
            <a:srgbClr val="FFFFFF"/>
          </a:solidFill>
        </p:spPr>
        <p:txBody>
          <a:bodyPr wrap="square" lIns="0" tIns="0" rIns="0" bIns="0" rtlCol="0"/>
          <a:lstStyle/>
          <a:p>
            <a:endParaRPr/>
          </a:p>
        </p:txBody>
      </p:sp>
      <p:sp>
        <p:nvSpPr>
          <p:cNvPr id="400" name="object 82">
            <a:extLst>
              <a:ext uri="{FF2B5EF4-FFF2-40B4-BE49-F238E27FC236}">
                <a16:creationId xmlns:a16="http://schemas.microsoft.com/office/drawing/2014/main" id="{C4A09184-92A6-4D0C-A666-89ECF36E1E00}"/>
              </a:ext>
            </a:extLst>
          </p:cNvPr>
          <p:cNvSpPr/>
          <p:nvPr/>
        </p:nvSpPr>
        <p:spPr>
          <a:xfrm>
            <a:off x="9778283" y="3372667"/>
            <a:ext cx="57150" cy="95885"/>
          </a:xfrm>
          <a:custGeom>
            <a:avLst/>
            <a:gdLst/>
            <a:ahLst/>
            <a:cxnLst/>
            <a:rect l="l" t="t" r="r" b="b"/>
            <a:pathLst>
              <a:path w="57150" h="95885">
                <a:moveTo>
                  <a:pt x="30878" y="32177"/>
                </a:moveTo>
                <a:lnTo>
                  <a:pt x="12764" y="32177"/>
                </a:lnTo>
                <a:lnTo>
                  <a:pt x="12764" y="77945"/>
                </a:lnTo>
                <a:lnTo>
                  <a:pt x="15078" y="84416"/>
                </a:lnTo>
                <a:lnTo>
                  <a:pt x="24355" y="93306"/>
                </a:lnTo>
                <a:lnTo>
                  <a:pt x="30930" y="95525"/>
                </a:lnTo>
                <a:lnTo>
                  <a:pt x="42815" y="95525"/>
                </a:lnTo>
                <a:lnTo>
                  <a:pt x="46030" y="95096"/>
                </a:lnTo>
                <a:lnTo>
                  <a:pt x="52124" y="93347"/>
                </a:lnTo>
                <a:lnTo>
                  <a:pt x="54710" y="92049"/>
                </a:lnTo>
                <a:lnTo>
                  <a:pt x="56835" y="90311"/>
                </a:lnTo>
                <a:lnTo>
                  <a:pt x="53010" y="80594"/>
                </a:lnTo>
                <a:lnTo>
                  <a:pt x="38134" y="80594"/>
                </a:lnTo>
                <a:lnTo>
                  <a:pt x="35464" y="79610"/>
                </a:lnTo>
                <a:lnTo>
                  <a:pt x="31800" y="75641"/>
                </a:lnTo>
                <a:lnTo>
                  <a:pt x="30878" y="72772"/>
                </a:lnTo>
                <a:lnTo>
                  <a:pt x="30878" y="32177"/>
                </a:lnTo>
                <a:close/>
              </a:path>
              <a:path w="57150" h="95885">
                <a:moveTo>
                  <a:pt x="51757" y="77411"/>
                </a:moveTo>
                <a:lnTo>
                  <a:pt x="49056" y="79536"/>
                </a:lnTo>
                <a:lnTo>
                  <a:pt x="45663" y="80594"/>
                </a:lnTo>
                <a:lnTo>
                  <a:pt x="53010" y="80594"/>
                </a:lnTo>
                <a:lnTo>
                  <a:pt x="51757" y="77411"/>
                </a:lnTo>
                <a:close/>
              </a:path>
              <a:path w="57150" h="95885">
                <a:moveTo>
                  <a:pt x="51621" y="17685"/>
                </a:moveTo>
                <a:lnTo>
                  <a:pt x="0" y="17685"/>
                </a:lnTo>
                <a:lnTo>
                  <a:pt x="0" y="32177"/>
                </a:lnTo>
                <a:lnTo>
                  <a:pt x="51621" y="32177"/>
                </a:lnTo>
                <a:lnTo>
                  <a:pt x="51621" y="17685"/>
                </a:lnTo>
                <a:close/>
              </a:path>
              <a:path w="57150" h="95885">
                <a:moveTo>
                  <a:pt x="30878" y="0"/>
                </a:moveTo>
                <a:lnTo>
                  <a:pt x="12764" y="0"/>
                </a:lnTo>
                <a:lnTo>
                  <a:pt x="12764" y="17685"/>
                </a:lnTo>
                <a:lnTo>
                  <a:pt x="30878" y="17685"/>
                </a:lnTo>
                <a:lnTo>
                  <a:pt x="30878" y="0"/>
                </a:lnTo>
                <a:close/>
              </a:path>
            </a:pathLst>
          </a:custGeom>
          <a:solidFill>
            <a:srgbClr val="FFFFFF"/>
          </a:solidFill>
        </p:spPr>
        <p:txBody>
          <a:bodyPr wrap="square" lIns="0" tIns="0" rIns="0" bIns="0" rtlCol="0"/>
          <a:lstStyle/>
          <a:p>
            <a:endParaRPr/>
          </a:p>
        </p:txBody>
      </p:sp>
      <p:sp>
        <p:nvSpPr>
          <p:cNvPr id="401" name="object 83">
            <a:extLst>
              <a:ext uri="{FF2B5EF4-FFF2-40B4-BE49-F238E27FC236}">
                <a16:creationId xmlns:a16="http://schemas.microsoft.com/office/drawing/2014/main" id="{6EA5F2BB-2D0E-485B-B6CB-B84CA820AD2C}"/>
              </a:ext>
            </a:extLst>
          </p:cNvPr>
          <p:cNvSpPr/>
          <p:nvPr/>
        </p:nvSpPr>
        <p:spPr>
          <a:xfrm>
            <a:off x="9844674" y="3355269"/>
            <a:ext cx="23495" cy="112395"/>
          </a:xfrm>
          <a:custGeom>
            <a:avLst/>
            <a:gdLst/>
            <a:ahLst/>
            <a:cxnLst/>
            <a:rect l="l" t="t" r="r" b="b"/>
            <a:pathLst>
              <a:path w="23495" h="112395">
                <a:moveTo>
                  <a:pt x="20596" y="34491"/>
                </a:moveTo>
                <a:lnTo>
                  <a:pt x="2471" y="34491"/>
                </a:lnTo>
                <a:lnTo>
                  <a:pt x="2471" y="111912"/>
                </a:lnTo>
                <a:lnTo>
                  <a:pt x="20596" y="111912"/>
                </a:lnTo>
                <a:lnTo>
                  <a:pt x="20596" y="34491"/>
                </a:lnTo>
                <a:close/>
              </a:path>
              <a:path w="23495" h="112395">
                <a:moveTo>
                  <a:pt x="14879" y="0"/>
                </a:moveTo>
                <a:lnTo>
                  <a:pt x="8313" y="0"/>
                </a:lnTo>
                <a:lnTo>
                  <a:pt x="5570" y="1047"/>
                </a:lnTo>
                <a:lnTo>
                  <a:pt x="1120" y="5193"/>
                </a:lnTo>
                <a:lnTo>
                  <a:pt x="0" y="7769"/>
                </a:lnTo>
                <a:lnTo>
                  <a:pt x="0" y="13957"/>
                </a:lnTo>
                <a:lnTo>
                  <a:pt x="1120" y="16543"/>
                </a:lnTo>
                <a:lnTo>
                  <a:pt x="5570" y="20700"/>
                </a:lnTo>
                <a:lnTo>
                  <a:pt x="8313" y="21737"/>
                </a:lnTo>
                <a:lnTo>
                  <a:pt x="14994" y="21737"/>
                </a:lnTo>
                <a:lnTo>
                  <a:pt x="17758" y="20648"/>
                </a:lnTo>
                <a:lnTo>
                  <a:pt x="22104" y="16313"/>
                </a:lnTo>
                <a:lnTo>
                  <a:pt x="23203" y="13622"/>
                </a:lnTo>
                <a:lnTo>
                  <a:pt x="23203" y="7434"/>
                </a:lnTo>
                <a:lnTo>
                  <a:pt x="22093" y="4952"/>
                </a:lnTo>
                <a:lnTo>
                  <a:pt x="17643" y="994"/>
                </a:lnTo>
                <a:lnTo>
                  <a:pt x="14879" y="0"/>
                </a:lnTo>
                <a:close/>
              </a:path>
            </a:pathLst>
          </a:custGeom>
          <a:solidFill>
            <a:srgbClr val="FFFFFF"/>
          </a:solidFill>
        </p:spPr>
        <p:txBody>
          <a:bodyPr wrap="square" lIns="0" tIns="0" rIns="0" bIns="0" rtlCol="0"/>
          <a:lstStyle/>
          <a:p>
            <a:endParaRPr/>
          </a:p>
        </p:txBody>
      </p:sp>
      <p:sp>
        <p:nvSpPr>
          <p:cNvPr id="402" name="object 84">
            <a:extLst>
              <a:ext uri="{FF2B5EF4-FFF2-40B4-BE49-F238E27FC236}">
                <a16:creationId xmlns:a16="http://schemas.microsoft.com/office/drawing/2014/main" id="{667C996A-7969-4822-9E94-0827F8B075C8}"/>
              </a:ext>
            </a:extLst>
          </p:cNvPr>
          <p:cNvSpPr/>
          <p:nvPr/>
        </p:nvSpPr>
        <p:spPr>
          <a:xfrm>
            <a:off x="9880627" y="3388900"/>
            <a:ext cx="70485" cy="79375"/>
          </a:xfrm>
          <a:custGeom>
            <a:avLst/>
            <a:gdLst/>
            <a:ahLst/>
            <a:cxnLst/>
            <a:rect l="l" t="t" r="r" b="b"/>
            <a:pathLst>
              <a:path w="70484" h="79375">
                <a:moveTo>
                  <a:pt x="66349" y="15078"/>
                </a:moveTo>
                <a:lnTo>
                  <a:pt x="39276" y="15078"/>
                </a:lnTo>
                <a:lnTo>
                  <a:pt x="44092" y="16523"/>
                </a:lnTo>
                <a:lnTo>
                  <a:pt x="50574" y="22323"/>
                </a:lnTo>
                <a:lnTo>
                  <a:pt x="52186" y="26480"/>
                </a:lnTo>
                <a:lnTo>
                  <a:pt x="52186" y="33046"/>
                </a:lnTo>
                <a:lnTo>
                  <a:pt x="21077" y="33046"/>
                </a:lnTo>
                <a:lnTo>
                  <a:pt x="12921" y="35150"/>
                </a:lnTo>
                <a:lnTo>
                  <a:pt x="2586" y="43558"/>
                </a:lnTo>
                <a:lnTo>
                  <a:pt x="0" y="49129"/>
                </a:lnTo>
                <a:lnTo>
                  <a:pt x="105" y="60909"/>
                </a:lnTo>
                <a:lnTo>
                  <a:pt x="23056" y="79296"/>
                </a:lnTo>
                <a:lnTo>
                  <a:pt x="34648" y="79296"/>
                </a:lnTo>
                <a:lnTo>
                  <a:pt x="39590" y="78395"/>
                </a:lnTo>
                <a:lnTo>
                  <a:pt x="47820" y="74824"/>
                </a:lnTo>
                <a:lnTo>
                  <a:pt x="50982" y="72249"/>
                </a:lnTo>
                <a:lnTo>
                  <a:pt x="53202" y="68846"/>
                </a:lnTo>
                <a:lnTo>
                  <a:pt x="70311" y="68846"/>
                </a:lnTo>
                <a:lnTo>
                  <a:pt x="70311" y="66102"/>
                </a:lnTo>
                <a:lnTo>
                  <a:pt x="27978" y="66102"/>
                </a:lnTo>
                <a:lnTo>
                  <a:pt x="24355" y="65139"/>
                </a:lnTo>
                <a:lnTo>
                  <a:pt x="19140" y="61265"/>
                </a:lnTo>
                <a:lnTo>
                  <a:pt x="17831" y="58668"/>
                </a:lnTo>
                <a:lnTo>
                  <a:pt x="17831" y="48511"/>
                </a:lnTo>
                <a:lnTo>
                  <a:pt x="23056" y="45087"/>
                </a:lnTo>
                <a:lnTo>
                  <a:pt x="70311" y="45087"/>
                </a:lnTo>
                <a:lnTo>
                  <a:pt x="70311" y="32909"/>
                </a:lnTo>
                <a:lnTo>
                  <a:pt x="69744" y="25162"/>
                </a:lnTo>
                <a:lnTo>
                  <a:pt x="68043" y="18460"/>
                </a:lnTo>
                <a:lnTo>
                  <a:pt x="66349" y="15078"/>
                </a:lnTo>
                <a:close/>
              </a:path>
              <a:path w="70484" h="79375">
                <a:moveTo>
                  <a:pt x="70311" y="68846"/>
                </a:moveTo>
                <a:lnTo>
                  <a:pt x="53202" y="68846"/>
                </a:lnTo>
                <a:lnTo>
                  <a:pt x="53202" y="78280"/>
                </a:lnTo>
                <a:lnTo>
                  <a:pt x="70311" y="78280"/>
                </a:lnTo>
                <a:lnTo>
                  <a:pt x="70311" y="68846"/>
                </a:lnTo>
                <a:close/>
              </a:path>
              <a:path w="70484" h="79375">
                <a:moveTo>
                  <a:pt x="70311" y="45087"/>
                </a:moveTo>
                <a:lnTo>
                  <a:pt x="52186" y="45087"/>
                </a:lnTo>
                <a:lnTo>
                  <a:pt x="52186" y="54071"/>
                </a:lnTo>
                <a:lnTo>
                  <a:pt x="50741" y="57935"/>
                </a:lnTo>
                <a:lnTo>
                  <a:pt x="48249" y="60909"/>
                </a:lnTo>
                <a:lnTo>
                  <a:pt x="41192" y="65055"/>
                </a:lnTo>
                <a:lnTo>
                  <a:pt x="37161" y="66102"/>
                </a:lnTo>
                <a:lnTo>
                  <a:pt x="70311" y="66102"/>
                </a:lnTo>
                <a:lnTo>
                  <a:pt x="70311" y="45087"/>
                </a:lnTo>
                <a:close/>
              </a:path>
              <a:path w="70484" h="79375">
                <a:moveTo>
                  <a:pt x="35087" y="0"/>
                </a:moveTo>
                <a:lnTo>
                  <a:pt x="28711" y="0"/>
                </a:lnTo>
                <a:lnTo>
                  <a:pt x="22669" y="816"/>
                </a:lnTo>
                <a:lnTo>
                  <a:pt x="11266" y="4104"/>
                </a:lnTo>
                <a:lnTo>
                  <a:pt x="6387" y="6481"/>
                </a:lnTo>
                <a:lnTo>
                  <a:pt x="2335" y="9570"/>
                </a:lnTo>
                <a:lnTo>
                  <a:pt x="9423" y="22753"/>
                </a:lnTo>
                <a:lnTo>
                  <a:pt x="12324" y="20334"/>
                </a:lnTo>
                <a:lnTo>
                  <a:pt x="15873" y="18460"/>
                </a:lnTo>
                <a:lnTo>
                  <a:pt x="24292" y="15758"/>
                </a:lnTo>
                <a:lnTo>
                  <a:pt x="28564" y="15078"/>
                </a:lnTo>
                <a:lnTo>
                  <a:pt x="66349" y="15078"/>
                </a:lnTo>
                <a:lnTo>
                  <a:pt x="65209" y="12801"/>
                </a:lnTo>
                <a:lnTo>
                  <a:pt x="61244" y="8188"/>
                </a:lnTo>
                <a:lnTo>
                  <a:pt x="56216" y="4602"/>
                </a:lnTo>
                <a:lnTo>
                  <a:pt x="50180" y="2044"/>
                </a:lnTo>
                <a:lnTo>
                  <a:pt x="43137" y="510"/>
                </a:lnTo>
                <a:lnTo>
                  <a:pt x="35087" y="0"/>
                </a:lnTo>
                <a:close/>
              </a:path>
            </a:pathLst>
          </a:custGeom>
          <a:solidFill>
            <a:srgbClr val="FFFFFF"/>
          </a:solidFill>
        </p:spPr>
        <p:txBody>
          <a:bodyPr wrap="square" lIns="0" tIns="0" rIns="0" bIns="0" rtlCol="0"/>
          <a:lstStyle/>
          <a:p>
            <a:endParaRPr/>
          </a:p>
        </p:txBody>
      </p:sp>
      <p:sp>
        <p:nvSpPr>
          <p:cNvPr id="403" name="object 85">
            <a:extLst>
              <a:ext uri="{FF2B5EF4-FFF2-40B4-BE49-F238E27FC236}">
                <a16:creationId xmlns:a16="http://schemas.microsoft.com/office/drawing/2014/main" id="{0A8EBDE3-ECD7-4A09-8538-CB43DE69DC3A}"/>
              </a:ext>
            </a:extLst>
          </p:cNvPr>
          <p:cNvSpPr/>
          <p:nvPr/>
        </p:nvSpPr>
        <p:spPr>
          <a:xfrm>
            <a:off x="9980298" y="3359615"/>
            <a:ext cx="0" cy="107950"/>
          </a:xfrm>
          <a:custGeom>
            <a:avLst/>
            <a:gdLst/>
            <a:ahLst/>
            <a:cxnLst/>
            <a:rect l="l" t="t" r="r" b="b"/>
            <a:pathLst>
              <a:path h="107950">
                <a:moveTo>
                  <a:pt x="0" y="0"/>
                </a:moveTo>
                <a:lnTo>
                  <a:pt x="0" y="107567"/>
                </a:lnTo>
              </a:path>
            </a:pathLst>
          </a:custGeom>
          <a:ln w="18125">
            <a:solidFill>
              <a:srgbClr val="FFFFFF"/>
            </a:solidFill>
          </a:ln>
        </p:spPr>
        <p:txBody>
          <a:bodyPr wrap="square" lIns="0" tIns="0" rIns="0" bIns="0" rtlCol="0"/>
          <a:lstStyle/>
          <a:p>
            <a:endParaRPr/>
          </a:p>
        </p:txBody>
      </p:sp>
      <p:sp>
        <p:nvSpPr>
          <p:cNvPr id="404" name="object 86">
            <a:extLst>
              <a:ext uri="{FF2B5EF4-FFF2-40B4-BE49-F238E27FC236}">
                <a16:creationId xmlns:a16="http://schemas.microsoft.com/office/drawing/2014/main" id="{66DCDB35-DB62-4C34-973A-AF881BC26C31}"/>
              </a:ext>
            </a:extLst>
          </p:cNvPr>
          <p:cNvSpPr/>
          <p:nvPr/>
        </p:nvSpPr>
        <p:spPr>
          <a:xfrm>
            <a:off x="9504661" y="3539668"/>
            <a:ext cx="370383" cy="129586"/>
          </a:xfrm>
          <a:prstGeom prst="rect">
            <a:avLst/>
          </a:prstGeom>
          <a:blipFill>
            <a:blip r:embed="rId18" cstate="print"/>
            <a:stretch>
              <a:fillRect/>
            </a:stretch>
          </a:blipFill>
        </p:spPr>
        <p:txBody>
          <a:bodyPr wrap="square" lIns="0" tIns="0" rIns="0" bIns="0" rtlCol="0"/>
          <a:lstStyle/>
          <a:p>
            <a:endParaRPr/>
          </a:p>
        </p:txBody>
      </p:sp>
      <p:sp>
        <p:nvSpPr>
          <p:cNvPr id="405" name="object 87">
            <a:extLst>
              <a:ext uri="{FF2B5EF4-FFF2-40B4-BE49-F238E27FC236}">
                <a16:creationId xmlns:a16="http://schemas.microsoft.com/office/drawing/2014/main" id="{8B77F1FE-CB67-43D0-8DC6-FA6DDE4767F4}"/>
              </a:ext>
            </a:extLst>
          </p:cNvPr>
          <p:cNvSpPr/>
          <p:nvPr/>
        </p:nvSpPr>
        <p:spPr>
          <a:xfrm>
            <a:off x="9714814" y="2574148"/>
            <a:ext cx="140970" cy="210185"/>
          </a:xfrm>
          <a:custGeom>
            <a:avLst/>
            <a:gdLst/>
            <a:ahLst/>
            <a:cxnLst/>
            <a:rect l="l" t="t" r="r" b="b"/>
            <a:pathLst>
              <a:path w="140970" h="210185">
                <a:moveTo>
                  <a:pt x="0" y="0"/>
                </a:moveTo>
                <a:lnTo>
                  <a:pt x="0" y="139911"/>
                </a:lnTo>
                <a:lnTo>
                  <a:pt x="121158" y="209867"/>
                </a:lnTo>
                <a:lnTo>
                  <a:pt x="140917" y="137608"/>
                </a:lnTo>
                <a:lnTo>
                  <a:pt x="121158" y="69955"/>
                </a:lnTo>
                <a:lnTo>
                  <a:pt x="73840" y="19538"/>
                </a:lnTo>
                <a:lnTo>
                  <a:pt x="0" y="0"/>
                </a:lnTo>
                <a:close/>
              </a:path>
            </a:pathLst>
          </a:custGeom>
          <a:solidFill>
            <a:srgbClr val="FDC583"/>
          </a:solidFill>
        </p:spPr>
        <p:txBody>
          <a:bodyPr wrap="square" lIns="0" tIns="0" rIns="0" bIns="0" rtlCol="0"/>
          <a:lstStyle/>
          <a:p>
            <a:endParaRPr/>
          </a:p>
        </p:txBody>
      </p:sp>
      <p:sp>
        <p:nvSpPr>
          <p:cNvPr id="406" name="object 88">
            <a:extLst>
              <a:ext uri="{FF2B5EF4-FFF2-40B4-BE49-F238E27FC236}">
                <a16:creationId xmlns:a16="http://schemas.microsoft.com/office/drawing/2014/main" id="{4115D424-3238-4C39-B3E1-6010427F0E93}"/>
              </a:ext>
            </a:extLst>
          </p:cNvPr>
          <p:cNvSpPr/>
          <p:nvPr/>
        </p:nvSpPr>
        <p:spPr>
          <a:xfrm>
            <a:off x="9835971" y="2574151"/>
            <a:ext cx="121285" cy="210185"/>
          </a:xfrm>
          <a:custGeom>
            <a:avLst/>
            <a:gdLst/>
            <a:ahLst/>
            <a:cxnLst/>
            <a:rect l="l" t="t" r="r" b="b"/>
            <a:pathLst>
              <a:path w="121284" h="210185">
                <a:moveTo>
                  <a:pt x="121179" y="0"/>
                </a:moveTo>
                <a:lnTo>
                  <a:pt x="44585" y="17957"/>
                </a:lnTo>
                <a:lnTo>
                  <a:pt x="0" y="69955"/>
                </a:lnTo>
                <a:lnTo>
                  <a:pt x="0" y="209867"/>
                </a:lnTo>
                <a:lnTo>
                  <a:pt x="121179" y="139911"/>
                </a:lnTo>
                <a:lnTo>
                  <a:pt x="121179" y="0"/>
                </a:lnTo>
                <a:close/>
              </a:path>
            </a:pathLst>
          </a:custGeom>
          <a:solidFill>
            <a:srgbClr val="F89635"/>
          </a:solidFill>
        </p:spPr>
        <p:txBody>
          <a:bodyPr wrap="square" lIns="0" tIns="0" rIns="0" bIns="0" rtlCol="0"/>
          <a:lstStyle/>
          <a:p>
            <a:endParaRPr/>
          </a:p>
        </p:txBody>
      </p:sp>
      <p:sp>
        <p:nvSpPr>
          <p:cNvPr id="407" name="object 89">
            <a:extLst>
              <a:ext uri="{FF2B5EF4-FFF2-40B4-BE49-F238E27FC236}">
                <a16:creationId xmlns:a16="http://schemas.microsoft.com/office/drawing/2014/main" id="{846A913A-CEDA-4AE5-843B-A50D13A8F876}"/>
              </a:ext>
            </a:extLst>
          </p:cNvPr>
          <p:cNvSpPr/>
          <p:nvPr/>
        </p:nvSpPr>
        <p:spPr>
          <a:xfrm>
            <a:off x="9714812" y="2504195"/>
            <a:ext cx="242570" cy="140335"/>
          </a:xfrm>
          <a:custGeom>
            <a:avLst/>
            <a:gdLst/>
            <a:ahLst/>
            <a:cxnLst/>
            <a:rect l="l" t="t" r="r" b="b"/>
            <a:pathLst>
              <a:path w="242570" h="140335">
                <a:moveTo>
                  <a:pt x="121158" y="0"/>
                </a:moveTo>
                <a:lnTo>
                  <a:pt x="0" y="69955"/>
                </a:lnTo>
                <a:lnTo>
                  <a:pt x="121158" y="139911"/>
                </a:lnTo>
                <a:lnTo>
                  <a:pt x="242338" y="69955"/>
                </a:lnTo>
                <a:lnTo>
                  <a:pt x="121158" y="0"/>
                </a:lnTo>
                <a:close/>
              </a:path>
            </a:pathLst>
          </a:custGeom>
          <a:solidFill>
            <a:srgbClr val="EED19F"/>
          </a:solidFill>
        </p:spPr>
        <p:txBody>
          <a:bodyPr wrap="square" lIns="0" tIns="0" rIns="0" bIns="0" rtlCol="0"/>
          <a:lstStyle/>
          <a:p>
            <a:endParaRPr/>
          </a:p>
        </p:txBody>
      </p:sp>
      <p:sp>
        <p:nvSpPr>
          <p:cNvPr id="408" name="object 90">
            <a:extLst>
              <a:ext uri="{FF2B5EF4-FFF2-40B4-BE49-F238E27FC236}">
                <a16:creationId xmlns:a16="http://schemas.microsoft.com/office/drawing/2014/main" id="{2831F205-FC67-499D-A8D8-3695527FA763}"/>
              </a:ext>
            </a:extLst>
          </p:cNvPr>
          <p:cNvSpPr/>
          <p:nvPr/>
        </p:nvSpPr>
        <p:spPr>
          <a:xfrm>
            <a:off x="9569412" y="2658099"/>
            <a:ext cx="140970" cy="210185"/>
          </a:xfrm>
          <a:custGeom>
            <a:avLst/>
            <a:gdLst/>
            <a:ahLst/>
            <a:cxnLst/>
            <a:rect l="l" t="t" r="r" b="b"/>
            <a:pathLst>
              <a:path w="140970" h="210185">
                <a:moveTo>
                  <a:pt x="0" y="0"/>
                </a:moveTo>
                <a:lnTo>
                  <a:pt x="0" y="139911"/>
                </a:lnTo>
                <a:lnTo>
                  <a:pt x="121169" y="209867"/>
                </a:lnTo>
                <a:lnTo>
                  <a:pt x="140917" y="137597"/>
                </a:lnTo>
                <a:lnTo>
                  <a:pt x="121169" y="69955"/>
                </a:lnTo>
                <a:lnTo>
                  <a:pt x="73851" y="19538"/>
                </a:lnTo>
                <a:lnTo>
                  <a:pt x="0" y="0"/>
                </a:lnTo>
                <a:close/>
              </a:path>
            </a:pathLst>
          </a:custGeom>
          <a:solidFill>
            <a:srgbClr val="E6E7E8"/>
          </a:solidFill>
        </p:spPr>
        <p:txBody>
          <a:bodyPr wrap="square" lIns="0" tIns="0" rIns="0" bIns="0" rtlCol="0"/>
          <a:lstStyle/>
          <a:p>
            <a:endParaRPr/>
          </a:p>
        </p:txBody>
      </p:sp>
      <p:sp>
        <p:nvSpPr>
          <p:cNvPr id="409" name="object 91">
            <a:extLst>
              <a:ext uri="{FF2B5EF4-FFF2-40B4-BE49-F238E27FC236}">
                <a16:creationId xmlns:a16="http://schemas.microsoft.com/office/drawing/2014/main" id="{F6C27B76-EF55-4265-98B4-DA76138F8232}"/>
              </a:ext>
            </a:extLst>
          </p:cNvPr>
          <p:cNvSpPr/>
          <p:nvPr/>
        </p:nvSpPr>
        <p:spPr>
          <a:xfrm>
            <a:off x="9690580" y="2658094"/>
            <a:ext cx="121285" cy="210185"/>
          </a:xfrm>
          <a:custGeom>
            <a:avLst/>
            <a:gdLst/>
            <a:ahLst/>
            <a:cxnLst/>
            <a:rect l="l" t="t" r="r" b="b"/>
            <a:pathLst>
              <a:path w="121284" h="210185">
                <a:moveTo>
                  <a:pt x="121169" y="0"/>
                </a:moveTo>
                <a:lnTo>
                  <a:pt x="44574" y="17957"/>
                </a:lnTo>
                <a:lnTo>
                  <a:pt x="0" y="69955"/>
                </a:lnTo>
                <a:lnTo>
                  <a:pt x="0" y="209867"/>
                </a:lnTo>
                <a:lnTo>
                  <a:pt x="121169" y="139911"/>
                </a:lnTo>
                <a:lnTo>
                  <a:pt x="121169" y="0"/>
                </a:lnTo>
                <a:close/>
              </a:path>
            </a:pathLst>
          </a:custGeom>
          <a:solidFill>
            <a:srgbClr val="CCCCCC"/>
          </a:solidFill>
        </p:spPr>
        <p:txBody>
          <a:bodyPr wrap="square" lIns="0" tIns="0" rIns="0" bIns="0" rtlCol="0"/>
          <a:lstStyle/>
          <a:p>
            <a:endParaRPr/>
          </a:p>
        </p:txBody>
      </p:sp>
      <p:sp>
        <p:nvSpPr>
          <p:cNvPr id="410" name="object 92">
            <a:extLst>
              <a:ext uri="{FF2B5EF4-FFF2-40B4-BE49-F238E27FC236}">
                <a16:creationId xmlns:a16="http://schemas.microsoft.com/office/drawing/2014/main" id="{02DF9D74-1DCF-4B65-AE6D-A043F569BD92}"/>
              </a:ext>
            </a:extLst>
          </p:cNvPr>
          <p:cNvSpPr/>
          <p:nvPr/>
        </p:nvSpPr>
        <p:spPr>
          <a:xfrm>
            <a:off x="9569410" y="2588138"/>
            <a:ext cx="242570" cy="140335"/>
          </a:xfrm>
          <a:custGeom>
            <a:avLst/>
            <a:gdLst/>
            <a:ahLst/>
            <a:cxnLst/>
            <a:rect l="l" t="t" r="r" b="b"/>
            <a:pathLst>
              <a:path w="242570" h="140335">
                <a:moveTo>
                  <a:pt x="121169" y="0"/>
                </a:moveTo>
                <a:lnTo>
                  <a:pt x="0" y="69955"/>
                </a:lnTo>
                <a:lnTo>
                  <a:pt x="121169" y="139911"/>
                </a:lnTo>
                <a:lnTo>
                  <a:pt x="242338" y="69955"/>
                </a:lnTo>
                <a:lnTo>
                  <a:pt x="121169" y="0"/>
                </a:lnTo>
                <a:close/>
              </a:path>
            </a:pathLst>
          </a:custGeom>
          <a:solidFill>
            <a:srgbClr val="BCBEC0"/>
          </a:solidFill>
        </p:spPr>
        <p:txBody>
          <a:bodyPr wrap="square" lIns="0" tIns="0" rIns="0" bIns="0" rtlCol="0"/>
          <a:lstStyle/>
          <a:p>
            <a:endParaRPr/>
          </a:p>
        </p:txBody>
      </p:sp>
      <p:sp>
        <p:nvSpPr>
          <p:cNvPr id="411" name="object 93">
            <a:extLst>
              <a:ext uri="{FF2B5EF4-FFF2-40B4-BE49-F238E27FC236}">
                <a16:creationId xmlns:a16="http://schemas.microsoft.com/office/drawing/2014/main" id="{7FB3B568-E0F1-41EA-B9A9-59EA59281AEF}"/>
              </a:ext>
            </a:extLst>
          </p:cNvPr>
          <p:cNvSpPr/>
          <p:nvPr/>
        </p:nvSpPr>
        <p:spPr>
          <a:xfrm>
            <a:off x="9424001" y="2742039"/>
            <a:ext cx="140970" cy="210185"/>
          </a:xfrm>
          <a:custGeom>
            <a:avLst/>
            <a:gdLst/>
            <a:ahLst/>
            <a:cxnLst/>
            <a:rect l="l" t="t" r="r" b="b"/>
            <a:pathLst>
              <a:path w="140970" h="210185">
                <a:moveTo>
                  <a:pt x="0" y="0"/>
                </a:moveTo>
                <a:lnTo>
                  <a:pt x="0" y="139922"/>
                </a:lnTo>
                <a:lnTo>
                  <a:pt x="121169" y="209878"/>
                </a:lnTo>
                <a:lnTo>
                  <a:pt x="140927" y="137608"/>
                </a:lnTo>
                <a:lnTo>
                  <a:pt x="121169" y="69966"/>
                </a:lnTo>
                <a:lnTo>
                  <a:pt x="73851" y="19538"/>
                </a:lnTo>
                <a:lnTo>
                  <a:pt x="0" y="0"/>
                </a:lnTo>
                <a:close/>
              </a:path>
            </a:pathLst>
          </a:custGeom>
          <a:solidFill>
            <a:srgbClr val="FDC583"/>
          </a:solidFill>
        </p:spPr>
        <p:txBody>
          <a:bodyPr wrap="square" lIns="0" tIns="0" rIns="0" bIns="0" rtlCol="0"/>
          <a:lstStyle/>
          <a:p>
            <a:endParaRPr/>
          </a:p>
        </p:txBody>
      </p:sp>
      <p:sp>
        <p:nvSpPr>
          <p:cNvPr id="412" name="object 94">
            <a:extLst>
              <a:ext uri="{FF2B5EF4-FFF2-40B4-BE49-F238E27FC236}">
                <a16:creationId xmlns:a16="http://schemas.microsoft.com/office/drawing/2014/main" id="{368F3073-8BE5-4705-9ACE-954EF0593576}"/>
              </a:ext>
            </a:extLst>
          </p:cNvPr>
          <p:cNvSpPr/>
          <p:nvPr/>
        </p:nvSpPr>
        <p:spPr>
          <a:xfrm>
            <a:off x="9545171" y="2742045"/>
            <a:ext cx="121285" cy="210185"/>
          </a:xfrm>
          <a:custGeom>
            <a:avLst/>
            <a:gdLst/>
            <a:ahLst/>
            <a:cxnLst/>
            <a:rect l="l" t="t" r="r" b="b"/>
            <a:pathLst>
              <a:path w="121284" h="210185">
                <a:moveTo>
                  <a:pt x="121169" y="0"/>
                </a:moveTo>
                <a:lnTo>
                  <a:pt x="44585" y="17957"/>
                </a:lnTo>
                <a:lnTo>
                  <a:pt x="0" y="69955"/>
                </a:lnTo>
                <a:lnTo>
                  <a:pt x="0" y="209878"/>
                </a:lnTo>
                <a:lnTo>
                  <a:pt x="121169" y="139911"/>
                </a:lnTo>
                <a:lnTo>
                  <a:pt x="121169" y="0"/>
                </a:lnTo>
                <a:close/>
              </a:path>
            </a:pathLst>
          </a:custGeom>
          <a:solidFill>
            <a:srgbClr val="F89635"/>
          </a:solidFill>
        </p:spPr>
        <p:txBody>
          <a:bodyPr wrap="square" lIns="0" tIns="0" rIns="0" bIns="0" rtlCol="0"/>
          <a:lstStyle/>
          <a:p>
            <a:endParaRPr/>
          </a:p>
        </p:txBody>
      </p:sp>
      <p:sp>
        <p:nvSpPr>
          <p:cNvPr id="413" name="object 95">
            <a:extLst>
              <a:ext uri="{FF2B5EF4-FFF2-40B4-BE49-F238E27FC236}">
                <a16:creationId xmlns:a16="http://schemas.microsoft.com/office/drawing/2014/main" id="{0CA1A880-2A02-4ABA-A852-62FBA5B07207}"/>
              </a:ext>
            </a:extLst>
          </p:cNvPr>
          <p:cNvSpPr/>
          <p:nvPr/>
        </p:nvSpPr>
        <p:spPr>
          <a:xfrm>
            <a:off x="9424001" y="2672089"/>
            <a:ext cx="242570" cy="140335"/>
          </a:xfrm>
          <a:custGeom>
            <a:avLst/>
            <a:gdLst/>
            <a:ahLst/>
            <a:cxnLst/>
            <a:rect l="l" t="t" r="r" b="b"/>
            <a:pathLst>
              <a:path w="242570" h="140335">
                <a:moveTo>
                  <a:pt x="121169" y="0"/>
                </a:moveTo>
                <a:lnTo>
                  <a:pt x="0" y="69955"/>
                </a:lnTo>
                <a:lnTo>
                  <a:pt x="121169" y="139911"/>
                </a:lnTo>
                <a:lnTo>
                  <a:pt x="242338" y="69955"/>
                </a:lnTo>
                <a:lnTo>
                  <a:pt x="121169" y="0"/>
                </a:lnTo>
                <a:close/>
              </a:path>
            </a:pathLst>
          </a:custGeom>
          <a:solidFill>
            <a:srgbClr val="EED19F"/>
          </a:solidFill>
        </p:spPr>
        <p:txBody>
          <a:bodyPr wrap="square" lIns="0" tIns="0" rIns="0" bIns="0" rtlCol="0"/>
          <a:lstStyle/>
          <a:p>
            <a:endParaRPr/>
          </a:p>
        </p:txBody>
      </p:sp>
      <p:sp>
        <p:nvSpPr>
          <p:cNvPr id="414" name="object 96">
            <a:extLst>
              <a:ext uri="{FF2B5EF4-FFF2-40B4-BE49-F238E27FC236}">
                <a16:creationId xmlns:a16="http://schemas.microsoft.com/office/drawing/2014/main" id="{FFBED256-C661-4782-8AFC-A7B120765801}"/>
              </a:ext>
            </a:extLst>
          </p:cNvPr>
          <p:cNvSpPr/>
          <p:nvPr/>
        </p:nvSpPr>
        <p:spPr>
          <a:xfrm>
            <a:off x="9714814" y="2415586"/>
            <a:ext cx="140970" cy="210185"/>
          </a:xfrm>
          <a:custGeom>
            <a:avLst/>
            <a:gdLst/>
            <a:ahLst/>
            <a:cxnLst/>
            <a:rect l="l" t="t" r="r" b="b"/>
            <a:pathLst>
              <a:path w="140970" h="210185">
                <a:moveTo>
                  <a:pt x="0" y="0"/>
                </a:moveTo>
                <a:lnTo>
                  <a:pt x="0" y="139911"/>
                </a:lnTo>
                <a:lnTo>
                  <a:pt x="121158" y="209867"/>
                </a:lnTo>
                <a:lnTo>
                  <a:pt x="140917" y="137597"/>
                </a:lnTo>
                <a:lnTo>
                  <a:pt x="121158" y="69955"/>
                </a:lnTo>
                <a:lnTo>
                  <a:pt x="73840" y="19528"/>
                </a:lnTo>
                <a:lnTo>
                  <a:pt x="0" y="0"/>
                </a:lnTo>
                <a:close/>
              </a:path>
            </a:pathLst>
          </a:custGeom>
          <a:solidFill>
            <a:srgbClr val="00527E"/>
          </a:solidFill>
        </p:spPr>
        <p:txBody>
          <a:bodyPr wrap="square" lIns="0" tIns="0" rIns="0" bIns="0" rtlCol="0"/>
          <a:lstStyle/>
          <a:p>
            <a:endParaRPr/>
          </a:p>
        </p:txBody>
      </p:sp>
      <p:sp>
        <p:nvSpPr>
          <p:cNvPr id="415" name="object 97">
            <a:extLst>
              <a:ext uri="{FF2B5EF4-FFF2-40B4-BE49-F238E27FC236}">
                <a16:creationId xmlns:a16="http://schemas.microsoft.com/office/drawing/2014/main" id="{183EED70-5AF5-4041-BCA3-7BA193AD85E6}"/>
              </a:ext>
            </a:extLst>
          </p:cNvPr>
          <p:cNvSpPr/>
          <p:nvPr/>
        </p:nvSpPr>
        <p:spPr>
          <a:xfrm>
            <a:off x="9835971" y="2415582"/>
            <a:ext cx="121285" cy="210185"/>
          </a:xfrm>
          <a:custGeom>
            <a:avLst/>
            <a:gdLst/>
            <a:ahLst/>
            <a:cxnLst/>
            <a:rect l="l" t="t" r="r" b="b"/>
            <a:pathLst>
              <a:path w="121284" h="210185">
                <a:moveTo>
                  <a:pt x="121179" y="0"/>
                </a:moveTo>
                <a:lnTo>
                  <a:pt x="44585" y="17957"/>
                </a:lnTo>
                <a:lnTo>
                  <a:pt x="0" y="69955"/>
                </a:lnTo>
                <a:lnTo>
                  <a:pt x="0" y="209867"/>
                </a:lnTo>
                <a:lnTo>
                  <a:pt x="121179" y="139911"/>
                </a:lnTo>
                <a:lnTo>
                  <a:pt x="121179" y="0"/>
                </a:lnTo>
                <a:close/>
              </a:path>
            </a:pathLst>
          </a:custGeom>
          <a:solidFill>
            <a:srgbClr val="002B4C"/>
          </a:solidFill>
        </p:spPr>
        <p:txBody>
          <a:bodyPr wrap="square" lIns="0" tIns="0" rIns="0" bIns="0" rtlCol="0"/>
          <a:lstStyle/>
          <a:p>
            <a:endParaRPr/>
          </a:p>
        </p:txBody>
      </p:sp>
      <p:sp>
        <p:nvSpPr>
          <p:cNvPr id="416" name="object 98">
            <a:extLst>
              <a:ext uri="{FF2B5EF4-FFF2-40B4-BE49-F238E27FC236}">
                <a16:creationId xmlns:a16="http://schemas.microsoft.com/office/drawing/2014/main" id="{E6AC8A98-8B7F-48E3-A7B1-F886D2CE5283}"/>
              </a:ext>
            </a:extLst>
          </p:cNvPr>
          <p:cNvSpPr/>
          <p:nvPr/>
        </p:nvSpPr>
        <p:spPr>
          <a:xfrm>
            <a:off x="9714812" y="2345626"/>
            <a:ext cx="242570" cy="140335"/>
          </a:xfrm>
          <a:custGeom>
            <a:avLst/>
            <a:gdLst/>
            <a:ahLst/>
            <a:cxnLst/>
            <a:rect l="l" t="t" r="r" b="b"/>
            <a:pathLst>
              <a:path w="242570" h="140335">
                <a:moveTo>
                  <a:pt x="121158" y="0"/>
                </a:moveTo>
                <a:lnTo>
                  <a:pt x="0" y="69955"/>
                </a:lnTo>
                <a:lnTo>
                  <a:pt x="121158" y="139911"/>
                </a:lnTo>
                <a:lnTo>
                  <a:pt x="242338" y="69955"/>
                </a:lnTo>
                <a:lnTo>
                  <a:pt x="121158" y="0"/>
                </a:lnTo>
                <a:close/>
              </a:path>
            </a:pathLst>
          </a:custGeom>
          <a:solidFill>
            <a:srgbClr val="00679C"/>
          </a:solidFill>
        </p:spPr>
        <p:txBody>
          <a:bodyPr wrap="square" lIns="0" tIns="0" rIns="0" bIns="0" rtlCol="0"/>
          <a:lstStyle/>
          <a:p>
            <a:endParaRPr/>
          </a:p>
        </p:txBody>
      </p:sp>
      <p:sp>
        <p:nvSpPr>
          <p:cNvPr id="417" name="object 99">
            <a:extLst>
              <a:ext uri="{FF2B5EF4-FFF2-40B4-BE49-F238E27FC236}">
                <a16:creationId xmlns:a16="http://schemas.microsoft.com/office/drawing/2014/main" id="{BEFF2970-13AC-42D6-836D-063C099386C3}"/>
              </a:ext>
            </a:extLst>
          </p:cNvPr>
          <p:cNvSpPr/>
          <p:nvPr/>
        </p:nvSpPr>
        <p:spPr>
          <a:xfrm>
            <a:off x="9569412" y="2499530"/>
            <a:ext cx="140970" cy="210185"/>
          </a:xfrm>
          <a:custGeom>
            <a:avLst/>
            <a:gdLst/>
            <a:ahLst/>
            <a:cxnLst/>
            <a:rect l="l" t="t" r="r" b="b"/>
            <a:pathLst>
              <a:path w="140970" h="210185">
                <a:moveTo>
                  <a:pt x="0" y="0"/>
                </a:moveTo>
                <a:lnTo>
                  <a:pt x="0" y="139922"/>
                </a:lnTo>
                <a:lnTo>
                  <a:pt x="121169" y="209867"/>
                </a:lnTo>
                <a:lnTo>
                  <a:pt x="140917" y="137608"/>
                </a:lnTo>
                <a:lnTo>
                  <a:pt x="121169" y="69955"/>
                </a:lnTo>
                <a:lnTo>
                  <a:pt x="73851" y="19538"/>
                </a:lnTo>
                <a:lnTo>
                  <a:pt x="0" y="0"/>
                </a:lnTo>
                <a:close/>
              </a:path>
            </a:pathLst>
          </a:custGeom>
          <a:solidFill>
            <a:srgbClr val="0081BF"/>
          </a:solidFill>
        </p:spPr>
        <p:txBody>
          <a:bodyPr wrap="square" lIns="0" tIns="0" rIns="0" bIns="0" rtlCol="0"/>
          <a:lstStyle/>
          <a:p>
            <a:endParaRPr/>
          </a:p>
        </p:txBody>
      </p:sp>
      <p:sp>
        <p:nvSpPr>
          <p:cNvPr id="418" name="object 100">
            <a:extLst>
              <a:ext uri="{FF2B5EF4-FFF2-40B4-BE49-F238E27FC236}">
                <a16:creationId xmlns:a16="http://schemas.microsoft.com/office/drawing/2014/main" id="{1500156B-5C4A-4B3F-8F7A-D8BF2F09E063}"/>
              </a:ext>
            </a:extLst>
          </p:cNvPr>
          <p:cNvSpPr/>
          <p:nvPr/>
        </p:nvSpPr>
        <p:spPr>
          <a:xfrm>
            <a:off x="9690580" y="2499532"/>
            <a:ext cx="121285" cy="210185"/>
          </a:xfrm>
          <a:custGeom>
            <a:avLst/>
            <a:gdLst/>
            <a:ahLst/>
            <a:cxnLst/>
            <a:rect l="l" t="t" r="r" b="b"/>
            <a:pathLst>
              <a:path w="121284" h="210185">
                <a:moveTo>
                  <a:pt x="121169" y="0"/>
                </a:moveTo>
                <a:lnTo>
                  <a:pt x="44574" y="17957"/>
                </a:lnTo>
                <a:lnTo>
                  <a:pt x="0" y="69955"/>
                </a:lnTo>
                <a:lnTo>
                  <a:pt x="0" y="209867"/>
                </a:lnTo>
                <a:lnTo>
                  <a:pt x="121169" y="139911"/>
                </a:lnTo>
                <a:lnTo>
                  <a:pt x="121169" y="0"/>
                </a:lnTo>
                <a:close/>
              </a:path>
            </a:pathLst>
          </a:custGeom>
          <a:solidFill>
            <a:srgbClr val="005E95"/>
          </a:solidFill>
        </p:spPr>
        <p:txBody>
          <a:bodyPr wrap="square" lIns="0" tIns="0" rIns="0" bIns="0" rtlCol="0"/>
          <a:lstStyle/>
          <a:p>
            <a:endParaRPr/>
          </a:p>
        </p:txBody>
      </p:sp>
      <p:sp>
        <p:nvSpPr>
          <p:cNvPr id="419" name="object 101">
            <a:extLst>
              <a:ext uri="{FF2B5EF4-FFF2-40B4-BE49-F238E27FC236}">
                <a16:creationId xmlns:a16="http://schemas.microsoft.com/office/drawing/2014/main" id="{ECF3B3EE-A9E6-4834-80C3-66F108EEF6B9}"/>
              </a:ext>
            </a:extLst>
          </p:cNvPr>
          <p:cNvSpPr/>
          <p:nvPr/>
        </p:nvSpPr>
        <p:spPr>
          <a:xfrm>
            <a:off x="9569410" y="2429576"/>
            <a:ext cx="242570" cy="140335"/>
          </a:xfrm>
          <a:custGeom>
            <a:avLst/>
            <a:gdLst/>
            <a:ahLst/>
            <a:cxnLst/>
            <a:rect l="l" t="t" r="r" b="b"/>
            <a:pathLst>
              <a:path w="242570" h="140335">
                <a:moveTo>
                  <a:pt x="121169" y="0"/>
                </a:moveTo>
                <a:lnTo>
                  <a:pt x="0" y="69955"/>
                </a:lnTo>
                <a:lnTo>
                  <a:pt x="121169" y="139911"/>
                </a:lnTo>
                <a:lnTo>
                  <a:pt x="242338" y="69955"/>
                </a:lnTo>
                <a:lnTo>
                  <a:pt x="121169" y="0"/>
                </a:lnTo>
                <a:close/>
              </a:path>
            </a:pathLst>
          </a:custGeom>
          <a:solidFill>
            <a:srgbClr val="2C96CE"/>
          </a:solidFill>
        </p:spPr>
        <p:txBody>
          <a:bodyPr wrap="square" lIns="0" tIns="0" rIns="0" bIns="0" rtlCol="0"/>
          <a:lstStyle/>
          <a:p>
            <a:endParaRPr/>
          </a:p>
        </p:txBody>
      </p:sp>
      <p:sp>
        <p:nvSpPr>
          <p:cNvPr id="420" name="object 102">
            <a:extLst>
              <a:ext uri="{FF2B5EF4-FFF2-40B4-BE49-F238E27FC236}">
                <a16:creationId xmlns:a16="http://schemas.microsoft.com/office/drawing/2014/main" id="{C2CD8AC4-708F-4727-9007-EA050F2A7E4A}"/>
              </a:ext>
            </a:extLst>
          </p:cNvPr>
          <p:cNvSpPr/>
          <p:nvPr/>
        </p:nvSpPr>
        <p:spPr>
          <a:xfrm>
            <a:off x="9424001" y="2583473"/>
            <a:ext cx="140970" cy="210185"/>
          </a:xfrm>
          <a:custGeom>
            <a:avLst/>
            <a:gdLst/>
            <a:ahLst/>
            <a:cxnLst/>
            <a:rect l="l" t="t" r="r" b="b"/>
            <a:pathLst>
              <a:path w="140970" h="210185">
                <a:moveTo>
                  <a:pt x="0" y="0"/>
                </a:moveTo>
                <a:lnTo>
                  <a:pt x="0" y="139911"/>
                </a:lnTo>
                <a:lnTo>
                  <a:pt x="121169" y="209867"/>
                </a:lnTo>
                <a:lnTo>
                  <a:pt x="140927" y="137608"/>
                </a:lnTo>
                <a:lnTo>
                  <a:pt x="121169" y="69955"/>
                </a:lnTo>
                <a:lnTo>
                  <a:pt x="73851" y="19538"/>
                </a:lnTo>
                <a:lnTo>
                  <a:pt x="0" y="0"/>
                </a:lnTo>
                <a:close/>
              </a:path>
            </a:pathLst>
          </a:custGeom>
          <a:solidFill>
            <a:srgbClr val="00527E"/>
          </a:solidFill>
        </p:spPr>
        <p:txBody>
          <a:bodyPr wrap="square" lIns="0" tIns="0" rIns="0" bIns="0" rtlCol="0"/>
          <a:lstStyle/>
          <a:p>
            <a:endParaRPr/>
          </a:p>
        </p:txBody>
      </p:sp>
      <p:sp>
        <p:nvSpPr>
          <p:cNvPr id="421" name="object 103">
            <a:extLst>
              <a:ext uri="{FF2B5EF4-FFF2-40B4-BE49-F238E27FC236}">
                <a16:creationId xmlns:a16="http://schemas.microsoft.com/office/drawing/2014/main" id="{ECF28ADE-442E-4135-9852-293C522BAEB9}"/>
              </a:ext>
            </a:extLst>
          </p:cNvPr>
          <p:cNvSpPr/>
          <p:nvPr/>
        </p:nvSpPr>
        <p:spPr>
          <a:xfrm>
            <a:off x="9545171" y="2583475"/>
            <a:ext cx="121285" cy="210185"/>
          </a:xfrm>
          <a:custGeom>
            <a:avLst/>
            <a:gdLst/>
            <a:ahLst/>
            <a:cxnLst/>
            <a:rect l="l" t="t" r="r" b="b"/>
            <a:pathLst>
              <a:path w="121284" h="210185">
                <a:moveTo>
                  <a:pt x="121169" y="0"/>
                </a:moveTo>
                <a:lnTo>
                  <a:pt x="44585" y="17957"/>
                </a:lnTo>
                <a:lnTo>
                  <a:pt x="0" y="69955"/>
                </a:lnTo>
                <a:lnTo>
                  <a:pt x="0" y="209867"/>
                </a:lnTo>
                <a:lnTo>
                  <a:pt x="121169" y="139911"/>
                </a:lnTo>
                <a:lnTo>
                  <a:pt x="121169" y="0"/>
                </a:lnTo>
                <a:close/>
              </a:path>
            </a:pathLst>
          </a:custGeom>
          <a:solidFill>
            <a:srgbClr val="002B4C"/>
          </a:solidFill>
        </p:spPr>
        <p:txBody>
          <a:bodyPr wrap="square" lIns="0" tIns="0" rIns="0" bIns="0" rtlCol="0"/>
          <a:lstStyle/>
          <a:p>
            <a:endParaRPr/>
          </a:p>
        </p:txBody>
      </p:sp>
      <p:sp>
        <p:nvSpPr>
          <p:cNvPr id="422" name="object 104">
            <a:extLst>
              <a:ext uri="{FF2B5EF4-FFF2-40B4-BE49-F238E27FC236}">
                <a16:creationId xmlns:a16="http://schemas.microsoft.com/office/drawing/2014/main" id="{BB09033D-2342-4640-9041-A06FB42AB7CD}"/>
              </a:ext>
            </a:extLst>
          </p:cNvPr>
          <p:cNvSpPr/>
          <p:nvPr/>
        </p:nvSpPr>
        <p:spPr>
          <a:xfrm>
            <a:off x="9424001" y="2513519"/>
            <a:ext cx="242570" cy="140335"/>
          </a:xfrm>
          <a:custGeom>
            <a:avLst/>
            <a:gdLst/>
            <a:ahLst/>
            <a:cxnLst/>
            <a:rect l="l" t="t" r="r" b="b"/>
            <a:pathLst>
              <a:path w="242570" h="140335">
                <a:moveTo>
                  <a:pt x="121169" y="0"/>
                </a:moveTo>
                <a:lnTo>
                  <a:pt x="0" y="69955"/>
                </a:lnTo>
                <a:lnTo>
                  <a:pt x="121169" y="139911"/>
                </a:lnTo>
                <a:lnTo>
                  <a:pt x="242338" y="69955"/>
                </a:lnTo>
                <a:lnTo>
                  <a:pt x="121169" y="0"/>
                </a:lnTo>
                <a:close/>
              </a:path>
            </a:pathLst>
          </a:custGeom>
          <a:solidFill>
            <a:srgbClr val="00679C"/>
          </a:solidFill>
        </p:spPr>
        <p:txBody>
          <a:bodyPr wrap="square" lIns="0" tIns="0" rIns="0" bIns="0" rtlCol="0"/>
          <a:lstStyle/>
          <a:p>
            <a:endParaRPr/>
          </a:p>
        </p:txBody>
      </p:sp>
      <p:sp>
        <p:nvSpPr>
          <p:cNvPr id="423" name="object 105">
            <a:extLst>
              <a:ext uri="{FF2B5EF4-FFF2-40B4-BE49-F238E27FC236}">
                <a16:creationId xmlns:a16="http://schemas.microsoft.com/office/drawing/2014/main" id="{7B7A24AB-1ADA-4E6F-883F-A5113DDBA358}"/>
              </a:ext>
            </a:extLst>
          </p:cNvPr>
          <p:cNvSpPr/>
          <p:nvPr/>
        </p:nvSpPr>
        <p:spPr>
          <a:xfrm>
            <a:off x="10572530" y="3260840"/>
            <a:ext cx="1013460" cy="485140"/>
          </a:xfrm>
          <a:custGeom>
            <a:avLst/>
            <a:gdLst/>
            <a:ahLst/>
            <a:cxnLst/>
            <a:rect l="l" t="t" r="r" b="b"/>
            <a:pathLst>
              <a:path w="1013459" h="485139">
                <a:moveTo>
                  <a:pt x="1013340" y="0"/>
                </a:moveTo>
                <a:lnTo>
                  <a:pt x="0" y="0"/>
                </a:lnTo>
                <a:lnTo>
                  <a:pt x="0" y="484854"/>
                </a:lnTo>
                <a:lnTo>
                  <a:pt x="1013340" y="484854"/>
                </a:lnTo>
                <a:lnTo>
                  <a:pt x="1013340" y="0"/>
                </a:lnTo>
                <a:close/>
              </a:path>
            </a:pathLst>
          </a:custGeom>
          <a:solidFill>
            <a:srgbClr val="002B4C"/>
          </a:solidFill>
        </p:spPr>
        <p:txBody>
          <a:bodyPr wrap="square" lIns="0" tIns="0" rIns="0" bIns="0" rtlCol="0"/>
          <a:lstStyle/>
          <a:p>
            <a:endParaRPr/>
          </a:p>
        </p:txBody>
      </p:sp>
      <p:sp>
        <p:nvSpPr>
          <p:cNvPr id="424" name="object 106">
            <a:extLst>
              <a:ext uri="{FF2B5EF4-FFF2-40B4-BE49-F238E27FC236}">
                <a16:creationId xmlns:a16="http://schemas.microsoft.com/office/drawing/2014/main" id="{510CFBFD-B856-46D8-BA5E-3CAA91F3A625}"/>
              </a:ext>
            </a:extLst>
          </p:cNvPr>
          <p:cNvSpPr/>
          <p:nvPr/>
        </p:nvSpPr>
        <p:spPr>
          <a:xfrm>
            <a:off x="10572527" y="3260843"/>
            <a:ext cx="1013351" cy="484854"/>
          </a:xfrm>
          <a:prstGeom prst="rect">
            <a:avLst/>
          </a:prstGeom>
          <a:blipFill>
            <a:blip r:embed="rId19" cstate="print"/>
            <a:stretch>
              <a:fillRect/>
            </a:stretch>
          </a:blipFill>
        </p:spPr>
        <p:txBody>
          <a:bodyPr wrap="square" lIns="0" tIns="0" rIns="0" bIns="0" rtlCol="0"/>
          <a:lstStyle/>
          <a:p>
            <a:endParaRPr/>
          </a:p>
        </p:txBody>
      </p:sp>
      <p:sp>
        <p:nvSpPr>
          <p:cNvPr id="425" name="object 107">
            <a:extLst>
              <a:ext uri="{FF2B5EF4-FFF2-40B4-BE49-F238E27FC236}">
                <a16:creationId xmlns:a16="http://schemas.microsoft.com/office/drawing/2014/main" id="{A3D9C25B-AA98-4145-B3A8-6BB52CC5D62E}"/>
              </a:ext>
            </a:extLst>
          </p:cNvPr>
          <p:cNvSpPr/>
          <p:nvPr/>
        </p:nvSpPr>
        <p:spPr>
          <a:xfrm>
            <a:off x="10557040" y="3745697"/>
            <a:ext cx="1044324" cy="274399"/>
          </a:xfrm>
          <a:prstGeom prst="rect">
            <a:avLst/>
          </a:prstGeom>
          <a:blipFill>
            <a:blip r:embed="rId20" cstate="print"/>
            <a:stretch>
              <a:fillRect/>
            </a:stretch>
          </a:blipFill>
        </p:spPr>
        <p:txBody>
          <a:bodyPr wrap="square" lIns="0" tIns="0" rIns="0" bIns="0" rtlCol="0"/>
          <a:lstStyle/>
          <a:p>
            <a:endParaRPr/>
          </a:p>
        </p:txBody>
      </p:sp>
      <p:sp>
        <p:nvSpPr>
          <p:cNvPr id="426" name="object 108">
            <a:extLst>
              <a:ext uri="{FF2B5EF4-FFF2-40B4-BE49-F238E27FC236}">
                <a16:creationId xmlns:a16="http://schemas.microsoft.com/office/drawing/2014/main" id="{8B5E36F6-46A4-4641-BCD6-DB9CE4623A61}"/>
              </a:ext>
            </a:extLst>
          </p:cNvPr>
          <p:cNvSpPr/>
          <p:nvPr/>
        </p:nvSpPr>
        <p:spPr>
          <a:xfrm>
            <a:off x="11414392" y="1848549"/>
            <a:ext cx="635" cy="0"/>
          </a:xfrm>
          <a:custGeom>
            <a:avLst/>
            <a:gdLst/>
            <a:ahLst/>
            <a:cxnLst/>
            <a:rect l="l" t="t" r="r" b="b"/>
            <a:pathLst>
              <a:path w="634">
                <a:moveTo>
                  <a:pt x="41" y="0"/>
                </a:moveTo>
                <a:lnTo>
                  <a:pt x="0" y="0"/>
                </a:lnTo>
              </a:path>
            </a:pathLst>
          </a:custGeom>
          <a:solidFill>
            <a:srgbClr val="C9C7C6"/>
          </a:solidFill>
        </p:spPr>
        <p:txBody>
          <a:bodyPr wrap="square" lIns="0" tIns="0" rIns="0" bIns="0" rtlCol="0"/>
          <a:lstStyle/>
          <a:p>
            <a:endParaRPr/>
          </a:p>
        </p:txBody>
      </p:sp>
      <p:sp>
        <p:nvSpPr>
          <p:cNvPr id="427" name="object 109">
            <a:extLst>
              <a:ext uri="{FF2B5EF4-FFF2-40B4-BE49-F238E27FC236}">
                <a16:creationId xmlns:a16="http://schemas.microsoft.com/office/drawing/2014/main" id="{5C229E50-212D-4D4F-970D-69475E8AD409}"/>
              </a:ext>
            </a:extLst>
          </p:cNvPr>
          <p:cNvSpPr/>
          <p:nvPr/>
        </p:nvSpPr>
        <p:spPr>
          <a:xfrm>
            <a:off x="10557040" y="1848550"/>
            <a:ext cx="1044324" cy="1408837"/>
          </a:xfrm>
          <a:prstGeom prst="rect">
            <a:avLst/>
          </a:prstGeom>
          <a:blipFill>
            <a:blip r:embed="rId21" cstate="print"/>
            <a:stretch>
              <a:fillRect/>
            </a:stretch>
          </a:blipFill>
        </p:spPr>
        <p:txBody>
          <a:bodyPr wrap="square" lIns="0" tIns="0" rIns="0" bIns="0" rtlCol="0"/>
          <a:lstStyle/>
          <a:p>
            <a:endParaRPr/>
          </a:p>
        </p:txBody>
      </p:sp>
      <p:sp>
        <p:nvSpPr>
          <p:cNvPr id="428" name="object 110">
            <a:extLst>
              <a:ext uri="{FF2B5EF4-FFF2-40B4-BE49-F238E27FC236}">
                <a16:creationId xmlns:a16="http://schemas.microsoft.com/office/drawing/2014/main" id="{709473C4-EE4B-4355-83F9-1A95DBAD784F}"/>
              </a:ext>
            </a:extLst>
          </p:cNvPr>
          <p:cNvSpPr/>
          <p:nvPr/>
        </p:nvSpPr>
        <p:spPr>
          <a:xfrm>
            <a:off x="10783985" y="3359615"/>
            <a:ext cx="321393" cy="108583"/>
          </a:xfrm>
          <a:prstGeom prst="rect">
            <a:avLst/>
          </a:prstGeom>
          <a:blipFill>
            <a:blip r:embed="rId22" cstate="print"/>
            <a:stretch>
              <a:fillRect/>
            </a:stretch>
          </a:blipFill>
        </p:spPr>
        <p:txBody>
          <a:bodyPr wrap="square" lIns="0" tIns="0" rIns="0" bIns="0" rtlCol="0"/>
          <a:lstStyle/>
          <a:p>
            <a:endParaRPr/>
          </a:p>
        </p:txBody>
      </p:sp>
      <p:sp>
        <p:nvSpPr>
          <p:cNvPr id="429" name="object 111">
            <a:extLst>
              <a:ext uri="{FF2B5EF4-FFF2-40B4-BE49-F238E27FC236}">
                <a16:creationId xmlns:a16="http://schemas.microsoft.com/office/drawing/2014/main" id="{0DD9C835-F4B3-42CC-8CF6-D5ACC447DCE4}"/>
              </a:ext>
            </a:extLst>
          </p:cNvPr>
          <p:cNvSpPr/>
          <p:nvPr/>
        </p:nvSpPr>
        <p:spPr>
          <a:xfrm>
            <a:off x="11125669" y="3372667"/>
            <a:ext cx="225276" cy="95534"/>
          </a:xfrm>
          <a:prstGeom prst="rect">
            <a:avLst/>
          </a:prstGeom>
          <a:blipFill>
            <a:blip r:embed="rId23" cstate="print"/>
            <a:stretch>
              <a:fillRect/>
            </a:stretch>
          </a:blipFill>
        </p:spPr>
        <p:txBody>
          <a:bodyPr wrap="square" lIns="0" tIns="0" rIns="0" bIns="0" rtlCol="0"/>
          <a:lstStyle/>
          <a:p>
            <a:endParaRPr/>
          </a:p>
        </p:txBody>
      </p:sp>
      <p:sp>
        <p:nvSpPr>
          <p:cNvPr id="430" name="object 112">
            <a:extLst>
              <a:ext uri="{FF2B5EF4-FFF2-40B4-BE49-F238E27FC236}">
                <a16:creationId xmlns:a16="http://schemas.microsoft.com/office/drawing/2014/main" id="{16D6BFFA-CB2B-453B-988A-A6ACBC0FF80D}"/>
              </a:ext>
            </a:extLst>
          </p:cNvPr>
          <p:cNvSpPr/>
          <p:nvPr/>
        </p:nvSpPr>
        <p:spPr>
          <a:xfrm>
            <a:off x="10797673" y="3539664"/>
            <a:ext cx="90805" cy="101600"/>
          </a:xfrm>
          <a:custGeom>
            <a:avLst/>
            <a:gdLst/>
            <a:ahLst/>
            <a:cxnLst/>
            <a:rect l="l" t="t" r="r" b="b"/>
            <a:pathLst>
              <a:path w="90804" h="101600">
                <a:moveTo>
                  <a:pt x="47558" y="0"/>
                </a:moveTo>
                <a:lnTo>
                  <a:pt x="0" y="0"/>
                </a:lnTo>
                <a:lnTo>
                  <a:pt x="0" y="101473"/>
                </a:lnTo>
                <a:lnTo>
                  <a:pt x="50459" y="101473"/>
                </a:lnTo>
                <a:lnTo>
                  <a:pt x="59592" y="101024"/>
                </a:lnTo>
                <a:lnTo>
                  <a:pt x="88211" y="86677"/>
                </a:lnTo>
                <a:lnTo>
                  <a:pt x="18858" y="86677"/>
                </a:lnTo>
                <a:lnTo>
                  <a:pt x="18858" y="57401"/>
                </a:lnTo>
                <a:lnTo>
                  <a:pt x="84852" y="57401"/>
                </a:lnTo>
                <a:lnTo>
                  <a:pt x="81966" y="53610"/>
                </a:lnTo>
                <a:lnTo>
                  <a:pt x="77515" y="50542"/>
                </a:lnTo>
                <a:lnTo>
                  <a:pt x="71903" y="48710"/>
                </a:lnTo>
                <a:lnTo>
                  <a:pt x="75976" y="46574"/>
                </a:lnTo>
                <a:lnTo>
                  <a:pt x="79159" y="43590"/>
                </a:lnTo>
                <a:lnTo>
                  <a:pt x="79662" y="42752"/>
                </a:lnTo>
                <a:lnTo>
                  <a:pt x="18858" y="42752"/>
                </a:lnTo>
                <a:lnTo>
                  <a:pt x="18858" y="14774"/>
                </a:lnTo>
                <a:lnTo>
                  <a:pt x="83258" y="14774"/>
                </a:lnTo>
                <a:lnTo>
                  <a:pt x="81725" y="11716"/>
                </a:lnTo>
                <a:lnTo>
                  <a:pt x="75254" y="7025"/>
                </a:lnTo>
                <a:lnTo>
                  <a:pt x="69876" y="3949"/>
                </a:lnTo>
                <a:lnTo>
                  <a:pt x="63467" y="1753"/>
                </a:lnTo>
                <a:lnTo>
                  <a:pt x="56028" y="438"/>
                </a:lnTo>
                <a:lnTo>
                  <a:pt x="47558" y="0"/>
                </a:lnTo>
                <a:close/>
              </a:path>
              <a:path w="90804" h="101600">
                <a:moveTo>
                  <a:pt x="84852" y="57401"/>
                </a:moveTo>
                <a:lnTo>
                  <a:pt x="49296" y="57401"/>
                </a:lnTo>
                <a:lnTo>
                  <a:pt x="58875" y="58316"/>
                </a:lnTo>
                <a:lnTo>
                  <a:pt x="65717" y="61060"/>
                </a:lnTo>
                <a:lnTo>
                  <a:pt x="69823" y="65635"/>
                </a:lnTo>
                <a:lnTo>
                  <a:pt x="71191" y="72039"/>
                </a:lnTo>
                <a:lnTo>
                  <a:pt x="69823" y="78448"/>
                </a:lnTo>
                <a:lnTo>
                  <a:pt x="65717" y="83022"/>
                </a:lnTo>
                <a:lnTo>
                  <a:pt x="58875" y="85764"/>
                </a:lnTo>
                <a:lnTo>
                  <a:pt x="49296" y="86677"/>
                </a:lnTo>
                <a:lnTo>
                  <a:pt x="88211" y="86677"/>
                </a:lnTo>
                <a:lnTo>
                  <a:pt x="90185" y="82730"/>
                </a:lnTo>
                <a:lnTo>
                  <a:pt x="90185" y="67547"/>
                </a:lnTo>
                <a:lnTo>
                  <a:pt x="88541" y="62218"/>
                </a:lnTo>
                <a:lnTo>
                  <a:pt x="84852" y="57401"/>
                </a:lnTo>
                <a:close/>
              </a:path>
              <a:path w="90804" h="101600">
                <a:moveTo>
                  <a:pt x="83258" y="14774"/>
                </a:moveTo>
                <a:lnTo>
                  <a:pt x="52103" y="14774"/>
                </a:lnTo>
                <a:lnTo>
                  <a:pt x="57150" y="15968"/>
                </a:lnTo>
                <a:lnTo>
                  <a:pt x="64207" y="20711"/>
                </a:lnTo>
                <a:lnTo>
                  <a:pt x="65977" y="24208"/>
                </a:lnTo>
                <a:lnTo>
                  <a:pt x="65977" y="33391"/>
                </a:lnTo>
                <a:lnTo>
                  <a:pt x="64207" y="36847"/>
                </a:lnTo>
                <a:lnTo>
                  <a:pt x="57150" y="41579"/>
                </a:lnTo>
                <a:lnTo>
                  <a:pt x="52103" y="42752"/>
                </a:lnTo>
                <a:lnTo>
                  <a:pt x="79662" y="42752"/>
                </a:lnTo>
                <a:lnTo>
                  <a:pt x="83798" y="35852"/>
                </a:lnTo>
                <a:lnTo>
                  <a:pt x="84960" y="31402"/>
                </a:lnTo>
                <a:lnTo>
                  <a:pt x="84960" y="18166"/>
                </a:lnTo>
                <a:lnTo>
                  <a:pt x="83258" y="14774"/>
                </a:lnTo>
                <a:close/>
              </a:path>
            </a:pathLst>
          </a:custGeom>
          <a:solidFill>
            <a:srgbClr val="FFFFFF"/>
          </a:solidFill>
        </p:spPr>
        <p:txBody>
          <a:bodyPr wrap="square" lIns="0" tIns="0" rIns="0" bIns="0" rtlCol="0"/>
          <a:lstStyle/>
          <a:p>
            <a:endParaRPr/>
          </a:p>
        </p:txBody>
      </p:sp>
      <p:sp>
        <p:nvSpPr>
          <p:cNvPr id="431" name="object 113">
            <a:extLst>
              <a:ext uri="{FF2B5EF4-FFF2-40B4-BE49-F238E27FC236}">
                <a16:creationId xmlns:a16="http://schemas.microsoft.com/office/drawing/2014/main" id="{7E1C15EE-17E3-47B6-8D79-F3040647D177}"/>
              </a:ext>
            </a:extLst>
          </p:cNvPr>
          <p:cNvSpPr/>
          <p:nvPr/>
        </p:nvSpPr>
        <p:spPr>
          <a:xfrm>
            <a:off x="10897855" y="3562861"/>
            <a:ext cx="70485" cy="79375"/>
          </a:xfrm>
          <a:custGeom>
            <a:avLst/>
            <a:gdLst/>
            <a:ahLst/>
            <a:cxnLst/>
            <a:rect l="l" t="t" r="r" b="b"/>
            <a:pathLst>
              <a:path w="70484" h="79375">
                <a:moveTo>
                  <a:pt x="66341" y="15067"/>
                </a:moveTo>
                <a:lnTo>
                  <a:pt x="39276" y="15067"/>
                </a:lnTo>
                <a:lnTo>
                  <a:pt x="44092" y="16523"/>
                </a:lnTo>
                <a:lnTo>
                  <a:pt x="50563" y="22323"/>
                </a:lnTo>
                <a:lnTo>
                  <a:pt x="52186" y="26480"/>
                </a:lnTo>
                <a:lnTo>
                  <a:pt x="52186" y="33046"/>
                </a:lnTo>
                <a:lnTo>
                  <a:pt x="21067" y="33046"/>
                </a:lnTo>
                <a:lnTo>
                  <a:pt x="12921" y="35150"/>
                </a:lnTo>
                <a:lnTo>
                  <a:pt x="2586" y="43558"/>
                </a:lnTo>
                <a:lnTo>
                  <a:pt x="0" y="49129"/>
                </a:lnTo>
                <a:lnTo>
                  <a:pt x="107" y="60909"/>
                </a:lnTo>
                <a:lnTo>
                  <a:pt x="23056" y="79285"/>
                </a:lnTo>
                <a:lnTo>
                  <a:pt x="34637" y="79285"/>
                </a:lnTo>
                <a:lnTo>
                  <a:pt x="39590" y="78395"/>
                </a:lnTo>
                <a:lnTo>
                  <a:pt x="47810" y="74814"/>
                </a:lnTo>
                <a:lnTo>
                  <a:pt x="50982" y="72249"/>
                </a:lnTo>
                <a:lnTo>
                  <a:pt x="53202" y="68846"/>
                </a:lnTo>
                <a:lnTo>
                  <a:pt x="70301" y="68846"/>
                </a:lnTo>
                <a:lnTo>
                  <a:pt x="70301" y="66102"/>
                </a:lnTo>
                <a:lnTo>
                  <a:pt x="27978" y="66102"/>
                </a:lnTo>
                <a:lnTo>
                  <a:pt x="24355" y="65139"/>
                </a:lnTo>
                <a:lnTo>
                  <a:pt x="19130" y="61265"/>
                </a:lnTo>
                <a:lnTo>
                  <a:pt x="17821" y="58657"/>
                </a:lnTo>
                <a:lnTo>
                  <a:pt x="17821" y="48511"/>
                </a:lnTo>
                <a:lnTo>
                  <a:pt x="23056" y="45087"/>
                </a:lnTo>
                <a:lnTo>
                  <a:pt x="70301" y="45087"/>
                </a:lnTo>
                <a:lnTo>
                  <a:pt x="70301" y="32899"/>
                </a:lnTo>
                <a:lnTo>
                  <a:pt x="69735" y="25158"/>
                </a:lnTo>
                <a:lnTo>
                  <a:pt x="68038" y="18458"/>
                </a:lnTo>
                <a:lnTo>
                  <a:pt x="66341" y="15067"/>
                </a:lnTo>
                <a:close/>
              </a:path>
              <a:path w="70484" h="79375">
                <a:moveTo>
                  <a:pt x="70301" y="68846"/>
                </a:moveTo>
                <a:lnTo>
                  <a:pt x="53202" y="68846"/>
                </a:lnTo>
                <a:lnTo>
                  <a:pt x="53202" y="78280"/>
                </a:lnTo>
                <a:lnTo>
                  <a:pt x="70301" y="78280"/>
                </a:lnTo>
                <a:lnTo>
                  <a:pt x="70301" y="68846"/>
                </a:lnTo>
                <a:close/>
              </a:path>
              <a:path w="70484" h="79375">
                <a:moveTo>
                  <a:pt x="70301" y="45087"/>
                </a:moveTo>
                <a:lnTo>
                  <a:pt x="52186" y="45087"/>
                </a:lnTo>
                <a:lnTo>
                  <a:pt x="52186" y="54071"/>
                </a:lnTo>
                <a:lnTo>
                  <a:pt x="50741" y="57935"/>
                </a:lnTo>
                <a:lnTo>
                  <a:pt x="48249" y="60909"/>
                </a:lnTo>
                <a:lnTo>
                  <a:pt x="41192" y="65055"/>
                </a:lnTo>
                <a:lnTo>
                  <a:pt x="37150" y="66102"/>
                </a:lnTo>
                <a:lnTo>
                  <a:pt x="70301" y="66102"/>
                </a:lnTo>
                <a:lnTo>
                  <a:pt x="70301" y="45087"/>
                </a:lnTo>
                <a:close/>
              </a:path>
              <a:path w="70484" h="79375">
                <a:moveTo>
                  <a:pt x="35077" y="0"/>
                </a:moveTo>
                <a:lnTo>
                  <a:pt x="28700" y="0"/>
                </a:lnTo>
                <a:lnTo>
                  <a:pt x="22658" y="816"/>
                </a:lnTo>
                <a:lnTo>
                  <a:pt x="11256" y="4104"/>
                </a:lnTo>
                <a:lnTo>
                  <a:pt x="6376" y="6471"/>
                </a:lnTo>
                <a:lnTo>
                  <a:pt x="2324" y="9570"/>
                </a:lnTo>
                <a:lnTo>
                  <a:pt x="9413" y="22753"/>
                </a:lnTo>
                <a:lnTo>
                  <a:pt x="12313" y="20334"/>
                </a:lnTo>
                <a:lnTo>
                  <a:pt x="15867" y="18458"/>
                </a:lnTo>
                <a:lnTo>
                  <a:pt x="24281" y="15748"/>
                </a:lnTo>
                <a:lnTo>
                  <a:pt x="28554" y="15067"/>
                </a:lnTo>
                <a:lnTo>
                  <a:pt x="66341" y="15067"/>
                </a:lnTo>
                <a:lnTo>
                  <a:pt x="65208" y="12801"/>
                </a:lnTo>
                <a:lnTo>
                  <a:pt x="61244" y="8188"/>
                </a:lnTo>
                <a:lnTo>
                  <a:pt x="56214" y="4602"/>
                </a:lnTo>
                <a:lnTo>
                  <a:pt x="50175" y="2044"/>
                </a:lnTo>
                <a:lnTo>
                  <a:pt x="43128" y="510"/>
                </a:lnTo>
                <a:lnTo>
                  <a:pt x="35077" y="0"/>
                </a:lnTo>
                <a:close/>
              </a:path>
            </a:pathLst>
          </a:custGeom>
          <a:solidFill>
            <a:srgbClr val="FFFFFF"/>
          </a:solidFill>
        </p:spPr>
        <p:txBody>
          <a:bodyPr wrap="square" lIns="0" tIns="0" rIns="0" bIns="0" rtlCol="0"/>
          <a:lstStyle/>
          <a:p>
            <a:endParaRPr/>
          </a:p>
        </p:txBody>
      </p:sp>
      <p:sp>
        <p:nvSpPr>
          <p:cNvPr id="432" name="object 114">
            <a:extLst>
              <a:ext uri="{FF2B5EF4-FFF2-40B4-BE49-F238E27FC236}">
                <a16:creationId xmlns:a16="http://schemas.microsoft.com/office/drawing/2014/main" id="{27615156-7F14-442B-9222-60608C17DC20}"/>
              </a:ext>
            </a:extLst>
          </p:cNvPr>
          <p:cNvSpPr/>
          <p:nvPr/>
        </p:nvSpPr>
        <p:spPr>
          <a:xfrm>
            <a:off x="10982813" y="3562856"/>
            <a:ext cx="74930" cy="79375"/>
          </a:xfrm>
          <a:custGeom>
            <a:avLst/>
            <a:gdLst/>
            <a:ahLst/>
            <a:cxnLst/>
            <a:rect l="l" t="t" r="r" b="b"/>
            <a:pathLst>
              <a:path w="74929" h="79375">
                <a:moveTo>
                  <a:pt x="49516" y="0"/>
                </a:moveTo>
                <a:lnTo>
                  <a:pt x="33768" y="0"/>
                </a:lnTo>
                <a:lnTo>
                  <a:pt x="26543" y="1696"/>
                </a:lnTo>
                <a:lnTo>
                  <a:pt x="13884" y="8460"/>
                </a:lnTo>
                <a:lnTo>
                  <a:pt x="8931" y="13151"/>
                </a:lnTo>
                <a:lnTo>
                  <a:pt x="1769" y="25130"/>
                </a:lnTo>
                <a:lnTo>
                  <a:pt x="0" y="31936"/>
                </a:lnTo>
                <a:lnTo>
                  <a:pt x="0" y="47213"/>
                </a:lnTo>
                <a:lnTo>
                  <a:pt x="26658" y="77599"/>
                </a:lnTo>
                <a:lnTo>
                  <a:pt x="33862" y="79296"/>
                </a:lnTo>
                <a:lnTo>
                  <a:pt x="49422" y="79296"/>
                </a:lnTo>
                <a:lnTo>
                  <a:pt x="56071" y="77725"/>
                </a:lnTo>
                <a:lnTo>
                  <a:pt x="67568" y="71442"/>
                </a:lnTo>
                <a:lnTo>
                  <a:pt x="71945" y="66971"/>
                </a:lnTo>
                <a:lnTo>
                  <a:pt x="73588" y="63778"/>
                </a:lnTo>
                <a:lnTo>
                  <a:pt x="34878" y="63778"/>
                </a:lnTo>
                <a:lnTo>
                  <a:pt x="29245" y="61589"/>
                </a:lnTo>
                <a:lnTo>
                  <a:pt x="20460" y="52794"/>
                </a:lnTo>
                <a:lnTo>
                  <a:pt x="18370" y="47213"/>
                </a:lnTo>
                <a:lnTo>
                  <a:pt x="18372" y="31936"/>
                </a:lnTo>
                <a:lnTo>
                  <a:pt x="20481" y="26365"/>
                </a:lnTo>
                <a:lnTo>
                  <a:pt x="29370" y="17570"/>
                </a:lnTo>
                <a:lnTo>
                  <a:pt x="34972" y="15371"/>
                </a:lnTo>
                <a:lnTo>
                  <a:pt x="73633" y="15371"/>
                </a:lnTo>
                <a:lnTo>
                  <a:pt x="72039" y="12177"/>
                </a:lnTo>
                <a:lnTo>
                  <a:pt x="67704" y="7737"/>
                </a:lnTo>
                <a:lnTo>
                  <a:pt x="56207" y="1539"/>
                </a:lnTo>
                <a:lnTo>
                  <a:pt x="49516" y="0"/>
                </a:lnTo>
                <a:close/>
              </a:path>
              <a:path w="74929" h="79375">
                <a:moveTo>
                  <a:pt x="61013" y="53055"/>
                </a:moveTo>
                <a:lnTo>
                  <a:pt x="58794" y="56637"/>
                </a:lnTo>
                <a:lnTo>
                  <a:pt x="56019" y="59317"/>
                </a:lnTo>
                <a:lnTo>
                  <a:pt x="49349" y="62898"/>
                </a:lnTo>
                <a:lnTo>
                  <a:pt x="45694" y="63778"/>
                </a:lnTo>
                <a:lnTo>
                  <a:pt x="73588" y="63778"/>
                </a:lnTo>
                <a:lnTo>
                  <a:pt x="74929" y="61170"/>
                </a:lnTo>
                <a:lnTo>
                  <a:pt x="61013" y="53055"/>
                </a:lnTo>
                <a:close/>
              </a:path>
              <a:path w="74929" h="79375">
                <a:moveTo>
                  <a:pt x="73633" y="15371"/>
                </a:moveTo>
                <a:lnTo>
                  <a:pt x="45694" y="15371"/>
                </a:lnTo>
                <a:lnTo>
                  <a:pt x="49349" y="16261"/>
                </a:lnTo>
                <a:lnTo>
                  <a:pt x="56019" y="19831"/>
                </a:lnTo>
                <a:lnTo>
                  <a:pt x="58794" y="22522"/>
                </a:lnTo>
                <a:lnTo>
                  <a:pt x="61013" y="26093"/>
                </a:lnTo>
                <a:lnTo>
                  <a:pt x="74929" y="17968"/>
                </a:lnTo>
                <a:lnTo>
                  <a:pt x="73633" y="15371"/>
                </a:lnTo>
                <a:close/>
              </a:path>
            </a:pathLst>
          </a:custGeom>
          <a:solidFill>
            <a:srgbClr val="FFFFFF"/>
          </a:solidFill>
        </p:spPr>
        <p:txBody>
          <a:bodyPr wrap="square" lIns="0" tIns="0" rIns="0" bIns="0" rtlCol="0"/>
          <a:lstStyle/>
          <a:p>
            <a:endParaRPr/>
          </a:p>
        </p:txBody>
      </p:sp>
      <p:sp>
        <p:nvSpPr>
          <p:cNvPr id="433" name="object 115">
            <a:extLst>
              <a:ext uri="{FF2B5EF4-FFF2-40B4-BE49-F238E27FC236}">
                <a16:creationId xmlns:a16="http://schemas.microsoft.com/office/drawing/2014/main" id="{2A7F41B3-3D05-4B0E-9D43-DE7DD0A308F4}"/>
              </a:ext>
            </a:extLst>
          </p:cNvPr>
          <p:cNvSpPr/>
          <p:nvPr/>
        </p:nvSpPr>
        <p:spPr>
          <a:xfrm>
            <a:off x="11069782" y="3533579"/>
            <a:ext cx="80645" cy="107950"/>
          </a:xfrm>
          <a:custGeom>
            <a:avLst/>
            <a:gdLst/>
            <a:ahLst/>
            <a:cxnLst/>
            <a:rect l="l" t="t" r="r" b="b"/>
            <a:pathLst>
              <a:path w="80645" h="107950">
                <a:moveTo>
                  <a:pt x="18114" y="0"/>
                </a:moveTo>
                <a:lnTo>
                  <a:pt x="0" y="0"/>
                </a:lnTo>
                <a:lnTo>
                  <a:pt x="0" y="107556"/>
                </a:lnTo>
                <a:lnTo>
                  <a:pt x="18114" y="107556"/>
                </a:lnTo>
                <a:lnTo>
                  <a:pt x="18114" y="87117"/>
                </a:lnTo>
                <a:lnTo>
                  <a:pt x="31601" y="74364"/>
                </a:lnTo>
                <a:lnTo>
                  <a:pt x="54328" y="74364"/>
                </a:lnTo>
                <a:lnTo>
                  <a:pt x="46909" y="64940"/>
                </a:lnTo>
                <a:lnTo>
                  <a:pt x="18114" y="64940"/>
                </a:lnTo>
                <a:lnTo>
                  <a:pt x="18114" y="0"/>
                </a:lnTo>
                <a:close/>
              </a:path>
              <a:path w="80645" h="107950">
                <a:moveTo>
                  <a:pt x="54328" y="74364"/>
                </a:moveTo>
                <a:lnTo>
                  <a:pt x="31601" y="74364"/>
                </a:lnTo>
                <a:lnTo>
                  <a:pt x="58427" y="107556"/>
                </a:lnTo>
                <a:lnTo>
                  <a:pt x="80458" y="107556"/>
                </a:lnTo>
                <a:lnTo>
                  <a:pt x="54328" y="74364"/>
                </a:lnTo>
                <a:close/>
              </a:path>
              <a:path w="80645" h="107950">
                <a:moveTo>
                  <a:pt x="77411" y="30145"/>
                </a:moveTo>
                <a:lnTo>
                  <a:pt x="55663" y="30145"/>
                </a:lnTo>
                <a:lnTo>
                  <a:pt x="18114" y="64940"/>
                </a:lnTo>
                <a:lnTo>
                  <a:pt x="46909" y="64940"/>
                </a:lnTo>
                <a:lnTo>
                  <a:pt x="45087" y="62626"/>
                </a:lnTo>
                <a:lnTo>
                  <a:pt x="77411" y="30145"/>
                </a:lnTo>
                <a:close/>
              </a:path>
            </a:pathLst>
          </a:custGeom>
          <a:solidFill>
            <a:srgbClr val="FFFFFF"/>
          </a:solidFill>
        </p:spPr>
        <p:txBody>
          <a:bodyPr wrap="square" lIns="0" tIns="0" rIns="0" bIns="0" rtlCol="0"/>
          <a:lstStyle/>
          <a:p>
            <a:endParaRPr/>
          </a:p>
        </p:txBody>
      </p:sp>
      <p:sp>
        <p:nvSpPr>
          <p:cNvPr id="434" name="object 116">
            <a:extLst>
              <a:ext uri="{FF2B5EF4-FFF2-40B4-BE49-F238E27FC236}">
                <a16:creationId xmlns:a16="http://schemas.microsoft.com/office/drawing/2014/main" id="{CC871570-EADB-4F3B-94DF-6A389A15C87A}"/>
              </a:ext>
            </a:extLst>
          </p:cNvPr>
          <p:cNvSpPr/>
          <p:nvPr/>
        </p:nvSpPr>
        <p:spPr>
          <a:xfrm>
            <a:off x="11168147" y="3533578"/>
            <a:ext cx="0" cy="107950"/>
          </a:xfrm>
          <a:custGeom>
            <a:avLst/>
            <a:gdLst/>
            <a:ahLst/>
            <a:cxnLst/>
            <a:rect l="l" t="t" r="r" b="b"/>
            <a:pathLst>
              <a:path h="107950">
                <a:moveTo>
                  <a:pt x="0" y="0"/>
                </a:moveTo>
                <a:lnTo>
                  <a:pt x="0" y="107567"/>
                </a:lnTo>
              </a:path>
            </a:pathLst>
          </a:custGeom>
          <a:ln w="18125">
            <a:solidFill>
              <a:srgbClr val="FFFFFF"/>
            </a:solidFill>
          </a:ln>
        </p:spPr>
        <p:txBody>
          <a:bodyPr wrap="square" lIns="0" tIns="0" rIns="0" bIns="0" rtlCol="0"/>
          <a:lstStyle/>
          <a:p>
            <a:endParaRPr/>
          </a:p>
        </p:txBody>
      </p:sp>
      <p:sp>
        <p:nvSpPr>
          <p:cNvPr id="435" name="object 117">
            <a:extLst>
              <a:ext uri="{FF2B5EF4-FFF2-40B4-BE49-F238E27FC236}">
                <a16:creationId xmlns:a16="http://schemas.microsoft.com/office/drawing/2014/main" id="{AEF81554-4AF8-4BA9-AF2A-F5F66DCE9E6A}"/>
              </a:ext>
            </a:extLst>
          </p:cNvPr>
          <p:cNvSpPr/>
          <p:nvPr/>
        </p:nvSpPr>
        <p:spPr>
          <a:xfrm>
            <a:off x="11191701" y="3562860"/>
            <a:ext cx="82550" cy="79375"/>
          </a:xfrm>
          <a:custGeom>
            <a:avLst/>
            <a:gdLst/>
            <a:ahLst/>
            <a:cxnLst/>
            <a:rect l="l" t="t" r="r" b="b"/>
            <a:pathLst>
              <a:path w="82550" h="79375">
                <a:moveTo>
                  <a:pt x="49087" y="0"/>
                </a:moveTo>
                <a:lnTo>
                  <a:pt x="33339" y="0"/>
                </a:lnTo>
                <a:lnTo>
                  <a:pt x="26271" y="1696"/>
                </a:lnTo>
                <a:lnTo>
                  <a:pt x="13716" y="8450"/>
                </a:lnTo>
                <a:lnTo>
                  <a:pt x="8806" y="13140"/>
                </a:lnTo>
                <a:lnTo>
                  <a:pt x="1759" y="25119"/>
                </a:lnTo>
                <a:lnTo>
                  <a:pt x="0" y="31936"/>
                </a:lnTo>
                <a:lnTo>
                  <a:pt x="0" y="47202"/>
                </a:lnTo>
                <a:lnTo>
                  <a:pt x="26271" y="77599"/>
                </a:lnTo>
                <a:lnTo>
                  <a:pt x="33339" y="79285"/>
                </a:lnTo>
                <a:lnTo>
                  <a:pt x="49087" y="79285"/>
                </a:lnTo>
                <a:lnTo>
                  <a:pt x="56186" y="77599"/>
                </a:lnTo>
                <a:lnTo>
                  <a:pt x="68762" y="70835"/>
                </a:lnTo>
                <a:lnTo>
                  <a:pt x="73662" y="66123"/>
                </a:lnTo>
                <a:lnTo>
                  <a:pt x="75031" y="63778"/>
                </a:lnTo>
                <a:lnTo>
                  <a:pt x="34501" y="63778"/>
                </a:lnTo>
                <a:lnTo>
                  <a:pt x="29014" y="61558"/>
                </a:lnTo>
                <a:lnTo>
                  <a:pt x="20407" y="52668"/>
                </a:lnTo>
                <a:lnTo>
                  <a:pt x="18250" y="46825"/>
                </a:lnTo>
                <a:lnTo>
                  <a:pt x="18250" y="32323"/>
                </a:lnTo>
                <a:lnTo>
                  <a:pt x="20407" y="26480"/>
                </a:lnTo>
                <a:lnTo>
                  <a:pt x="29014" y="17591"/>
                </a:lnTo>
                <a:lnTo>
                  <a:pt x="34501" y="15360"/>
                </a:lnTo>
                <a:lnTo>
                  <a:pt x="74968" y="15360"/>
                </a:lnTo>
                <a:lnTo>
                  <a:pt x="73662" y="13140"/>
                </a:lnTo>
                <a:lnTo>
                  <a:pt x="68762" y="8450"/>
                </a:lnTo>
                <a:lnTo>
                  <a:pt x="56186" y="1696"/>
                </a:lnTo>
                <a:lnTo>
                  <a:pt x="49087" y="0"/>
                </a:lnTo>
                <a:close/>
              </a:path>
              <a:path w="82550" h="79375">
                <a:moveTo>
                  <a:pt x="74968" y="15360"/>
                </a:moveTo>
                <a:lnTo>
                  <a:pt x="47831" y="15360"/>
                </a:lnTo>
                <a:lnTo>
                  <a:pt x="53338" y="17591"/>
                </a:lnTo>
                <a:lnTo>
                  <a:pt x="62039" y="26480"/>
                </a:lnTo>
                <a:lnTo>
                  <a:pt x="64217" y="32323"/>
                </a:lnTo>
                <a:lnTo>
                  <a:pt x="64217" y="46825"/>
                </a:lnTo>
                <a:lnTo>
                  <a:pt x="62039" y="52668"/>
                </a:lnTo>
                <a:lnTo>
                  <a:pt x="53338" y="61558"/>
                </a:lnTo>
                <a:lnTo>
                  <a:pt x="47831" y="63778"/>
                </a:lnTo>
                <a:lnTo>
                  <a:pt x="75031" y="63778"/>
                </a:lnTo>
                <a:lnTo>
                  <a:pt x="80709" y="54050"/>
                </a:lnTo>
                <a:lnTo>
                  <a:pt x="82479" y="47202"/>
                </a:lnTo>
                <a:lnTo>
                  <a:pt x="82479" y="31936"/>
                </a:lnTo>
                <a:lnTo>
                  <a:pt x="80709" y="25119"/>
                </a:lnTo>
                <a:lnTo>
                  <a:pt x="74968" y="15360"/>
                </a:lnTo>
                <a:close/>
              </a:path>
            </a:pathLst>
          </a:custGeom>
          <a:solidFill>
            <a:srgbClr val="FFFFFF"/>
          </a:solidFill>
        </p:spPr>
        <p:txBody>
          <a:bodyPr wrap="square" lIns="0" tIns="0" rIns="0" bIns="0" rtlCol="0"/>
          <a:lstStyle/>
          <a:p>
            <a:endParaRPr/>
          </a:p>
        </p:txBody>
      </p:sp>
      <p:sp>
        <p:nvSpPr>
          <p:cNvPr id="436" name="object 118">
            <a:extLst>
              <a:ext uri="{FF2B5EF4-FFF2-40B4-BE49-F238E27FC236}">
                <a16:creationId xmlns:a16="http://schemas.microsoft.com/office/drawing/2014/main" id="{1F0E578D-107F-4073-9339-2DA1DED8D523}"/>
              </a:ext>
            </a:extLst>
          </p:cNvPr>
          <p:cNvSpPr/>
          <p:nvPr/>
        </p:nvSpPr>
        <p:spPr>
          <a:xfrm>
            <a:off x="11282287" y="3562855"/>
            <a:ext cx="83820" cy="107950"/>
          </a:xfrm>
          <a:custGeom>
            <a:avLst/>
            <a:gdLst/>
            <a:ahLst/>
            <a:cxnLst/>
            <a:rect l="l" t="t" r="r" b="b"/>
            <a:pathLst>
              <a:path w="83820" h="107950">
                <a:moveTo>
                  <a:pt x="11894" y="82772"/>
                </a:moveTo>
                <a:lnTo>
                  <a:pt x="3769" y="96405"/>
                </a:lnTo>
                <a:lnTo>
                  <a:pt x="8125" y="99976"/>
                </a:lnTo>
                <a:lnTo>
                  <a:pt x="13633" y="102708"/>
                </a:lnTo>
                <a:lnTo>
                  <a:pt x="26973" y="106478"/>
                </a:lnTo>
                <a:lnTo>
                  <a:pt x="34030" y="107420"/>
                </a:lnTo>
                <a:lnTo>
                  <a:pt x="41464" y="107420"/>
                </a:lnTo>
                <a:lnTo>
                  <a:pt x="59729" y="104866"/>
                </a:lnTo>
                <a:lnTo>
                  <a:pt x="72775" y="97202"/>
                </a:lnTo>
                <a:lnTo>
                  <a:pt x="75932" y="92049"/>
                </a:lnTo>
                <a:lnTo>
                  <a:pt x="35129" y="92049"/>
                </a:lnTo>
                <a:lnTo>
                  <a:pt x="29894" y="91211"/>
                </a:lnTo>
                <a:lnTo>
                  <a:pt x="19549" y="87829"/>
                </a:lnTo>
                <a:lnTo>
                  <a:pt x="15277" y="85578"/>
                </a:lnTo>
                <a:lnTo>
                  <a:pt x="11894" y="82772"/>
                </a:lnTo>
                <a:close/>
              </a:path>
              <a:path w="83820" h="107950">
                <a:moveTo>
                  <a:pt x="83212" y="64511"/>
                </a:moveTo>
                <a:lnTo>
                  <a:pt x="65097" y="64511"/>
                </a:lnTo>
                <a:lnTo>
                  <a:pt x="65097" y="76489"/>
                </a:lnTo>
                <a:lnTo>
                  <a:pt x="63108" y="82395"/>
                </a:lnTo>
                <a:lnTo>
                  <a:pt x="55181" y="90122"/>
                </a:lnTo>
                <a:lnTo>
                  <a:pt x="48961" y="92049"/>
                </a:lnTo>
                <a:lnTo>
                  <a:pt x="75932" y="92049"/>
                </a:lnTo>
                <a:lnTo>
                  <a:pt x="80602" y="84428"/>
                </a:lnTo>
                <a:lnTo>
                  <a:pt x="83152" y="66950"/>
                </a:lnTo>
                <a:lnTo>
                  <a:pt x="83212" y="64511"/>
                </a:lnTo>
                <a:close/>
              </a:path>
              <a:path w="83820" h="107950">
                <a:moveTo>
                  <a:pt x="44752" y="0"/>
                </a:moveTo>
                <a:lnTo>
                  <a:pt x="31810" y="0"/>
                </a:lnTo>
                <a:lnTo>
                  <a:pt x="25161" y="1549"/>
                </a:lnTo>
                <a:lnTo>
                  <a:pt x="13266" y="7737"/>
                </a:lnTo>
                <a:lnTo>
                  <a:pt x="8586" y="12104"/>
                </a:lnTo>
                <a:lnTo>
                  <a:pt x="1727" y="23412"/>
                </a:lnTo>
                <a:lnTo>
                  <a:pt x="0" y="29915"/>
                </a:lnTo>
                <a:lnTo>
                  <a:pt x="0" y="44605"/>
                </a:lnTo>
                <a:lnTo>
                  <a:pt x="25161" y="73233"/>
                </a:lnTo>
                <a:lnTo>
                  <a:pt x="31810" y="74804"/>
                </a:lnTo>
                <a:lnTo>
                  <a:pt x="44459" y="74804"/>
                </a:lnTo>
                <a:lnTo>
                  <a:pt x="49349" y="73934"/>
                </a:lnTo>
                <a:lnTo>
                  <a:pt x="58239" y="70448"/>
                </a:lnTo>
                <a:lnTo>
                  <a:pt x="62008" y="67893"/>
                </a:lnTo>
                <a:lnTo>
                  <a:pt x="65097" y="64511"/>
                </a:lnTo>
                <a:lnTo>
                  <a:pt x="83212" y="64511"/>
                </a:lnTo>
                <a:lnTo>
                  <a:pt x="83212" y="59443"/>
                </a:lnTo>
                <a:lnTo>
                  <a:pt x="34941" y="59443"/>
                </a:lnTo>
                <a:lnTo>
                  <a:pt x="29266" y="57380"/>
                </a:lnTo>
                <a:lnTo>
                  <a:pt x="20470" y="49171"/>
                </a:lnTo>
                <a:lnTo>
                  <a:pt x="18271" y="43831"/>
                </a:lnTo>
                <a:lnTo>
                  <a:pt x="18271" y="30784"/>
                </a:lnTo>
                <a:lnTo>
                  <a:pt x="20470" y="25517"/>
                </a:lnTo>
                <a:lnTo>
                  <a:pt x="29266" y="17392"/>
                </a:lnTo>
                <a:lnTo>
                  <a:pt x="34941" y="15371"/>
                </a:lnTo>
                <a:lnTo>
                  <a:pt x="83212" y="15371"/>
                </a:lnTo>
                <a:lnTo>
                  <a:pt x="83212" y="11172"/>
                </a:lnTo>
                <a:lnTo>
                  <a:pt x="65966" y="11172"/>
                </a:lnTo>
                <a:lnTo>
                  <a:pt x="62877" y="7402"/>
                </a:lnTo>
                <a:lnTo>
                  <a:pt x="59024" y="4586"/>
                </a:lnTo>
                <a:lnTo>
                  <a:pt x="49851" y="921"/>
                </a:lnTo>
                <a:lnTo>
                  <a:pt x="44752" y="0"/>
                </a:lnTo>
                <a:close/>
              </a:path>
              <a:path w="83820" h="107950">
                <a:moveTo>
                  <a:pt x="83212" y="15371"/>
                </a:moveTo>
                <a:lnTo>
                  <a:pt x="48762" y="15371"/>
                </a:lnTo>
                <a:lnTo>
                  <a:pt x="54396" y="17392"/>
                </a:lnTo>
                <a:lnTo>
                  <a:pt x="63191" y="25517"/>
                </a:lnTo>
                <a:lnTo>
                  <a:pt x="65390" y="30784"/>
                </a:lnTo>
                <a:lnTo>
                  <a:pt x="65390" y="43831"/>
                </a:lnTo>
                <a:lnTo>
                  <a:pt x="63191" y="49171"/>
                </a:lnTo>
                <a:lnTo>
                  <a:pt x="54396" y="57380"/>
                </a:lnTo>
                <a:lnTo>
                  <a:pt x="48762" y="59443"/>
                </a:lnTo>
                <a:lnTo>
                  <a:pt x="83212" y="59443"/>
                </a:lnTo>
                <a:lnTo>
                  <a:pt x="83212" y="15371"/>
                </a:lnTo>
                <a:close/>
              </a:path>
              <a:path w="83820" h="107950">
                <a:moveTo>
                  <a:pt x="83212" y="869"/>
                </a:moveTo>
                <a:lnTo>
                  <a:pt x="65966" y="869"/>
                </a:lnTo>
                <a:lnTo>
                  <a:pt x="65966" y="11172"/>
                </a:lnTo>
                <a:lnTo>
                  <a:pt x="83212" y="11172"/>
                </a:lnTo>
                <a:lnTo>
                  <a:pt x="83212" y="869"/>
                </a:lnTo>
                <a:close/>
              </a:path>
            </a:pathLst>
          </a:custGeom>
          <a:solidFill>
            <a:srgbClr val="FFFFFF"/>
          </a:solidFill>
        </p:spPr>
        <p:txBody>
          <a:bodyPr wrap="square" lIns="0" tIns="0" rIns="0" bIns="0" rtlCol="0"/>
          <a:lstStyle/>
          <a:p>
            <a:endParaRPr/>
          </a:p>
        </p:txBody>
      </p:sp>
      <p:sp>
        <p:nvSpPr>
          <p:cNvPr id="437" name="object 119">
            <a:extLst>
              <a:ext uri="{FF2B5EF4-FFF2-40B4-BE49-F238E27FC236}">
                <a16:creationId xmlns:a16="http://schemas.microsoft.com/office/drawing/2014/main" id="{AD3EB828-4487-4F3E-8DEB-86175392EEF6}"/>
              </a:ext>
            </a:extLst>
          </p:cNvPr>
          <p:cNvSpPr/>
          <p:nvPr/>
        </p:nvSpPr>
        <p:spPr>
          <a:xfrm>
            <a:off x="11120290" y="2627557"/>
            <a:ext cx="140970" cy="210185"/>
          </a:xfrm>
          <a:custGeom>
            <a:avLst/>
            <a:gdLst/>
            <a:ahLst/>
            <a:cxnLst/>
            <a:rect l="l" t="t" r="r" b="b"/>
            <a:pathLst>
              <a:path w="140970" h="210185">
                <a:moveTo>
                  <a:pt x="0" y="0"/>
                </a:moveTo>
                <a:lnTo>
                  <a:pt x="0" y="139911"/>
                </a:lnTo>
                <a:lnTo>
                  <a:pt x="121169" y="209867"/>
                </a:lnTo>
                <a:lnTo>
                  <a:pt x="140917" y="137608"/>
                </a:lnTo>
                <a:lnTo>
                  <a:pt x="121169" y="69955"/>
                </a:lnTo>
                <a:lnTo>
                  <a:pt x="73840" y="19538"/>
                </a:lnTo>
                <a:lnTo>
                  <a:pt x="0" y="0"/>
                </a:lnTo>
                <a:close/>
              </a:path>
            </a:pathLst>
          </a:custGeom>
          <a:solidFill>
            <a:srgbClr val="FDC583"/>
          </a:solidFill>
        </p:spPr>
        <p:txBody>
          <a:bodyPr wrap="square" lIns="0" tIns="0" rIns="0" bIns="0" rtlCol="0"/>
          <a:lstStyle/>
          <a:p>
            <a:endParaRPr/>
          </a:p>
        </p:txBody>
      </p:sp>
      <p:sp>
        <p:nvSpPr>
          <p:cNvPr id="438" name="object 120">
            <a:extLst>
              <a:ext uri="{FF2B5EF4-FFF2-40B4-BE49-F238E27FC236}">
                <a16:creationId xmlns:a16="http://schemas.microsoft.com/office/drawing/2014/main" id="{008CB929-8C8E-4B79-903C-7976998C3114}"/>
              </a:ext>
            </a:extLst>
          </p:cNvPr>
          <p:cNvSpPr/>
          <p:nvPr/>
        </p:nvSpPr>
        <p:spPr>
          <a:xfrm>
            <a:off x="11241459" y="2627560"/>
            <a:ext cx="121285" cy="210185"/>
          </a:xfrm>
          <a:custGeom>
            <a:avLst/>
            <a:gdLst/>
            <a:ahLst/>
            <a:cxnLst/>
            <a:rect l="l" t="t" r="r" b="b"/>
            <a:pathLst>
              <a:path w="121284" h="210185">
                <a:moveTo>
                  <a:pt x="121169" y="0"/>
                </a:moveTo>
                <a:lnTo>
                  <a:pt x="44574" y="17957"/>
                </a:lnTo>
                <a:lnTo>
                  <a:pt x="0" y="69955"/>
                </a:lnTo>
                <a:lnTo>
                  <a:pt x="0" y="209867"/>
                </a:lnTo>
                <a:lnTo>
                  <a:pt x="121169" y="139911"/>
                </a:lnTo>
                <a:lnTo>
                  <a:pt x="121169" y="0"/>
                </a:lnTo>
                <a:close/>
              </a:path>
            </a:pathLst>
          </a:custGeom>
          <a:solidFill>
            <a:srgbClr val="F89635"/>
          </a:solidFill>
        </p:spPr>
        <p:txBody>
          <a:bodyPr wrap="square" lIns="0" tIns="0" rIns="0" bIns="0" rtlCol="0"/>
          <a:lstStyle/>
          <a:p>
            <a:endParaRPr/>
          </a:p>
        </p:txBody>
      </p:sp>
      <p:sp>
        <p:nvSpPr>
          <p:cNvPr id="439" name="object 121">
            <a:extLst>
              <a:ext uri="{FF2B5EF4-FFF2-40B4-BE49-F238E27FC236}">
                <a16:creationId xmlns:a16="http://schemas.microsoft.com/office/drawing/2014/main" id="{D5712277-A432-42A8-8317-12445AA56FF8}"/>
              </a:ext>
            </a:extLst>
          </p:cNvPr>
          <p:cNvSpPr/>
          <p:nvPr/>
        </p:nvSpPr>
        <p:spPr>
          <a:xfrm>
            <a:off x="11120291" y="2557604"/>
            <a:ext cx="242570" cy="140335"/>
          </a:xfrm>
          <a:custGeom>
            <a:avLst/>
            <a:gdLst/>
            <a:ahLst/>
            <a:cxnLst/>
            <a:rect l="l" t="t" r="r" b="b"/>
            <a:pathLst>
              <a:path w="242570" h="140335">
                <a:moveTo>
                  <a:pt x="121169" y="0"/>
                </a:moveTo>
                <a:lnTo>
                  <a:pt x="0" y="69955"/>
                </a:lnTo>
                <a:lnTo>
                  <a:pt x="121169" y="139911"/>
                </a:lnTo>
                <a:lnTo>
                  <a:pt x="242338" y="69955"/>
                </a:lnTo>
                <a:lnTo>
                  <a:pt x="121169" y="0"/>
                </a:lnTo>
                <a:close/>
              </a:path>
            </a:pathLst>
          </a:custGeom>
          <a:solidFill>
            <a:srgbClr val="EED19F"/>
          </a:solidFill>
        </p:spPr>
        <p:txBody>
          <a:bodyPr wrap="square" lIns="0" tIns="0" rIns="0" bIns="0" rtlCol="0"/>
          <a:lstStyle/>
          <a:p>
            <a:endParaRPr/>
          </a:p>
        </p:txBody>
      </p:sp>
      <p:sp>
        <p:nvSpPr>
          <p:cNvPr id="440" name="object 122">
            <a:extLst>
              <a:ext uri="{FF2B5EF4-FFF2-40B4-BE49-F238E27FC236}">
                <a16:creationId xmlns:a16="http://schemas.microsoft.com/office/drawing/2014/main" id="{79A09114-91C7-4B24-AD93-0E78B7A3C7C6}"/>
              </a:ext>
            </a:extLst>
          </p:cNvPr>
          <p:cNvSpPr/>
          <p:nvPr/>
        </p:nvSpPr>
        <p:spPr>
          <a:xfrm>
            <a:off x="10974888" y="2711507"/>
            <a:ext cx="140970" cy="210185"/>
          </a:xfrm>
          <a:custGeom>
            <a:avLst/>
            <a:gdLst/>
            <a:ahLst/>
            <a:cxnLst/>
            <a:rect l="l" t="t" r="r" b="b"/>
            <a:pathLst>
              <a:path w="140970" h="210185">
                <a:moveTo>
                  <a:pt x="0" y="0"/>
                </a:moveTo>
                <a:lnTo>
                  <a:pt x="0" y="139911"/>
                </a:lnTo>
                <a:lnTo>
                  <a:pt x="121169" y="209867"/>
                </a:lnTo>
                <a:lnTo>
                  <a:pt x="140927" y="137597"/>
                </a:lnTo>
                <a:lnTo>
                  <a:pt x="121169" y="69955"/>
                </a:lnTo>
                <a:lnTo>
                  <a:pt x="73851" y="19538"/>
                </a:lnTo>
                <a:lnTo>
                  <a:pt x="0" y="0"/>
                </a:lnTo>
                <a:close/>
              </a:path>
            </a:pathLst>
          </a:custGeom>
          <a:solidFill>
            <a:srgbClr val="E6E7E8"/>
          </a:solidFill>
        </p:spPr>
        <p:txBody>
          <a:bodyPr wrap="square" lIns="0" tIns="0" rIns="0" bIns="0" rtlCol="0"/>
          <a:lstStyle/>
          <a:p>
            <a:endParaRPr/>
          </a:p>
        </p:txBody>
      </p:sp>
      <p:sp>
        <p:nvSpPr>
          <p:cNvPr id="441" name="object 123">
            <a:extLst>
              <a:ext uri="{FF2B5EF4-FFF2-40B4-BE49-F238E27FC236}">
                <a16:creationId xmlns:a16="http://schemas.microsoft.com/office/drawing/2014/main" id="{B97264D0-91E1-4E85-9FB4-A837F8CBF9D2}"/>
              </a:ext>
            </a:extLst>
          </p:cNvPr>
          <p:cNvSpPr/>
          <p:nvPr/>
        </p:nvSpPr>
        <p:spPr>
          <a:xfrm>
            <a:off x="11096058" y="2711502"/>
            <a:ext cx="121285" cy="210185"/>
          </a:xfrm>
          <a:custGeom>
            <a:avLst/>
            <a:gdLst/>
            <a:ahLst/>
            <a:cxnLst/>
            <a:rect l="l" t="t" r="r" b="b"/>
            <a:pathLst>
              <a:path w="121284" h="210185">
                <a:moveTo>
                  <a:pt x="121169" y="0"/>
                </a:moveTo>
                <a:lnTo>
                  <a:pt x="44574" y="17957"/>
                </a:lnTo>
                <a:lnTo>
                  <a:pt x="0" y="69955"/>
                </a:lnTo>
                <a:lnTo>
                  <a:pt x="0" y="209867"/>
                </a:lnTo>
                <a:lnTo>
                  <a:pt x="121169" y="139911"/>
                </a:lnTo>
                <a:lnTo>
                  <a:pt x="121169" y="0"/>
                </a:lnTo>
                <a:close/>
              </a:path>
            </a:pathLst>
          </a:custGeom>
          <a:solidFill>
            <a:srgbClr val="CCCCCC"/>
          </a:solidFill>
        </p:spPr>
        <p:txBody>
          <a:bodyPr wrap="square" lIns="0" tIns="0" rIns="0" bIns="0" rtlCol="0"/>
          <a:lstStyle/>
          <a:p>
            <a:endParaRPr/>
          </a:p>
        </p:txBody>
      </p:sp>
      <p:sp>
        <p:nvSpPr>
          <p:cNvPr id="442" name="object 124">
            <a:extLst>
              <a:ext uri="{FF2B5EF4-FFF2-40B4-BE49-F238E27FC236}">
                <a16:creationId xmlns:a16="http://schemas.microsoft.com/office/drawing/2014/main" id="{EDD1A5B6-1A65-40F5-8E8C-15D084DEA4B2}"/>
              </a:ext>
            </a:extLst>
          </p:cNvPr>
          <p:cNvSpPr/>
          <p:nvPr/>
        </p:nvSpPr>
        <p:spPr>
          <a:xfrm>
            <a:off x="10974889" y="2641546"/>
            <a:ext cx="242570" cy="140335"/>
          </a:xfrm>
          <a:custGeom>
            <a:avLst/>
            <a:gdLst/>
            <a:ahLst/>
            <a:cxnLst/>
            <a:rect l="l" t="t" r="r" b="b"/>
            <a:pathLst>
              <a:path w="242570" h="140335">
                <a:moveTo>
                  <a:pt x="121169" y="0"/>
                </a:moveTo>
                <a:lnTo>
                  <a:pt x="0" y="69955"/>
                </a:lnTo>
                <a:lnTo>
                  <a:pt x="121169" y="139911"/>
                </a:lnTo>
                <a:lnTo>
                  <a:pt x="242338" y="69955"/>
                </a:lnTo>
                <a:lnTo>
                  <a:pt x="121169" y="0"/>
                </a:lnTo>
                <a:close/>
              </a:path>
            </a:pathLst>
          </a:custGeom>
          <a:solidFill>
            <a:srgbClr val="BCBEC0"/>
          </a:solidFill>
        </p:spPr>
        <p:txBody>
          <a:bodyPr wrap="square" lIns="0" tIns="0" rIns="0" bIns="0" rtlCol="0"/>
          <a:lstStyle/>
          <a:p>
            <a:endParaRPr/>
          </a:p>
        </p:txBody>
      </p:sp>
      <p:sp>
        <p:nvSpPr>
          <p:cNvPr id="443" name="object 125">
            <a:extLst>
              <a:ext uri="{FF2B5EF4-FFF2-40B4-BE49-F238E27FC236}">
                <a16:creationId xmlns:a16="http://schemas.microsoft.com/office/drawing/2014/main" id="{52D1F368-4106-4826-BB1F-4B70F0B98924}"/>
              </a:ext>
            </a:extLst>
          </p:cNvPr>
          <p:cNvSpPr/>
          <p:nvPr/>
        </p:nvSpPr>
        <p:spPr>
          <a:xfrm>
            <a:off x="10829480" y="2795459"/>
            <a:ext cx="140970" cy="210185"/>
          </a:xfrm>
          <a:custGeom>
            <a:avLst/>
            <a:gdLst/>
            <a:ahLst/>
            <a:cxnLst/>
            <a:rect l="l" t="t" r="r" b="b"/>
            <a:pathLst>
              <a:path w="140970" h="210185">
                <a:moveTo>
                  <a:pt x="0" y="0"/>
                </a:moveTo>
                <a:lnTo>
                  <a:pt x="0" y="139911"/>
                </a:lnTo>
                <a:lnTo>
                  <a:pt x="121169" y="209867"/>
                </a:lnTo>
                <a:lnTo>
                  <a:pt x="140927" y="137597"/>
                </a:lnTo>
                <a:lnTo>
                  <a:pt x="121169" y="69955"/>
                </a:lnTo>
                <a:lnTo>
                  <a:pt x="73851" y="19528"/>
                </a:lnTo>
                <a:lnTo>
                  <a:pt x="0" y="0"/>
                </a:lnTo>
                <a:close/>
              </a:path>
            </a:pathLst>
          </a:custGeom>
          <a:solidFill>
            <a:srgbClr val="FDC583"/>
          </a:solidFill>
        </p:spPr>
        <p:txBody>
          <a:bodyPr wrap="square" lIns="0" tIns="0" rIns="0" bIns="0" rtlCol="0"/>
          <a:lstStyle/>
          <a:p>
            <a:endParaRPr/>
          </a:p>
        </p:txBody>
      </p:sp>
      <p:sp>
        <p:nvSpPr>
          <p:cNvPr id="444" name="object 126">
            <a:extLst>
              <a:ext uri="{FF2B5EF4-FFF2-40B4-BE49-F238E27FC236}">
                <a16:creationId xmlns:a16="http://schemas.microsoft.com/office/drawing/2014/main" id="{99EE56E7-6118-4AC9-B1AA-A7A4D203F47E}"/>
              </a:ext>
            </a:extLst>
          </p:cNvPr>
          <p:cNvSpPr/>
          <p:nvPr/>
        </p:nvSpPr>
        <p:spPr>
          <a:xfrm>
            <a:off x="10950649" y="2795454"/>
            <a:ext cx="121285" cy="210185"/>
          </a:xfrm>
          <a:custGeom>
            <a:avLst/>
            <a:gdLst/>
            <a:ahLst/>
            <a:cxnLst/>
            <a:rect l="l" t="t" r="r" b="b"/>
            <a:pathLst>
              <a:path w="121284" h="210185">
                <a:moveTo>
                  <a:pt x="121169" y="0"/>
                </a:moveTo>
                <a:lnTo>
                  <a:pt x="44585" y="17957"/>
                </a:lnTo>
                <a:lnTo>
                  <a:pt x="0" y="69955"/>
                </a:lnTo>
                <a:lnTo>
                  <a:pt x="0" y="209867"/>
                </a:lnTo>
                <a:lnTo>
                  <a:pt x="121169" y="139911"/>
                </a:lnTo>
                <a:lnTo>
                  <a:pt x="121169" y="0"/>
                </a:lnTo>
                <a:close/>
              </a:path>
            </a:pathLst>
          </a:custGeom>
          <a:solidFill>
            <a:srgbClr val="F89635"/>
          </a:solidFill>
        </p:spPr>
        <p:txBody>
          <a:bodyPr wrap="square" lIns="0" tIns="0" rIns="0" bIns="0" rtlCol="0"/>
          <a:lstStyle/>
          <a:p>
            <a:endParaRPr/>
          </a:p>
        </p:txBody>
      </p:sp>
      <p:sp>
        <p:nvSpPr>
          <p:cNvPr id="445" name="object 127">
            <a:extLst>
              <a:ext uri="{FF2B5EF4-FFF2-40B4-BE49-F238E27FC236}">
                <a16:creationId xmlns:a16="http://schemas.microsoft.com/office/drawing/2014/main" id="{67048A86-F41E-48E9-954A-909CAA2BCEDF}"/>
              </a:ext>
            </a:extLst>
          </p:cNvPr>
          <p:cNvSpPr/>
          <p:nvPr/>
        </p:nvSpPr>
        <p:spPr>
          <a:xfrm>
            <a:off x="10829480" y="2725498"/>
            <a:ext cx="242570" cy="140335"/>
          </a:xfrm>
          <a:custGeom>
            <a:avLst/>
            <a:gdLst/>
            <a:ahLst/>
            <a:cxnLst/>
            <a:rect l="l" t="t" r="r" b="b"/>
            <a:pathLst>
              <a:path w="242570" h="140335">
                <a:moveTo>
                  <a:pt x="121169" y="0"/>
                </a:moveTo>
                <a:lnTo>
                  <a:pt x="0" y="69955"/>
                </a:lnTo>
                <a:lnTo>
                  <a:pt x="121169" y="139911"/>
                </a:lnTo>
                <a:lnTo>
                  <a:pt x="242338" y="69955"/>
                </a:lnTo>
                <a:lnTo>
                  <a:pt x="121169" y="0"/>
                </a:lnTo>
                <a:close/>
              </a:path>
            </a:pathLst>
          </a:custGeom>
          <a:solidFill>
            <a:srgbClr val="EED19F"/>
          </a:solidFill>
        </p:spPr>
        <p:txBody>
          <a:bodyPr wrap="square" lIns="0" tIns="0" rIns="0" bIns="0" rtlCol="0"/>
          <a:lstStyle/>
          <a:p>
            <a:endParaRPr/>
          </a:p>
        </p:txBody>
      </p:sp>
      <p:sp>
        <p:nvSpPr>
          <p:cNvPr id="446" name="object 128">
            <a:extLst>
              <a:ext uri="{FF2B5EF4-FFF2-40B4-BE49-F238E27FC236}">
                <a16:creationId xmlns:a16="http://schemas.microsoft.com/office/drawing/2014/main" id="{98BCD747-4FBF-4113-B5BE-B727F902DF98}"/>
              </a:ext>
            </a:extLst>
          </p:cNvPr>
          <p:cNvSpPr/>
          <p:nvPr/>
        </p:nvSpPr>
        <p:spPr>
          <a:xfrm>
            <a:off x="11120290" y="2468984"/>
            <a:ext cx="140970" cy="210185"/>
          </a:xfrm>
          <a:custGeom>
            <a:avLst/>
            <a:gdLst/>
            <a:ahLst/>
            <a:cxnLst/>
            <a:rect l="l" t="t" r="r" b="b"/>
            <a:pathLst>
              <a:path w="140970" h="210185">
                <a:moveTo>
                  <a:pt x="0" y="0"/>
                </a:moveTo>
                <a:lnTo>
                  <a:pt x="0" y="139922"/>
                </a:lnTo>
                <a:lnTo>
                  <a:pt x="121169" y="209878"/>
                </a:lnTo>
                <a:lnTo>
                  <a:pt x="140917" y="137608"/>
                </a:lnTo>
                <a:lnTo>
                  <a:pt x="121169" y="69966"/>
                </a:lnTo>
                <a:lnTo>
                  <a:pt x="73840" y="19538"/>
                </a:lnTo>
                <a:lnTo>
                  <a:pt x="0" y="0"/>
                </a:lnTo>
                <a:close/>
              </a:path>
            </a:pathLst>
          </a:custGeom>
          <a:solidFill>
            <a:srgbClr val="00527E"/>
          </a:solidFill>
        </p:spPr>
        <p:txBody>
          <a:bodyPr wrap="square" lIns="0" tIns="0" rIns="0" bIns="0" rtlCol="0"/>
          <a:lstStyle/>
          <a:p>
            <a:endParaRPr/>
          </a:p>
        </p:txBody>
      </p:sp>
      <p:sp>
        <p:nvSpPr>
          <p:cNvPr id="447" name="object 129">
            <a:extLst>
              <a:ext uri="{FF2B5EF4-FFF2-40B4-BE49-F238E27FC236}">
                <a16:creationId xmlns:a16="http://schemas.microsoft.com/office/drawing/2014/main" id="{C932C207-91F4-42BC-A345-5E4A15548D6C}"/>
              </a:ext>
            </a:extLst>
          </p:cNvPr>
          <p:cNvSpPr/>
          <p:nvPr/>
        </p:nvSpPr>
        <p:spPr>
          <a:xfrm>
            <a:off x="11241459" y="2468989"/>
            <a:ext cx="121285" cy="210185"/>
          </a:xfrm>
          <a:custGeom>
            <a:avLst/>
            <a:gdLst/>
            <a:ahLst/>
            <a:cxnLst/>
            <a:rect l="l" t="t" r="r" b="b"/>
            <a:pathLst>
              <a:path w="121284" h="210185">
                <a:moveTo>
                  <a:pt x="121169" y="0"/>
                </a:moveTo>
                <a:lnTo>
                  <a:pt x="44574" y="17957"/>
                </a:lnTo>
                <a:lnTo>
                  <a:pt x="0" y="69955"/>
                </a:lnTo>
                <a:lnTo>
                  <a:pt x="0" y="209878"/>
                </a:lnTo>
                <a:lnTo>
                  <a:pt x="121169" y="139911"/>
                </a:lnTo>
                <a:lnTo>
                  <a:pt x="121169" y="0"/>
                </a:lnTo>
                <a:close/>
              </a:path>
            </a:pathLst>
          </a:custGeom>
          <a:solidFill>
            <a:srgbClr val="002B4C"/>
          </a:solidFill>
        </p:spPr>
        <p:txBody>
          <a:bodyPr wrap="square" lIns="0" tIns="0" rIns="0" bIns="0" rtlCol="0"/>
          <a:lstStyle/>
          <a:p>
            <a:endParaRPr/>
          </a:p>
        </p:txBody>
      </p:sp>
      <p:sp>
        <p:nvSpPr>
          <p:cNvPr id="448" name="object 130">
            <a:extLst>
              <a:ext uri="{FF2B5EF4-FFF2-40B4-BE49-F238E27FC236}">
                <a16:creationId xmlns:a16="http://schemas.microsoft.com/office/drawing/2014/main" id="{2BC03D8D-AA73-4F6C-B019-EE833DCECE0F}"/>
              </a:ext>
            </a:extLst>
          </p:cNvPr>
          <p:cNvSpPr/>
          <p:nvPr/>
        </p:nvSpPr>
        <p:spPr>
          <a:xfrm>
            <a:off x="11120291" y="2399033"/>
            <a:ext cx="242570" cy="140335"/>
          </a:xfrm>
          <a:custGeom>
            <a:avLst/>
            <a:gdLst/>
            <a:ahLst/>
            <a:cxnLst/>
            <a:rect l="l" t="t" r="r" b="b"/>
            <a:pathLst>
              <a:path w="242570" h="140335">
                <a:moveTo>
                  <a:pt x="121169" y="0"/>
                </a:moveTo>
                <a:lnTo>
                  <a:pt x="0" y="69955"/>
                </a:lnTo>
                <a:lnTo>
                  <a:pt x="121169" y="139911"/>
                </a:lnTo>
                <a:lnTo>
                  <a:pt x="242338" y="69955"/>
                </a:lnTo>
                <a:lnTo>
                  <a:pt x="121169" y="0"/>
                </a:lnTo>
                <a:close/>
              </a:path>
            </a:pathLst>
          </a:custGeom>
          <a:solidFill>
            <a:srgbClr val="00679C"/>
          </a:solidFill>
        </p:spPr>
        <p:txBody>
          <a:bodyPr wrap="square" lIns="0" tIns="0" rIns="0" bIns="0" rtlCol="0"/>
          <a:lstStyle/>
          <a:p>
            <a:endParaRPr/>
          </a:p>
        </p:txBody>
      </p:sp>
      <p:sp>
        <p:nvSpPr>
          <p:cNvPr id="449" name="object 131">
            <a:extLst>
              <a:ext uri="{FF2B5EF4-FFF2-40B4-BE49-F238E27FC236}">
                <a16:creationId xmlns:a16="http://schemas.microsoft.com/office/drawing/2014/main" id="{CDB97D31-CB6B-4DB9-9238-257D9DDAB87D}"/>
              </a:ext>
            </a:extLst>
          </p:cNvPr>
          <p:cNvSpPr/>
          <p:nvPr/>
        </p:nvSpPr>
        <p:spPr>
          <a:xfrm>
            <a:off x="10974888" y="2552938"/>
            <a:ext cx="140970" cy="210185"/>
          </a:xfrm>
          <a:custGeom>
            <a:avLst/>
            <a:gdLst/>
            <a:ahLst/>
            <a:cxnLst/>
            <a:rect l="l" t="t" r="r" b="b"/>
            <a:pathLst>
              <a:path w="140970" h="210185">
                <a:moveTo>
                  <a:pt x="0" y="0"/>
                </a:moveTo>
                <a:lnTo>
                  <a:pt x="0" y="139911"/>
                </a:lnTo>
                <a:lnTo>
                  <a:pt x="121169" y="209867"/>
                </a:lnTo>
                <a:lnTo>
                  <a:pt x="140927" y="137608"/>
                </a:lnTo>
                <a:lnTo>
                  <a:pt x="121169" y="69955"/>
                </a:lnTo>
                <a:lnTo>
                  <a:pt x="73851" y="19538"/>
                </a:lnTo>
                <a:lnTo>
                  <a:pt x="0" y="0"/>
                </a:lnTo>
                <a:close/>
              </a:path>
            </a:pathLst>
          </a:custGeom>
          <a:solidFill>
            <a:srgbClr val="0081BF"/>
          </a:solidFill>
        </p:spPr>
        <p:txBody>
          <a:bodyPr wrap="square" lIns="0" tIns="0" rIns="0" bIns="0" rtlCol="0"/>
          <a:lstStyle/>
          <a:p>
            <a:endParaRPr/>
          </a:p>
        </p:txBody>
      </p:sp>
      <p:sp>
        <p:nvSpPr>
          <p:cNvPr id="450" name="object 132">
            <a:extLst>
              <a:ext uri="{FF2B5EF4-FFF2-40B4-BE49-F238E27FC236}">
                <a16:creationId xmlns:a16="http://schemas.microsoft.com/office/drawing/2014/main" id="{CF3C1C89-5661-47F9-B390-C741BA1BCE65}"/>
              </a:ext>
            </a:extLst>
          </p:cNvPr>
          <p:cNvSpPr/>
          <p:nvPr/>
        </p:nvSpPr>
        <p:spPr>
          <a:xfrm>
            <a:off x="11096058" y="2552940"/>
            <a:ext cx="121285" cy="210185"/>
          </a:xfrm>
          <a:custGeom>
            <a:avLst/>
            <a:gdLst/>
            <a:ahLst/>
            <a:cxnLst/>
            <a:rect l="l" t="t" r="r" b="b"/>
            <a:pathLst>
              <a:path w="121284" h="210185">
                <a:moveTo>
                  <a:pt x="121169" y="0"/>
                </a:moveTo>
                <a:lnTo>
                  <a:pt x="44574" y="17957"/>
                </a:lnTo>
                <a:lnTo>
                  <a:pt x="0" y="69955"/>
                </a:lnTo>
                <a:lnTo>
                  <a:pt x="0" y="209867"/>
                </a:lnTo>
                <a:lnTo>
                  <a:pt x="121169" y="139911"/>
                </a:lnTo>
                <a:lnTo>
                  <a:pt x="121169" y="0"/>
                </a:lnTo>
                <a:close/>
              </a:path>
            </a:pathLst>
          </a:custGeom>
          <a:solidFill>
            <a:srgbClr val="005E95"/>
          </a:solidFill>
        </p:spPr>
        <p:txBody>
          <a:bodyPr wrap="square" lIns="0" tIns="0" rIns="0" bIns="0" rtlCol="0"/>
          <a:lstStyle/>
          <a:p>
            <a:endParaRPr/>
          </a:p>
        </p:txBody>
      </p:sp>
      <p:sp>
        <p:nvSpPr>
          <p:cNvPr id="451" name="object 133">
            <a:extLst>
              <a:ext uri="{FF2B5EF4-FFF2-40B4-BE49-F238E27FC236}">
                <a16:creationId xmlns:a16="http://schemas.microsoft.com/office/drawing/2014/main" id="{193899DD-E213-466C-9DB6-B0F3BBACF7CA}"/>
              </a:ext>
            </a:extLst>
          </p:cNvPr>
          <p:cNvSpPr/>
          <p:nvPr/>
        </p:nvSpPr>
        <p:spPr>
          <a:xfrm>
            <a:off x="10974889" y="2482984"/>
            <a:ext cx="242570" cy="140335"/>
          </a:xfrm>
          <a:custGeom>
            <a:avLst/>
            <a:gdLst/>
            <a:ahLst/>
            <a:cxnLst/>
            <a:rect l="l" t="t" r="r" b="b"/>
            <a:pathLst>
              <a:path w="242570" h="140335">
                <a:moveTo>
                  <a:pt x="121169" y="0"/>
                </a:moveTo>
                <a:lnTo>
                  <a:pt x="0" y="69955"/>
                </a:lnTo>
                <a:lnTo>
                  <a:pt x="121169" y="139911"/>
                </a:lnTo>
                <a:lnTo>
                  <a:pt x="242338" y="69955"/>
                </a:lnTo>
                <a:lnTo>
                  <a:pt x="121169" y="0"/>
                </a:lnTo>
                <a:close/>
              </a:path>
            </a:pathLst>
          </a:custGeom>
          <a:solidFill>
            <a:srgbClr val="2C96CE"/>
          </a:solidFill>
        </p:spPr>
        <p:txBody>
          <a:bodyPr wrap="square" lIns="0" tIns="0" rIns="0" bIns="0" rtlCol="0"/>
          <a:lstStyle/>
          <a:p>
            <a:endParaRPr/>
          </a:p>
        </p:txBody>
      </p:sp>
      <p:sp>
        <p:nvSpPr>
          <p:cNvPr id="452" name="object 134">
            <a:extLst>
              <a:ext uri="{FF2B5EF4-FFF2-40B4-BE49-F238E27FC236}">
                <a16:creationId xmlns:a16="http://schemas.microsoft.com/office/drawing/2014/main" id="{0ABFCC6C-5749-4575-80AA-45F02D4C62C7}"/>
              </a:ext>
            </a:extLst>
          </p:cNvPr>
          <p:cNvSpPr/>
          <p:nvPr/>
        </p:nvSpPr>
        <p:spPr>
          <a:xfrm>
            <a:off x="10829480" y="2636882"/>
            <a:ext cx="140970" cy="210185"/>
          </a:xfrm>
          <a:custGeom>
            <a:avLst/>
            <a:gdLst/>
            <a:ahLst/>
            <a:cxnLst/>
            <a:rect l="l" t="t" r="r" b="b"/>
            <a:pathLst>
              <a:path w="140970" h="210185">
                <a:moveTo>
                  <a:pt x="0" y="0"/>
                </a:moveTo>
                <a:lnTo>
                  <a:pt x="0" y="139911"/>
                </a:lnTo>
                <a:lnTo>
                  <a:pt x="121169" y="209867"/>
                </a:lnTo>
                <a:lnTo>
                  <a:pt x="140927" y="137618"/>
                </a:lnTo>
                <a:lnTo>
                  <a:pt x="121169" y="69955"/>
                </a:lnTo>
                <a:lnTo>
                  <a:pt x="73851" y="19538"/>
                </a:lnTo>
                <a:lnTo>
                  <a:pt x="0" y="0"/>
                </a:lnTo>
                <a:close/>
              </a:path>
            </a:pathLst>
          </a:custGeom>
          <a:solidFill>
            <a:srgbClr val="00527E"/>
          </a:solidFill>
        </p:spPr>
        <p:txBody>
          <a:bodyPr wrap="square" lIns="0" tIns="0" rIns="0" bIns="0" rtlCol="0"/>
          <a:lstStyle/>
          <a:p>
            <a:endParaRPr/>
          </a:p>
        </p:txBody>
      </p:sp>
      <p:sp>
        <p:nvSpPr>
          <p:cNvPr id="453" name="object 135">
            <a:extLst>
              <a:ext uri="{FF2B5EF4-FFF2-40B4-BE49-F238E27FC236}">
                <a16:creationId xmlns:a16="http://schemas.microsoft.com/office/drawing/2014/main" id="{3160B4D2-9CE2-49D5-809C-971D5DA56FA3}"/>
              </a:ext>
            </a:extLst>
          </p:cNvPr>
          <p:cNvSpPr/>
          <p:nvPr/>
        </p:nvSpPr>
        <p:spPr>
          <a:xfrm>
            <a:off x="10950649" y="2636884"/>
            <a:ext cx="121285" cy="210185"/>
          </a:xfrm>
          <a:custGeom>
            <a:avLst/>
            <a:gdLst/>
            <a:ahLst/>
            <a:cxnLst/>
            <a:rect l="l" t="t" r="r" b="b"/>
            <a:pathLst>
              <a:path w="121284" h="210185">
                <a:moveTo>
                  <a:pt x="121169" y="0"/>
                </a:moveTo>
                <a:lnTo>
                  <a:pt x="44585" y="17957"/>
                </a:lnTo>
                <a:lnTo>
                  <a:pt x="0" y="69955"/>
                </a:lnTo>
                <a:lnTo>
                  <a:pt x="0" y="209867"/>
                </a:lnTo>
                <a:lnTo>
                  <a:pt x="121169" y="139911"/>
                </a:lnTo>
                <a:lnTo>
                  <a:pt x="121169" y="0"/>
                </a:lnTo>
                <a:close/>
              </a:path>
            </a:pathLst>
          </a:custGeom>
          <a:solidFill>
            <a:srgbClr val="002B4C"/>
          </a:solidFill>
        </p:spPr>
        <p:txBody>
          <a:bodyPr wrap="square" lIns="0" tIns="0" rIns="0" bIns="0" rtlCol="0"/>
          <a:lstStyle/>
          <a:p>
            <a:endParaRPr/>
          </a:p>
        </p:txBody>
      </p:sp>
      <p:sp>
        <p:nvSpPr>
          <p:cNvPr id="454" name="object 136">
            <a:extLst>
              <a:ext uri="{FF2B5EF4-FFF2-40B4-BE49-F238E27FC236}">
                <a16:creationId xmlns:a16="http://schemas.microsoft.com/office/drawing/2014/main" id="{90CB9D7F-9FD4-478C-A14D-B28DCD5B1BAD}"/>
              </a:ext>
            </a:extLst>
          </p:cNvPr>
          <p:cNvSpPr/>
          <p:nvPr/>
        </p:nvSpPr>
        <p:spPr>
          <a:xfrm>
            <a:off x="10829480" y="2566928"/>
            <a:ext cx="242570" cy="140335"/>
          </a:xfrm>
          <a:custGeom>
            <a:avLst/>
            <a:gdLst/>
            <a:ahLst/>
            <a:cxnLst/>
            <a:rect l="l" t="t" r="r" b="b"/>
            <a:pathLst>
              <a:path w="242570" h="140335">
                <a:moveTo>
                  <a:pt x="121169" y="0"/>
                </a:moveTo>
                <a:lnTo>
                  <a:pt x="0" y="69955"/>
                </a:lnTo>
                <a:lnTo>
                  <a:pt x="121169" y="139911"/>
                </a:lnTo>
                <a:lnTo>
                  <a:pt x="242338" y="69955"/>
                </a:lnTo>
                <a:lnTo>
                  <a:pt x="121169" y="0"/>
                </a:lnTo>
                <a:close/>
              </a:path>
            </a:pathLst>
          </a:custGeom>
          <a:solidFill>
            <a:srgbClr val="00679C"/>
          </a:solidFill>
        </p:spPr>
        <p:txBody>
          <a:bodyPr wrap="square" lIns="0" tIns="0" rIns="0" bIns="0" rtlCol="0"/>
          <a:lstStyle/>
          <a:p>
            <a:endParaRPr/>
          </a:p>
        </p:txBody>
      </p:sp>
      <p:sp>
        <p:nvSpPr>
          <p:cNvPr id="455" name="object 137">
            <a:extLst>
              <a:ext uri="{FF2B5EF4-FFF2-40B4-BE49-F238E27FC236}">
                <a16:creationId xmlns:a16="http://schemas.microsoft.com/office/drawing/2014/main" id="{3B6FD978-F654-4683-B50A-0180300ECDC6}"/>
              </a:ext>
            </a:extLst>
          </p:cNvPr>
          <p:cNvSpPr/>
          <p:nvPr/>
        </p:nvSpPr>
        <p:spPr>
          <a:xfrm>
            <a:off x="11120290" y="2308776"/>
            <a:ext cx="140970" cy="210185"/>
          </a:xfrm>
          <a:custGeom>
            <a:avLst/>
            <a:gdLst/>
            <a:ahLst/>
            <a:cxnLst/>
            <a:rect l="l" t="t" r="r" b="b"/>
            <a:pathLst>
              <a:path w="140970" h="210185">
                <a:moveTo>
                  <a:pt x="0" y="0"/>
                </a:moveTo>
                <a:lnTo>
                  <a:pt x="0" y="139911"/>
                </a:lnTo>
                <a:lnTo>
                  <a:pt x="121169" y="209867"/>
                </a:lnTo>
                <a:lnTo>
                  <a:pt x="140917" y="137597"/>
                </a:lnTo>
                <a:lnTo>
                  <a:pt x="121169" y="69955"/>
                </a:lnTo>
                <a:lnTo>
                  <a:pt x="73840" y="19528"/>
                </a:lnTo>
                <a:lnTo>
                  <a:pt x="0" y="0"/>
                </a:lnTo>
                <a:close/>
              </a:path>
            </a:pathLst>
          </a:custGeom>
          <a:solidFill>
            <a:srgbClr val="0081BF"/>
          </a:solidFill>
        </p:spPr>
        <p:txBody>
          <a:bodyPr wrap="square" lIns="0" tIns="0" rIns="0" bIns="0" rtlCol="0"/>
          <a:lstStyle/>
          <a:p>
            <a:endParaRPr/>
          </a:p>
        </p:txBody>
      </p:sp>
      <p:sp>
        <p:nvSpPr>
          <p:cNvPr id="456" name="object 138">
            <a:extLst>
              <a:ext uri="{FF2B5EF4-FFF2-40B4-BE49-F238E27FC236}">
                <a16:creationId xmlns:a16="http://schemas.microsoft.com/office/drawing/2014/main" id="{1C20D5B6-5650-4BEF-AFE1-725980FE7704}"/>
              </a:ext>
            </a:extLst>
          </p:cNvPr>
          <p:cNvSpPr/>
          <p:nvPr/>
        </p:nvSpPr>
        <p:spPr>
          <a:xfrm>
            <a:off x="11241459" y="2308771"/>
            <a:ext cx="121285" cy="210185"/>
          </a:xfrm>
          <a:custGeom>
            <a:avLst/>
            <a:gdLst/>
            <a:ahLst/>
            <a:cxnLst/>
            <a:rect l="l" t="t" r="r" b="b"/>
            <a:pathLst>
              <a:path w="121284" h="210185">
                <a:moveTo>
                  <a:pt x="121169" y="0"/>
                </a:moveTo>
                <a:lnTo>
                  <a:pt x="44574" y="17957"/>
                </a:lnTo>
                <a:lnTo>
                  <a:pt x="0" y="69955"/>
                </a:lnTo>
                <a:lnTo>
                  <a:pt x="0" y="209867"/>
                </a:lnTo>
                <a:lnTo>
                  <a:pt x="121169" y="139911"/>
                </a:lnTo>
                <a:lnTo>
                  <a:pt x="121169" y="0"/>
                </a:lnTo>
                <a:close/>
              </a:path>
            </a:pathLst>
          </a:custGeom>
          <a:solidFill>
            <a:srgbClr val="005E95"/>
          </a:solidFill>
        </p:spPr>
        <p:txBody>
          <a:bodyPr wrap="square" lIns="0" tIns="0" rIns="0" bIns="0" rtlCol="0"/>
          <a:lstStyle/>
          <a:p>
            <a:endParaRPr/>
          </a:p>
        </p:txBody>
      </p:sp>
      <p:sp>
        <p:nvSpPr>
          <p:cNvPr id="457" name="object 139">
            <a:extLst>
              <a:ext uri="{FF2B5EF4-FFF2-40B4-BE49-F238E27FC236}">
                <a16:creationId xmlns:a16="http://schemas.microsoft.com/office/drawing/2014/main" id="{70250AC7-7300-4D31-9BB6-F066CA66F808}"/>
              </a:ext>
            </a:extLst>
          </p:cNvPr>
          <p:cNvSpPr/>
          <p:nvPr/>
        </p:nvSpPr>
        <p:spPr>
          <a:xfrm>
            <a:off x="11120291" y="2238815"/>
            <a:ext cx="242570" cy="140335"/>
          </a:xfrm>
          <a:custGeom>
            <a:avLst/>
            <a:gdLst/>
            <a:ahLst/>
            <a:cxnLst/>
            <a:rect l="l" t="t" r="r" b="b"/>
            <a:pathLst>
              <a:path w="242570" h="140335">
                <a:moveTo>
                  <a:pt x="121169" y="0"/>
                </a:moveTo>
                <a:lnTo>
                  <a:pt x="0" y="69955"/>
                </a:lnTo>
                <a:lnTo>
                  <a:pt x="121169" y="139911"/>
                </a:lnTo>
                <a:lnTo>
                  <a:pt x="242338" y="69955"/>
                </a:lnTo>
                <a:lnTo>
                  <a:pt x="121169" y="0"/>
                </a:lnTo>
                <a:close/>
              </a:path>
            </a:pathLst>
          </a:custGeom>
          <a:solidFill>
            <a:srgbClr val="2C96CE"/>
          </a:solidFill>
        </p:spPr>
        <p:txBody>
          <a:bodyPr wrap="square" lIns="0" tIns="0" rIns="0" bIns="0" rtlCol="0"/>
          <a:lstStyle/>
          <a:p>
            <a:endParaRPr/>
          </a:p>
        </p:txBody>
      </p:sp>
      <p:sp>
        <p:nvSpPr>
          <p:cNvPr id="458" name="object 140">
            <a:extLst>
              <a:ext uri="{FF2B5EF4-FFF2-40B4-BE49-F238E27FC236}">
                <a16:creationId xmlns:a16="http://schemas.microsoft.com/office/drawing/2014/main" id="{E3E152A1-1226-4629-9DB4-C59933AB696F}"/>
              </a:ext>
            </a:extLst>
          </p:cNvPr>
          <p:cNvSpPr/>
          <p:nvPr/>
        </p:nvSpPr>
        <p:spPr>
          <a:xfrm>
            <a:off x="10974888" y="2392719"/>
            <a:ext cx="140970" cy="210185"/>
          </a:xfrm>
          <a:custGeom>
            <a:avLst/>
            <a:gdLst/>
            <a:ahLst/>
            <a:cxnLst/>
            <a:rect l="l" t="t" r="r" b="b"/>
            <a:pathLst>
              <a:path w="140970" h="210185">
                <a:moveTo>
                  <a:pt x="0" y="0"/>
                </a:moveTo>
                <a:lnTo>
                  <a:pt x="0" y="139911"/>
                </a:lnTo>
                <a:lnTo>
                  <a:pt x="121169" y="209867"/>
                </a:lnTo>
                <a:lnTo>
                  <a:pt x="140927" y="137608"/>
                </a:lnTo>
                <a:lnTo>
                  <a:pt x="121169" y="69955"/>
                </a:lnTo>
                <a:lnTo>
                  <a:pt x="73851" y="19538"/>
                </a:lnTo>
                <a:lnTo>
                  <a:pt x="0" y="0"/>
                </a:lnTo>
                <a:close/>
              </a:path>
            </a:pathLst>
          </a:custGeom>
          <a:solidFill>
            <a:srgbClr val="00527E"/>
          </a:solidFill>
        </p:spPr>
        <p:txBody>
          <a:bodyPr wrap="square" lIns="0" tIns="0" rIns="0" bIns="0" rtlCol="0"/>
          <a:lstStyle/>
          <a:p>
            <a:endParaRPr/>
          </a:p>
        </p:txBody>
      </p:sp>
      <p:sp>
        <p:nvSpPr>
          <p:cNvPr id="459" name="object 141">
            <a:extLst>
              <a:ext uri="{FF2B5EF4-FFF2-40B4-BE49-F238E27FC236}">
                <a16:creationId xmlns:a16="http://schemas.microsoft.com/office/drawing/2014/main" id="{1030DF3F-203A-4ABA-969B-9FB666B2136C}"/>
              </a:ext>
            </a:extLst>
          </p:cNvPr>
          <p:cNvSpPr/>
          <p:nvPr/>
        </p:nvSpPr>
        <p:spPr>
          <a:xfrm>
            <a:off x="11096058" y="2392722"/>
            <a:ext cx="121285" cy="210185"/>
          </a:xfrm>
          <a:custGeom>
            <a:avLst/>
            <a:gdLst/>
            <a:ahLst/>
            <a:cxnLst/>
            <a:rect l="l" t="t" r="r" b="b"/>
            <a:pathLst>
              <a:path w="121284" h="210185">
                <a:moveTo>
                  <a:pt x="121169" y="0"/>
                </a:moveTo>
                <a:lnTo>
                  <a:pt x="44574" y="17957"/>
                </a:lnTo>
                <a:lnTo>
                  <a:pt x="0" y="69955"/>
                </a:lnTo>
                <a:lnTo>
                  <a:pt x="0" y="209867"/>
                </a:lnTo>
                <a:lnTo>
                  <a:pt x="121169" y="139911"/>
                </a:lnTo>
                <a:lnTo>
                  <a:pt x="121169" y="0"/>
                </a:lnTo>
                <a:close/>
              </a:path>
            </a:pathLst>
          </a:custGeom>
          <a:solidFill>
            <a:srgbClr val="002B4C"/>
          </a:solidFill>
        </p:spPr>
        <p:txBody>
          <a:bodyPr wrap="square" lIns="0" tIns="0" rIns="0" bIns="0" rtlCol="0"/>
          <a:lstStyle/>
          <a:p>
            <a:endParaRPr/>
          </a:p>
        </p:txBody>
      </p:sp>
      <p:sp>
        <p:nvSpPr>
          <p:cNvPr id="460" name="object 142">
            <a:extLst>
              <a:ext uri="{FF2B5EF4-FFF2-40B4-BE49-F238E27FC236}">
                <a16:creationId xmlns:a16="http://schemas.microsoft.com/office/drawing/2014/main" id="{0E80FB7D-4F7E-4B12-B094-EB85FC32FCFD}"/>
              </a:ext>
            </a:extLst>
          </p:cNvPr>
          <p:cNvSpPr/>
          <p:nvPr/>
        </p:nvSpPr>
        <p:spPr>
          <a:xfrm>
            <a:off x="10974889" y="2322766"/>
            <a:ext cx="242570" cy="140335"/>
          </a:xfrm>
          <a:custGeom>
            <a:avLst/>
            <a:gdLst/>
            <a:ahLst/>
            <a:cxnLst/>
            <a:rect l="l" t="t" r="r" b="b"/>
            <a:pathLst>
              <a:path w="242570" h="140335">
                <a:moveTo>
                  <a:pt x="121169" y="0"/>
                </a:moveTo>
                <a:lnTo>
                  <a:pt x="0" y="69955"/>
                </a:lnTo>
                <a:lnTo>
                  <a:pt x="121169" y="139911"/>
                </a:lnTo>
                <a:lnTo>
                  <a:pt x="242338" y="69955"/>
                </a:lnTo>
                <a:lnTo>
                  <a:pt x="121169" y="0"/>
                </a:lnTo>
                <a:close/>
              </a:path>
            </a:pathLst>
          </a:custGeom>
          <a:solidFill>
            <a:srgbClr val="00679C"/>
          </a:solidFill>
        </p:spPr>
        <p:txBody>
          <a:bodyPr wrap="square" lIns="0" tIns="0" rIns="0" bIns="0" rtlCol="0"/>
          <a:lstStyle/>
          <a:p>
            <a:endParaRPr/>
          </a:p>
        </p:txBody>
      </p:sp>
      <p:sp>
        <p:nvSpPr>
          <p:cNvPr id="461" name="object 143">
            <a:extLst>
              <a:ext uri="{FF2B5EF4-FFF2-40B4-BE49-F238E27FC236}">
                <a16:creationId xmlns:a16="http://schemas.microsoft.com/office/drawing/2014/main" id="{ECE31804-506D-4F21-ABD7-E3C282BA1712}"/>
              </a:ext>
            </a:extLst>
          </p:cNvPr>
          <p:cNvSpPr/>
          <p:nvPr/>
        </p:nvSpPr>
        <p:spPr>
          <a:xfrm>
            <a:off x="10829480" y="2476662"/>
            <a:ext cx="140970" cy="210185"/>
          </a:xfrm>
          <a:custGeom>
            <a:avLst/>
            <a:gdLst/>
            <a:ahLst/>
            <a:cxnLst/>
            <a:rect l="l" t="t" r="r" b="b"/>
            <a:pathLst>
              <a:path w="140970" h="210185">
                <a:moveTo>
                  <a:pt x="0" y="0"/>
                </a:moveTo>
                <a:lnTo>
                  <a:pt x="0" y="139911"/>
                </a:lnTo>
                <a:lnTo>
                  <a:pt x="121169" y="209867"/>
                </a:lnTo>
                <a:lnTo>
                  <a:pt x="140927" y="137608"/>
                </a:lnTo>
                <a:lnTo>
                  <a:pt x="121169" y="69955"/>
                </a:lnTo>
                <a:lnTo>
                  <a:pt x="73851" y="19538"/>
                </a:lnTo>
                <a:lnTo>
                  <a:pt x="0" y="0"/>
                </a:lnTo>
                <a:close/>
              </a:path>
            </a:pathLst>
          </a:custGeom>
          <a:solidFill>
            <a:srgbClr val="E6E7E8"/>
          </a:solidFill>
        </p:spPr>
        <p:txBody>
          <a:bodyPr wrap="square" lIns="0" tIns="0" rIns="0" bIns="0" rtlCol="0"/>
          <a:lstStyle/>
          <a:p>
            <a:endParaRPr/>
          </a:p>
        </p:txBody>
      </p:sp>
      <p:sp>
        <p:nvSpPr>
          <p:cNvPr id="462" name="object 144">
            <a:extLst>
              <a:ext uri="{FF2B5EF4-FFF2-40B4-BE49-F238E27FC236}">
                <a16:creationId xmlns:a16="http://schemas.microsoft.com/office/drawing/2014/main" id="{1F0CF911-B35B-4DDB-9561-0D444F29E2B4}"/>
              </a:ext>
            </a:extLst>
          </p:cNvPr>
          <p:cNvSpPr/>
          <p:nvPr/>
        </p:nvSpPr>
        <p:spPr>
          <a:xfrm>
            <a:off x="10950649" y="2476665"/>
            <a:ext cx="121285" cy="210185"/>
          </a:xfrm>
          <a:custGeom>
            <a:avLst/>
            <a:gdLst/>
            <a:ahLst/>
            <a:cxnLst/>
            <a:rect l="l" t="t" r="r" b="b"/>
            <a:pathLst>
              <a:path w="121284" h="210185">
                <a:moveTo>
                  <a:pt x="121169" y="0"/>
                </a:moveTo>
                <a:lnTo>
                  <a:pt x="44585" y="17968"/>
                </a:lnTo>
                <a:lnTo>
                  <a:pt x="0" y="69945"/>
                </a:lnTo>
                <a:lnTo>
                  <a:pt x="0" y="209867"/>
                </a:lnTo>
                <a:lnTo>
                  <a:pt x="121169" y="139911"/>
                </a:lnTo>
                <a:lnTo>
                  <a:pt x="121169" y="0"/>
                </a:lnTo>
                <a:close/>
              </a:path>
            </a:pathLst>
          </a:custGeom>
          <a:solidFill>
            <a:srgbClr val="CCCCCC"/>
          </a:solidFill>
        </p:spPr>
        <p:txBody>
          <a:bodyPr wrap="square" lIns="0" tIns="0" rIns="0" bIns="0" rtlCol="0"/>
          <a:lstStyle/>
          <a:p>
            <a:endParaRPr/>
          </a:p>
        </p:txBody>
      </p:sp>
      <p:sp>
        <p:nvSpPr>
          <p:cNvPr id="463" name="object 145">
            <a:extLst>
              <a:ext uri="{FF2B5EF4-FFF2-40B4-BE49-F238E27FC236}">
                <a16:creationId xmlns:a16="http://schemas.microsoft.com/office/drawing/2014/main" id="{7BF2D033-6A4D-4193-83B0-320A72BE6A4D}"/>
              </a:ext>
            </a:extLst>
          </p:cNvPr>
          <p:cNvSpPr/>
          <p:nvPr/>
        </p:nvSpPr>
        <p:spPr>
          <a:xfrm>
            <a:off x="10829480" y="2406710"/>
            <a:ext cx="242570" cy="140335"/>
          </a:xfrm>
          <a:custGeom>
            <a:avLst/>
            <a:gdLst/>
            <a:ahLst/>
            <a:cxnLst/>
            <a:rect l="l" t="t" r="r" b="b"/>
            <a:pathLst>
              <a:path w="242570" h="140335">
                <a:moveTo>
                  <a:pt x="121169" y="0"/>
                </a:moveTo>
                <a:lnTo>
                  <a:pt x="0" y="69955"/>
                </a:lnTo>
                <a:lnTo>
                  <a:pt x="121169" y="139901"/>
                </a:lnTo>
                <a:lnTo>
                  <a:pt x="242338" y="69955"/>
                </a:lnTo>
                <a:lnTo>
                  <a:pt x="121169" y="0"/>
                </a:lnTo>
                <a:close/>
              </a:path>
            </a:pathLst>
          </a:custGeom>
          <a:solidFill>
            <a:srgbClr val="BCBEC0"/>
          </a:solidFill>
        </p:spPr>
        <p:txBody>
          <a:bodyPr wrap="square" lIns="0" tIns="0" rIns="0" bIns="0" rtlCol="0"/>
          <a:lstStyle/>
          <a:p>
            <a:endParaRPr/>
          </a:p>
        </p:txBody>
      </p:sp>
      <p:sp>
        <p:nvSpPr>
          <p:cNvPr id="464" name="object 146">
            <a:extLst>
              <a:ext uri="{FF2B5EF4-FFF2-40B4-BE49-F238E27FC236}">
                <a16:creationId xmlns:a16="http://schemas.microsoft.com/office/drawing/2014/main" id="{800A25F6-C5DD-4690-B885-13160605A442}"/>
              </a:ext>
            </a:extLst>
          </p:cNvPr>
          <p:cNvSpPr/>
          <p:nvPr/>
        </p:nvSpPr>
        <p:spPr>
          <a:xfrm>
            <a:off x="9170475" y="4078168"/>
            <a:ext cx="23495" cy="31115"/>
          </a:xfrm>
          <a:custGeom>
            <a:avLst/>
            <a:gdLst/>
            <a:ahLst/>
            <a:cxnLst/>
            <a:rect l="l" t="t" r="r" b="b"/>
            <a:pathLst>
              <a:path w="23495"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465" name="object 147">
            <a:extLst>
              <a:ext uri="{FF2B5EF4-FFF2-40B4-BE49-F238E27FC236}">
                <a16:creationId xmlns:a16="http://schemas.microsoft.com/office/drawing/2014/main" id="{2821C1FE-D511-42AF-94BC-07A548B73E57}"/>
              </a:ext>
            </a:extLst>
          </p:cNvPr>
          <p:cNvSpPr/>
          <p:nvPr/>
        </p:nvSpPr>
        <p:spPr>
          <a:xfrm>
            <a:off x="9170475" y="4162103"/>
            <a:ext cx="23495" cy="31115"/>
          </a:xfrm>
          <a:custGeom>
            <a:avLst/>
            <a:gdLst/>
            <a:ahLst/>
            <a:cxnLst/>
            <a:rect l="l" t="t" r="r" b="b"/>
            <a:pathLst>
              <a:path w="23495"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466" name="object 148">
            <a:extLst>
              <a:ext uri="{FF2B5EF4-FFF2-40B4-BE49-F238E27FC236}">
                <a16:creationId xmlns:a16="http://schemas.microsoft.com/office/drawing/2014/main" id="{6B853B32-9765-4C10-9540-1F2BD84D812F}"/>
              </a:ext>
            </a:extLst>
          </p:cNvPr>
          <p:cNvSpPr/>
          <p:nvPr/>
        </p:nvSpPr>
        <p:spPr>
          <a:xfrm>
            <a:off x="9189564"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67" name="object 149">
            <a:extLst>
              <a:ext uri="{FF2B5EF4-FFF2-40B4-BE49-F238E27FC236}">
                <a16:creationId xmlns:a16="http://schemas.microsoft.com/office/drawing/2014/main" id="{C0A0E8B0-9307-42DC-AC10-9D99C74FDF85}"/>
              </a:ext>
            </a:extLst>
          </p:cNvPr>
          <p:cNvSpPr/>
          <p:nvPr/>
        </p:nvSpPr>
        <p:spPr>
          <a:xfrm>
            <a:off x="9273487"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68" name="object 150">
            <a:extLst>
              <a:ext uri="{FF2B5EF4-FFF2-40B4-BE49-F238E27FC236}">
                <a16:creationId xmlns:a16="http://schemas.microsoft.com/office/drawing/2014/main" id="{1ECD2731-E160-4431-80DD-2D452A396007}"/>
              </a:ext>
            </a:extLst>
          </p:cNvPr>
          <p:cNvSpPr/>
          <p:nvPr/>
        </p:nvSpPr>
        <p:spPr>
          <a:xfrm>
            <a:off x="9357422"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69" name="object 151">
            <a:extLst>
              <a:ext uri="{FF2B5EF4-FFF2-40B4-BE49-F238E27FC236}">
                <a16:creationId xmlns:a16="http://schemas.microsoft.com/office/drawing/2014/main" id="{3D764BF3-B0B6-4D68-98E6-ABC4BA9B0475}"/>
              </a:ext>
            </a:extLst>
          </p:cNvPr>
          <p:cNvSpPr/>
          <p:nvPr/>
        </p:nvSpPr>
        <p:spPr>
          <a:xfrm>
            <a:off x="9441346"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70" name="object 152">
            <a:extLst>
              <a:ext uri="{FF2B5EF4-FFF2-40B4-BE49-F238E27FC236}">
                <a16:creationId xmlns:a16="http://schemas.microsoft.com/office/drawing/2014/main" id="{1AAC5489-AA93-428B-888D-5AF15956A712}"/>
              </a:ext>
            </a:extLst>
          </p:cNvPr>
          <p:cNvSpPr/>
          <p:nvPr/>
        </p:nvSpPr>
        <p:spPr>
          <a:xfrm>
            <a:off x="9525270"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71" name="object 153">
            <a:extLst>
              <a:ext uri="{FF2B5EF4-FFF2-40B4-BE49-F238E27FC236}">
                <a16:creationId xmlns:a16="http://schemas.microsoft.com/office/drawing/2014/main" id="{356A863F-17C9-4E3D-BE28-0C11ED36F9E6}"/>
              </a:ext>
            </a:extLst>
          </p:cNvPr>
          <p:cNvSpPr/>
          <p:nvPr/>
        </p:nvSpPr>
        <p:spPr>
          <a:xfrm>
            <a:off x="9609205"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72" name="object 154">
            <a:extLst>
              <a:ext uri="{FF2B5EF4-FFF2-40B4-BE49-F238E27FC236}">
                <a16:creationId xmlns:a16="http://schemas.microsoft.com/office/drawing/2014/main" id="{61340507-0D76-4EAA-9425-FAA1CD3953D0}"/>
              </a:ext>
            </a:extLst>
          </p:cNvPr>
          <p:cNvSpPr/>
          <p:nvPr/>
        </p:nvSpPr>
        <p:spPr>
          <a:xfrm>
            <a:off x="9693129"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73" name="object 155">
            <a:extLst>
              <a:ext uri="{FF2B5EF4-FFF2-40B4-BE49-F238E27FC236}">
                <a16:creationId xmlns:a16="http://schemas.microsoft.com/office/drawing/2014/main" id="{323F4275-97BB-4111-8CF0-0D7DC5B28C27}"/>
              </a:ext>
            </a:extLst>
          </p:cNvPr>
          <p:cNvSpPr/>
          <p:nvPr/>
        </p:nvSpPr>
        <p:spPr>
          <a:xfrm>
            <a:off x="9777053"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74" name="object 156">
            <a:extLst>
              <a:ext uri="{FF2B5EF4-FFF2-40B4-BE49-F238E27FC236}">
                <a16:creationId xmlns:a16="http://schemas.microsoft.com/office/drawing/2014/main" id="{2CB69387-CA7F-4EED-81D9-F38D33E3E8EF}"/>
              </a:ext>
            </a:extLst>
          </p:cNvPr>
          <p:cNvSpPr/>
          <p:nvPr/>
        </p:nvSpPr>
        <p:spPr>
          <a:xfrm>
            <a:off x="9860988"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75" name="object 157">
            <a:extLst>
              <a:ext uri="{FF2B5EF4-FFF2-40B4-BE49-F238E27FC236}">
                <a16:creationId xmlns:a16="http://schemas.microsoft.com/office/drawing/2014/main" id="{DAC08074-784D-44FC-A565-ECF66286B630}"/>
              </a:ext>
            </a:extLst>
          </p:cNvPr>
          <p:cNvSpPr/>
          <p:nvPr/>
        </p:nvSpPr>
        <p:spPr>
          <a:xfrm>
            <a:off x="9944912"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76" name="object 158">
            <a:extLst>
              <a:ext uri="{FF2B5EF4-FFF2-40B4-BE49-F238E27FC236}">
                <a16:creationId xmlns:a16="http://schemas.microsoft.com/office/drawing/2014/main" id="{64600CB8-97C7-4C6C-9257-B4E5E8255F54}"/>
              </a:ext>
            </a:extLst>
          </p:cNvPr>
          <p:cNvSpPr/>
          <p:nvPr/>
        </p:nvSpPr>
        <p:spPr>
          <a:xfrm>
            <a:off x="10028836"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77" name="object 159">
            <a:extLst>
              <a:ext uri="{FF2B5EF4-FFF2-40B4-BE49-F238E27FC236}">
                <a16:creationId xmlns:a16="http://schemas.microsoft.com/office/drawing/2014/main" id="{600F4629-B816-4C0D-877C-520BD3D54749}"/>
              </a:ext>
            </a:extLst>
          </p:cNvPr>
          <p:cNvSpPr/>
          <p:nvPr/>
        </p:nvSpPr>
        <p:spPr>
          <a:xfrm>
            <a:off x="10112771"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78" name="object 160">
            <a:extLst>
              <a:ext uri="{FF2B5EF4-FFF2-40B4-BE49-F238E27FC236}">
                <a16:creationId xmlns:a16="http://schemas.microsoft.com/office/drawing/2014/main" id="{121D47DC-06CC-47B8-9EDE-218D0C8B53C5}"/>
              </a:ext>
            </a:extLst>
          </p:cNvPr>
          <p:cNvSpPr/>
          <p:nvPr/>
        </p:nvSpPr>
        <p:spPr>
          <a:xfrm>
            <a:off x="10196695"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79" name="object 161">
            <a:extLst>
              <a:ext uri="{FF2B5EF4-FFF2-40B4-BE49-F238E27FC236}">
                <a16:creationId xmlns:a16="http://schemas.microsoft.com/office/drawing/2014/main" id="{84FDA26A-CC24-4587-A2C1-BCAE2211B3B6}"/>
              </a:ext>
            </a:extLst>
          </p:cNvPr>
          <p:cNvSpPr/>
          <p:nvPr/>
        </p:nvSpPr>
        <p:spPr>
          <a:xfrm>
            <a:off x="10280619"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80" name="object 162">
            <a:extLst>
              <a:ext uri="{FF2B5EF4-FFF2-40B4-BE49-F238E27FC236}">
                <a16:creationId xmlns:a16="http://schemas.microsoft.com/office/drawing/2014/main" id="{2EBD2D60-A9E0-48B5-8855-FEFAFAC96AC8}"/>
              </a:ext>
            </a:extLst>
          </p:cNvPr>
          <p:cNvSpPr/>
          <p:nvPr/>
        </p:nvSpPr>
        <p:spPr>
          <a:xfrm>
            <a:off x="10364554"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81" name="object 163">
            <a:extLst>
              <a:ext uri="{FF2B5EF4-FFF2-40B4-BE49-F238E27FC236}">
                <a16:creationId xmlns:a16="http://schemas.microsoft.com/office/drawing/2014/main" id="{C5F6CC24-8AD6-437C-BA26-12A09C7CCC30}"/>
              </a:ext>
            </a:extLst>
          </p:cNvPr>
          <p:cNvSpPr/>
          <p:nvPr/>
        </p:nvSpPr>
        <p:spPr>
          <a:xfrm>
            <a:off x="10448477"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82" name="object 164">
            <a:extLst>
              <a:ext uri="{FF2B5EF4-FFF2-40B4-BE49-F238E27FC236}">
                <a16:creationId xmlns:a16="http://schemas.microsoft.com/office/drawing/2014/main" id="{72D5139E-71A9-48EB-ADB4-3C9C46B58B5A}"/>
              </a:ext>
            </a:extLst>
          </p:cNvPr>
          <p:cNvSpPr/>
          <p:nvPr/>
        </p:nvSpPr>
        <p:spPr>
          <a:xfrm>
            <a:off x="10532402"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83" name="object 165">
            <a:extLst>
              <a:ext uri="{FF2B5EF4-FFF2-40B4-BE49-F238E27FC236}">
                <a16:creationId xmlns:a16="http://schemas.microsoft.com/office/drawing/2014/main" id="{E28326C1-63E5-483C-9AF8-8A202A515C17}"/>
              </a:ext>
            </a:extLst>
          </p:cNvPr>
          <p:cNvSpPr/>
          <p:nvPr/>
        </p:nvSpPr>
        <p:spPr>
          <a:xfrm>
            <a:off x="10616336" y="4226949"/>
            <a:ext cx="31115" cy="23495"/>
          </a:xfrm>
          <a:custGeom>
            <a:avLst/>
            <a:gdLst/>
            <a:ahLst/>
            <a:cxnLst/>
            <a:rect l="l" t="t" r="r" b="b"/>
            <a:pathLst>
              <a:path w="31115" h="23495">
                <a:moveTo>
                  <a:pt x="30512" y="0"/>
                </a:moveTo>
                <a:lnTo>
                  <a:pt x="0" y="0"/>
                </a:lnTo>
                <a:lnTo>
                  <a:pt x="0" y="22889"/>
                </a:lnTo>
                <a:lnTo>
                  <a:pt x="30512" y="22889"/>
                </a:lnTo>
                <a:lnTo>
                  <a:pt x="30512" y="0"/>
                </a:lnTo>
                <a:close/>
              </a:path>
            </a:pathLst>
          </a:custGeom>
          <a:solidFill>
            <a:srgbClr val="A7A9AC"/>
          </a:solidFill>
        </p:spPr>
        <p:txBody>
          <a:bodyPr wrap="square" lIns="0" tIns="0" rIns="0" bIns="0" rtlCol="0"/>
          <a:lstStyle/>
          <a:p>
            <a:endParaRPr/>
          </a:p>
        </p:txBody>
      </p:sp>
      <p:sp>
        <p:nvSpPr>
          <p:cNvPr id="484" name="object 166">
            <a:extLst>
              <a:ext uri="{FF2B5EF4-FFF2-40B4-BE49-F238E27FC236}">
                <a16:creationId xmlns:a16="http://schemas.microsoft.com/office/drawing/2014/main" id="{E313C783-8CCD-4468-9459-12306A414F27}"/>
              </a:ext>
            </a:extLst>
          </p:cNvPr>
          <p:cNvSpPr/>
          <p:nvPr/>
        </p:nvSpPr>
        <p:spPr>
          <a:xfrm>
            <a:off x="10700250"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85" name="object 167">
            <a:extLst>
              <a:ext uri="{FF2B5EF4-FFF2-40B4-BE49-F238E27FC236}">
                <a16:creationId xmlns:a16="http://schemas.microsoft.com/office/drawing/2014/main" id="{D002DF83-023A-4D61-BDE8-86243A234047}"/>
              </a:ext>
            </a:extLst>
          </p:cNvPr>
          <p:cNvSpPr/>
          <p:nvPr/>
        </p:nvSpPr>
        <p:spPr>
          <a:xfrm>
            <a:off x="10784185"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86" name="object 168">
            <a:extLst>
              <a:ext uri="{FF2B5EF4-FFF2-40B4-BE49-F238E27FC236}">
                <a16:creationId xmlns:a16="http://schemas.microsoft.com/office/drawing/2014/main" id="{D23ED227-CE55-494A-B93A-6E9B59389EB2}"/>
              </a:ext>
            </a:extLst>
          </p:cNvPr>
          <p:cNvSpPr/>
          <p:nvPr/>
        </p:nvSpPr>
        <p:spPr>
          <a:xfrm>
            <a:off x="10868109"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87" name="object 169">
            <a:extLst>
              <a:ext uri="{FF2B5EF4-FFF2-40B4-BE49-F238E27FC236}">
                <a16:creationId xmlns:a16="http://schemas.microsoft.com/office/drawing/2014/main" id="{E24E291F-F212-40CE-A99C-58AFE889BB0E}"/>
              </a:ext>
            </a:extLst>
          </p:cNvPr>
          <p:cNvSpPr/>
          <p:nvPr/>
        </p:nvSpPr>
        <p:spPr>
          <a:xfrm>
            <a:off x="10952033"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88" name="object 170">
            <a:extLst>
              <a:ext uri="{FF2B5EF4-FFF2-40B4-BE49-F238E27FC236}">
                <a16:creationId xmlns:a16="http://schemas.microsoft.com/office/drawing/2014/main" id="{EB36FFE3-439B-40BE-BB79-3AC2CC891795}"/>
              </a:ext>
            </a:extLst>
          </p:cNvPr>
          <p:cNvSpPr/>
          <p:nvPr/>
        </p:nvSpPr>
        <p:spPr>
          <a:xfrm>
            <a:off x="11035968"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89" name="object 171">
            <a:extLst>
              <a:ext uri="{FF2B5EF4-FFF2-40B4-BE49-F238E27FC236}">
                <a16:creationId xmlns:a16="http://schemas.microsoft.com/office/drawing/2014/main" id="{4E914461-16DB-4CFF-933B-C1462AFBF729}"/>
              </a:ext>
            </a:extLst>
          </p:cNvPr>
          <p:cNvSpPr/>
          <p:nvPr/>
        </p:nvSpPr>
        <p:spPr>
          <a:xfrm>
            <a:off x="11119892"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90" name="object 172">
            <a:extLst>
              <a:ext uri="{FF2B5EF4-FFF2-40B4-BE49-F238E27FC236}">
                <a16:creationId xmlns:a16="http://schemas.microsoft.com/office/drawing/2014/main" id="{EDD6B52C-585A-45F6-86BF-8C94FE0A899C}"/>
              </a:ext>
            </a:extLst>
          </p:cNvPr>
          <p:cNvSpPr/>
          <p:nvPr/>
        </p:nvSpPr>
        <p:spPr>
          <a:xfrm>
            <a:off x="11203816"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91" name="object 173">
            <a:extLst>
              <a:ext uri="{FF2B5EF4-FFF2-40B4-BE49-F238E27FC236}">
                <a16:creationId xmlns:a16="http://schemas.microsoft.com/office/drawing/2014/main" id="{490B3664-DF61-4F94-B1A3-A850FE832137}"/>
              </a:ext>
            </a:extLst>
          </p:cNvPr>
          <p:cNvSpPr/>
          <p:nvPr/>
        </p:nvSpPr>
        <p:spPr>
          <a:xfrm>
            <a:off x="11287751"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92" name="object 174">
            <a:extLst>
              <a:ext uri="{FF2B5EF4-FFF2-40B4-BE49-F238E27FC236}">
                <a16:creationId xmlns:a16="http://schemas.microsoft.com/office/drawing/2014/main" id="{D525CFEA-5ECF-4066-B651-383D64E12CCE}"/>
              </a:ext>
            </a:extLst>
          </p:cNvPr>
          <p:cNvSpPr/>
          <p:nvPr/>
        </p:nvSpPr>
        <p:spPr>
          <a:xfrm>
            <a:off x="11371675"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93" name="object 175">
            <a:extLst>
              <a:ext uri="{FF2B5EF4-FFF2-40B4-BE49-F238E27FC236}">
                <a16:creationId xmlns:a16="http://schemas.microsoft.com/office/drawing/2014/main" id="{7FC604E6-E5F9-4F24-99F7-4D20447F69D5}"/>
              </a:ext>
            </a:extLst>
          </p:cNvPr>
          <p:cNvSpPr/>
          <p:nvPr/>
        </p:nvSpPr>
        <p:spPr>
          <a:xfrm>
            <a:off x="11455610"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94" name="object 176">
            <a:extLst>
              <a:ext uri="{FF2B5EF4-FFF2-40B4-BE49-F238E27FC236}">
                <a16:creationId xmlns:a16="http://schemas.microsoft.com/office/drawing/2014/main" id="{8636B324-B5E2-439C-A077-5182787D5787}"/>
              </a:ext>
            </a:extLst>
          </p:cNvPr>
          <p:cNvSpPr/>
          <p:nvPr/>
        </p:nvSpPr>
        <p:spPr>
          <a:xfrm>
            <a:off x="11539533"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495" name="object 177">
            <a:extLst>
              <a:ext uri="{FF2B5EF4-FFF2-40B4-BE49-F238E27FC236}">
                <a16:creationId xmlns:a16="http://schemas.microsoft.com/office/drawing/2014/main" id="{8D5AC17C-9888-4AF9-818D-D7141B2E55EF}"/>
              </a:ext>
            </a:extLst>
          </p:cNvPr>
          <p:cNvSpPr/>
          <p:nvPr/>
        </p:nvSpPr>
        <p:spPr>
          <a:xfrm>
            <a:off x="11576412" y="4172260"/>
            <a:ext cx="23495" cy="31115"/>
          </a:xfrm>
          <a:custGeom>
            <a:avLst/>
            <a:gdLst/>
            <a:ahLst/>
            <a:cxnLst/>
            <a:rect l="l" t="t" r="r" b="b"/>
            <a:pathLst>
              <a:path w="23495"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496" name="object 178">
            <a:extLst>
              <a:ext uri="{FF2B5EF4-FFF2-40B4-BE49-F238E27FC236}">
                <a16:creationId xmlns:a16="http://schemas.microsoft.com/office/drawing/2014/main" id="{4F761488-BDE2-4B2E-8015-80792AFD8A93}"/>
              </a:ext>
            </a:extLst>
          </p:cNvPr>
          <p:cNvSpPr/>
          <p:nvPr/>
        </p:nvSpPr>
        <p:spPr>
          <a:xfrm>
            <a:off x="11576412" y="4088336"/>
            <a:ext cx="23495" cy="31115"/>
          </a:xfrm>
          <a:custGeom>
            <a:avLst/>
            <a:gdLst/>
            <a:ahLst/>
            <a:cxnLst/>
            <a:rect l="l" t="t" r="r" b="b"/>
            <a:pathLst>
              <a:path w="23495"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497" name="object 179">
            <a:extLst>
              <a:ext uri="{FF2B5EF4-FFF2-40B4-BE49-F238E27FC236}">
                <a16:creationId xmlns:a16="http://schemas.microsoft.com/office/drawing/2014/main" id="{3B2FC6D8-E85C-4F28-96DF-163CFECB4D23}"/>
              </a:ext>
            </a:extLst>
          </p:cNvPr>
          <p:cNvSpPr/>
          <p:nvPr/>
        </p:nvSpPr>
        <p:spPr>
          <a:xfrm>
            <a:off x="10373443" y="4225096"/>
            <a:ext cx="23495" cy="31115"/>
          </a:xfrm>
          <a:custGeom>
            <a:avLst/>
            <a:gdLst/>
            <a:ahLst/>
            <a:cxnLst/>
            <a:rect l="l" t="t" r="r" b="b"/>
            <a:pathLst>
              <a:path w="23495"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498" name="object 180">
            <a:extLst>
              <a:ext uri="{FF2B5EF4-FFF2-40B4-BE49-F238E27FC236}">
                <a16:creationId xmlns:a16="http://schemas.microsoft.com/office/drawing/2014/main" id="{4312C1D4-9B94-4719-B59D-7599CC0155B1}"/>
              </a:ext>
            </a:extLst>
          </p:cNvPr>
          <p:cNvSpPr/>
          <p:nvPr/>
        </p:nvSpPr>
        <p:spPr>
          <a:xfrm>
            <a:off x="10373443" y="4309020"/>
            <a:ext cx="23495" cy="31115"/>
          </a:xfrm>
          <a:custGeom>
            <a:avLst/>
            <a:gdLst/>
            <a:ahLst/>
            <a:cxnLst/>
            <a:rect l="l" t="t" r="r" b="b"/>
            <a:pathLst>
              <a:path w="23495"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499" name="object 181">
            <a:extLst>
              <a:ext uri="{FF2B5EF4-FFF2-40B4-BE49-F238E27FC236}">
                <a16:creationId xmlns:a16="http://schemas.microsoft.com/office/drawing/2014/main" id="{7128D043-461C-425C-A3F5-4A34B69CCE23}"/>
              </a:ext>
            </a:extLst>
          </p:cNvPr>
          <p:cNvSpPr/>
          <p:nvPr/>
        </p:nvSpPr>
        <p:spPr>
          <a:xfrm>
            <a:off x="10373443" y="4392944"/>
            <a:ext cx="23495" cy="24765"/>
          </a:xfrm>
          <a:custGeom>
            <a:avLst/>
            <a:gdLst/>
            <a:ahLst/>
            <a:cxnLst/>
            <a:rect l="l" t="t" r="r" b="b"/>
            <a:pathLst>
              <a:path w="23495" h="24764">
                <a:moveTo>
                  <a:pt x="22889" y="0"/>
                </a:moveTo>
                <a:lnTo>
                  <a:pt x="0" y="0"/>
                </a:lnTo>
                <a:lnTo>
                  <a:pt x="0" y="24229"/>
                </a:lnTo>
                <a:lnTo>
                  <a:pt x="22889" y="24229"/>
                </a:lnTo>
                <a:lnTo>
                  <a:pt x="22889" y="0"/>
                </a:lnTo>
                <a:close/>
              </a:path>
            </a:pathLst>
          </a:custGeom>
          <a:solidFill>
            <a:srgbClr val="A7A9AC"/>
          </a:solidFill>
        </p:spPr>
        <p:txBody>
          <a:bodyPr wrap="square" lIns="0" tIns="0" rIns="0" bIns="0" rtlCol="0"/>
          <a:lstStyle/>
          <a:p>
            <a:endParaRPr/>
          </a:p>
        </p:txBody>
      </p:sp>
      <p:sp>
        <p:nvSpPr>
          <p:cNvPr id="500" name="object 182">
            <a:extLst>
              <a:ext uri="{FF2B5EF4-FFF2-40B4-BE49-F238E27FC236}">
                <a16:creationId xmlns:a16="http://schemas.microsoft.com/office/drawing/2014/main" id="{1D9B3A6B-29AD-4B14-B8F2-D147783D77FD}"/>
              </a:ext>
            </a:extLst>
          </p:cNvPr>
          <p:cNvSpPr/>
          <p:nvPr/>
        </p:nvSpPr>
        <p:spPr>
          <a:xfrm>
            <a:off x="11993856" y="4573232"/>
            <a:ext cx="1163836" cy="398965"/>
          </a:xfrm>
          <a:prstGeom prst="rect">
            <a:avLst/>
          </a:prstGeom>
          <a:blipFill>
            <a:blip r:embed="rId24" cstate="print"/>
            <a:stretch>
              <a:fillRect/>
            </a:stretch>
          </a:blipFill>
        </p:spPr>
        <p:txBody>
          <a:bodyPr wrap="square" lIns="0" tIns="0" rIns="0" bIns="0" rtlCol="0"/>
          <a:lstStyle/>
          <a:p>
            <a:endParaRPr/>
          </a:p>
        </p:txBody>
      </p:sp>
      <p:sp>
        <p:nvSpPr>
          <p:cNvPr id="501" name="object 183">
            <a:extLst>
              <a:ext uri="{FF2B5EF4-FFF2-40B4-BE49-F238E27FC236}">
                <a16:creationId xmlns:a16="http://schemas.microsoft.com/office/drawing/2014/main" id="{C6A8CA6B-1661-4916-B015-EA6240F41863}"/>
              </a:ext>
            </a:extLst>
          </p:cNvPr>
          <p:cNvSpPr/>
          <p:nvPr/>
        </p:nvSpPr>
        <p:spPr>
          <a:xfrm>
            <a:off x="12069101" y="3260840"/>
            <a:ext cx="1013460" cy="485140"/>
          </a:xfrm>
          <a:custGeom>
            <a:avLst/>
            <a:gdLst/>
            <a:ahLst/>
            <a:cxnLst/>
            <a:rect l="l" t="t" r="r" b="b"/>
            <a:pathLst>
              <a:path w="1013459" h="485139">
                <a:moveTo>
                  <a:pt x="1013351" y="0"/>
                </a:moveTo>
                <a:lnTo>
                  <a:pt x="0" y="0"/>
                </a:lnTo>
                <a:lnTo>
                  <a:pt x="0" y="484854"/>
                </a:lnTo>
                <a:lnTo>
                  <a:pt x="1013351" y="484854"/>
                </a:lnTo>
                <a:lnTo>
                  <a:pt x="1013351" y="0"/>
                </a:lnTo>
                <a:close/>
              </a:path>
            </a:pathLst>
          </a:custGeom>
          <a:solidFill>
            <a:srgbClr val="002B4C"/>
          </a:solidFill>
        </p:spPr>
        <p:txBody>
          <a:bodyPr wrap="square" lIns="0" tIns="0" rIns="0" bIns="0" rtlCol="0"/>
          <a:lstStyle/>
          <a:p>
            <a:endParaRPr/>
          </a:p>
        </p:txBody>
      </p:sp>
      <p:sp>
        <p:nvSpPr>
          <p:cNvPr id="502" name="object 184">
            <a:extLst>
              <a:ext uri="{FF2B5EF4-FFF2-40B4-BE49-F238E27FC236}">
                <a16:creationId xmlns:a16="http://schemas.microsoft.com/office/drawing/2014/main" id="{BDEF1512-BC73-4D32-BED5-E3EF94059DB0}"/>
              </a:ext>
            </a:extLst>
          </p:cNvPr>
          <p:cNvSpPr/>
          <p:nvPr/>
        </p:nvSpPr>
        <p:spPr>
          <a:xfrm>
            <a:off x="12069099" y="3260843"/>
            <a:ext cx="1013351" cy="484854"/>
          </a:xfrm>
          <a:prstGeom prst="rect">
            <a:avLst/>
          </a:prstGeom>
          <a:blipFill>
            <a:blip r:embed="rId19" cstate="print"/>
            <a:stretch>
              <a:fillRect/>
            </a:stretch>
          </a:blipFill>
        </p:spPr>
        <p:txBody>
          <a:bodyPr wrap="square" lIns="0" tIns="0" rIns="0" bIns="0" rtlCol="0"/>
          <a:lstStyle/>
          <a:p>
            <a:endParaRPr/>
          </a:p>
        </p:txBody>
      </p:sp>
      <p:sp>
        <p:nvSpPr>
          <p:cNvPr id="503" name="object 185">
            <a:extLst>
              <a:ext uri="{FF2B5EF4-FFF2-40B4-BE49-F238E27FC236}">
                <a16:creationId xmlns:a16="http://schemas.microsoft.com/office/drawing/2014/main" id="{E68369FD-C42A-4F02-A170-36D6C24EF4ED}"/>
              </a:ext>
            </a:extLst>
          </p:cNvPr>
          <p:cNvSpPr/>
          <p:nvPr/>
        </p:nvSpPr>
        <p:spPr>
          <a:xfrm>
            <a:off x="12053613" y="3745697"/>
            <a:ext cx="1044324" cy="274399"/>
          </a:xfrm>
          <a:prstGeom prst="rect">
            <a:avLst/>
          </a:prstGeom>
          <a:blipFill>
            <a:blip r:embed="rId20" cstate="print"/>
            <a:stretch>
              <a:fillRect/>
            </a:stretch>
          </a:blipFill>
        </p:spPr>
        <p:txBody>
          <a:bodyPr wrap="square" lIns="0" tIns="0" rIns="0" bIns="0" rtlCol="0"/>
          <a:lstStyle/>
          <a:p>
            <a:endParaRPr/>
          </a:p>
        </p:txBody>
      </p:sp>
      <p:sp>
        <p:nvSpPr>
          <p:cNvPr id="504" name="object 186">
            <a:extLst>
              <a:ext uri="{FF2B5EF4-FFF2-40B4-BE49-F238E27FC236}">
                <a16:creationId xmlns:a16="http://schemas.microsoft.com/office/drawing/2014/main" id="{6970E011-A31D-4B50-B259-EE14A747B1DD}"/>
              </a:ext>
            </a:extLst>
          </p:cNvPr>
          <p:cNvSpPr/>
          <p:nvPr/>
        </p:nvSpPr>
        <p:spPr>
          <a:xfrm>
            <a:off x="12910959" y="1848549"/>
            <a:ext cx="635" cy="0"/>
          </a:xfrm>
          <a:custGeom>
            <a:avLst/>
            <a:gdLst/>
            <a:ahLst/>
            <a:cxnLst/>
            <a:rect l="l" t="t" r="r" b="b"/>
            <a:pathLst>
              <a:path w="634">
                <a:moveTo>
                  <a:pt x="52" y="0"/>
                </a:moveTo>
                <a:lnTo>
                  <a:pt x="0" y="0"/>
                </a:lnTo>
                <a:lnTo>
                  <a:pt x="10" y="0"/>
                </a:lnTo>
                <a:close/>
              </a:path>
            </a:pathLst>
          </a:custGeom>
          <a:solidFill>
            <a:srgbClr val="C9C7C6"/>
          </a:solidFill>
        </p:spPr>
        <p:txBody>
          <a:bodyPr wrap="square" lIns="0" tIns="0" rIns="0" bIns="0" rtlCol="0"/>
          <a:lstStyle/>
          <a:p>
            <a:endParaRPr/>
          </a:p>
        </p:txBody>
      </p:sp>
      <p:sp>
        <p:nvSpPr>
          <p:cNvPr id="505" name="object 187">
            <a:extLst>
              <a:ext uri="{FF2B5EF4-FFF2-40B4-BE49-F238E27FC236}">
                <a16:creationId xmlns:a16="http://schemas.microsoft.com/office/drawing/2014/main" id="{2245657B-8461-45F7-A9EB-556B84AB83E2}"/>
              </a:ext>
            </a:extLst>
          </p:cNvPr>
          <p:cNvSpPr/>
          <p:nvPr/>
        </p:nvSpPr>
        <p:spPr>
          <a:xfrm>
            <a:off x="12053612" y="1848550"/>
            <a:ext cx="1044324" cy="1408837"/>
          </a:xfrm>
          <a:prstGeom prst="rect">
            <a:avLst/>
          </a:prstGeom>
          <a:blipFill>
            <a:blip r:embed="rId21" cstate="print"/>
            <a:stretch>
              <a:fillRect/>
            </a:stretch>
          </a:blipFill>
        </p:spPr>
        <p:txBody>
          <a:bodyPr wrap="square" lIns="0" tIns="0" rIns="0" bIns="0" rtlCol="0"/>
          <a:lstStyle/>
          <a:p>
            <a:endParaRPr/>
          </a:p>
        </p:txBody>
      </p:sp>
      <p:sp>
        <p:nvSpPr>
          <p:cNvPr id="506" name="object 188">
            <a:extLst>
              <a:ext uri="{FF2B5EF4-FFF2-40B4-BE49-F238E27FC236}">
                <a16:creationId xmlns:a16="http://schemas.microsoft.com/office/drawing/2014/main" id="{2F6E3CCD-49C6-411E-97D4-2E909D54F375}"/>
              </a:ext>
            </a:extLst>
          </p:cNvPr>
          <p:cNvSpPr/>
          <p:nvPr/>
        </p:nvSpPr>
        <p:spPr>
          <a:xfrm>
            <a:off x="12294262" y="3355269"/>
            <a:ext cx="567818" cy="315006"/>
          </a:xfrm>
          <a:prstGeom prst="rect">
            <a:avLst/>
          </a:prstGeom>
          <a:blipFill>
            <a:blip r:embed="rId25" cstate="print"/>
            <a:stretch>
              <a:fillRect/>
            </a:stretch>
          </a:blipFill>
        </p:spPr>
        <p:txBody>
          <a:bodyPr wrap="square" lIns="0" tIns="0" rIns="0" bIns="0" rtlCol="0"/>
          <a:lstStyle/>
          <a:p>
            <a:endParaRPr/>
          </a:p>
        </p:txBody>
      </p:sp>
      <p:sp>
        <p:nvSpPr>
          <p:cNvPr id="507" name="object 189">
            <a:extLst>
              <a:ext uri="{FF2B5EF4-FFF2-40B4-BE49-F238E27FC236}">
                <a16:creationId xmlns:a16="http://schemas.microsoft.com/office/drawing/2014/main" id="{201D4178-73A6-4DDF-930E-C5A2E4D06D61}"/>
              </a:ext>
            </a:extLst>
          </p:cNvPr>
          <p:cNvSpPr/>
          <p:nvPr/>
        </p:nvSpPr>
        <p:spPr>
          <a:xfrm>
            <a:off x="12542050" y="2620103"/>
            <a:ext cx="140970" cy="210185"/>
          </a:xfrm>
          <a:custGeom>
            <a:avLst/>
            <a:gdLst/>
            <a:ahLst/>
            <a:cxnLst/>
            <a:rect l="l" t="t" r="r" b="b"/>
            <a:pathLst>
              <a:path w="140970" h="210185">
                <a:moveTo>
                  <a:pt x="0" y="0"/>
                </a:moveTo>
                <a:lnTo>
                  <a:pt x="0" y="139911"/>
                </a:lnTo>
                <a:lnTo>
                  <a:pt x="121169" y="209867"/>
                </a:lnTo>
                <a:lnTo>
                  <a:pt x="140927" y="137608"/>
                </a:lnTo>
                <a:lnTo>
                  <a:pt x="121169" y="69955"/>
                </a:lnTo>
                <a:lnTo>
                  <a:pt x="73851" y="19538"/>
                </a:lnTo>
                <a:lnTo>
                  <a:pt x="0" y="0"/>
                </a:lnTo>
                <a:close/>
              </a:path>
            </a:pathLst>
          </a:custGeom>
          <a:solidFill>
            <a:srgbClr val="E6E7E8"/>
          </a:solidFill>
        </p:spPr>
        <p:txBody>
          <a:bodyPr wrap="square" lIns="0" tIns="0" rIns="0" bIns="0" rtlCol="0"/>
          <a:lstStyle/>
          <a:p>
            <a:endParaRPr/>
          </a:p>
        </p:txBody>
      </p:sp>
      <p:sp>
        <p:nvSpPr>
          <p:cNvPr id="508" name="object 190">
            <a:extLst>
              <a:ext uri="{FF2B5EF4-FFF2-40B4-BE49-F238E27FC236}">
                <a16:creationId xmlns:a16="http://schemas.microsoft.com/office/drawing/2014/main" id="{60D0C9FD-01A0-4FD3-864F-6A5E526040C3}"/>
              </a:ext>
            </a:extLst>
          </p:cNvPr>
          <p:cNvSpPr/>
          <p:nvPr/>
        </p:nvSpPr>
        <p:spPr>
          <a:xfrm>
            <a:off x="12663219" y="2620106"/>
            <a:ext cx="121285" cy="210185"/>
          </a:xfrm>
          <a:custGeom>
            <a:avLst/>
            <a:gdLst/>
            <a:ahLst/>
            <a:cxnLst/>
            <a:rect l="l" t="t" r="r" b="b"/>
            <a:pathLst>
              <a:path w="121284" h="210185">
                <a:moveTo>
                  <a:pt x="121169" y="0"/>
                </a:moveTo>
                <a:lnTo>
                  <a:pt x="44574" y="17968"/>
                </a:lnTo>
                <a:lnTo>
                  <a:pt x="0" y="69945"/>
                </a:lnTo>
                <a:lnTo>
                  <a:pt x="0" y="209867"/>
                </a:lnTo>
                <a:lnTo>
                  <a:pt x="121169" y="139911"/>
                </a:lnTo>
                <a:lnTo>
                  <a:pt x="121169" y="0"/>
                </a:lnTo>
                <a:close/>
              </a:path>
            </a:pathLst>
          </a:custGeom>
          <a:solidFill>
            <a:srgbClr val="CCCCCC"/>
          </a:solidFill>
        </p:spPr>
        <p:txBody>
          <a:bodyPr wrap="square" lIns="0" tIns="0" rIns="0" bIns="0" rtlCol="0"/>
          <a:lstStyle/>
          <a:p>
            <a:endParaRPr/>
          </a:p>
        </p:txBody>
      </p:sp>
      <p:sp>
        <p:nvSpPr>
          <p:cNvPr id="509" name="object 191">
            <a:extLst>
              <a:ext uri="{FF2B5EF4-FFF2-40B4-BE49-F238E27FC236}">
                <a16:creationId xmlns:a16="http://schemas.microsoft.com/office/drawing/2014/main" id="{BC5E6136-2D9A-48B6-B02E-8ED50B537572}"/>
              </a:ext>
            </a:extLst>
          </p:cNvPr>
          <p:cNvSpPr/>
          <p:nvPr/>
        </p:nvSpPr>
        <p:spPr>
          <a:xfrm>
            <a:off x="12542050" y="2550150"/>
            <a:ext cx="242570" cy="140335"/>
          </a:xfrm>
          <a:custGeom>
            <a:avLst/>
            <a:gdLst/>
            <a:ahLst/>
            <a:cxnLst/>
            <a:rect l="l" t="t" r="r" b="b"/>
            <a:pathLst>
              <a:path w="242570" h="140335">
                <a:moveTo>
                  <a:pt x="121169" y="0"/>
                </a:moveTo>
                <a:lnTo>
                  <a:pt x="0" y="69955"/>
                </a:lnTo>
                <a:lnTo>
                  <a:pt x="121169" y="139901"/>
                </a:lnTo>
                <a:lnTo>
                  <a:pt x="242338" y="69955"/>
                </a:lnTo>
                <a:lnTo>
                  <a:pt x="121169" y="0"/>
                </a:lnTo>
                <a:close/>
              </a:path>
            </a:pathLst>
          </a:custGeom>
          <a:solidFill>
            <a:srgbClr val="BCBEC0"/>
          </a:solidFill>
        </p:spPr>
        <p:txBody>
          <a:bodyPr wrap="square" lIns="0" tIns="0" rIns="0" bIns="0" rtlCol="0"/>
          <a:lstStyle/>
          <a:p>
            <a:endParaRPr/>
          </a:p>
        </p:txBody>
      </p:sp>
      <p:sp>
        <p:nvSpPr>
          <p:cNvPr id="510" name="object 192">
            <a:extLst>
              <a:ext uri="{FF2B5EF4-FFF2-40B4-BE49-F238E27FC236}">
                <a16:creationId xmlns:a16="http://schemas.microsoft.com/office/drawing/2014/main" id="{0D5EB008-078E-467E-AEB1-B7BC5ECFA0AB}"/>
              </a:ext>
            </a:extLst>
          </p:cNvPr>
          <p:cNvSpPr/>
          <p:nvPr/>
        </p:nvSpPr>
        <p:spPr>
          <a:xfrm>
            <a:off x="12396649" y="2704053"/>
            <a:ext cx="140970" cy="210185"/>
          </a:xfrm>
          <a:custGeom>
            <a:avLst/>
            <a:gdLst/>
            <a:ahLst/>
            <a:cxnLst/>
            <a:rect l="l" t="t" r="r" b="b"/>
            <a:pathLst>
              <a:path w="140970" h="210185">
                <a:moveTo>
                  <a:pt x="0" y="0"/>
                </a:moveTo>
                <a:lnTo>
                  <a:pt x="0" y="139911"/>
                </a:lnTo>
                <a:lnTo>
                  <a:pt x="121169" y="209867"/>
                </a:lnTo>
                <a:lnTo>
                  <a:pt x="140917" y="137597"/>
                </a:lnTo>
                <a:lnTo>
                  <a:pt x="121169" y="69955"/>
                </a:lnTo>
                <a:lnTo>
                  <a:pt x="73840" y="19538"/>
                </a:lnTo>
                <a:lnTo>
                  <a:pt x="0" y="0"/>
                </a:lnTo>
                <a:close/>
              </a:path>
            </a:pathLst>
          </a:custGeom>
          <a:solidFill>
            <a:srgbClr val="FDC583"/>
          </a:solidFill>
        </p:spPr>
        <p:txBody>
          <a:bodyPr wrap="square" lIns="0" tIns="0" rIns="0" bIns="0" rtlCol="0"/>
          <a:lstStyle/>
          <a:p>
            <a:endParaRPr/>
          </a:p>
        </p:txBody>
      </p:sp>
      <p:sp>
        <p:nvSpPr>
          <p:cNvPr id="511" name="object 193">
            <a:extLst>
              <a:ext uri="{FF2B5EF4-FFF2-40B4-BE49-F238E27FC236}">
                <a16:creationId xmlns:a16="http://schemas.microsoft.com/office/drawing/2014/main" id="{37BE10CD-80BA-409F-BCC2-D2A9B4D4A2E1}"/>
              </a:ext>
            </a:extLst>
          </p:cNvPr>
          <p:cNvSpPr/>
          <p:nvPr/>
        </p:nvSpPr>
        <p:spPr>
          <a:xfrm>
            <a:off x="12517817" y="2704049"/>
            <a:ext cx="121285" cy="210185"/>
          </a:xfrm>
          <a:custGeom>
            <a:avLst/>
            <a:gdLst/>
            <a:ahLst/>
            <a:cxnLst/>
            <a:rect l="l" t="t" r="r" b="b"/>
            <a:pathLst>
              <a:path w="121284" h="210185">
                <a:moveTo>
                  <a:pt x="121169" y="0"/>
                </a:moveTo>
                <a:lnTo>
                  <a:pt x="44574" y="17968"/>
                </a:lnTo>
                <a:lnTo>
                  <a:pt x="0" y="69955"/>
                </a:lnTo>
                <a:lnTo>
                  <a:pt x="0" y="209867"/>
                </a:lnTo>
                <a:lnTo>
                  <a:pt x="121169" y="139911"/>
                </a:lnTo>
                <a:lnTo>
                  <a:pt x="121169" y="0"/>
                </a:lnTo>
                <a:close/>
              </a:path>
            </a:pathLst>
          </a:custGeom>
          <a:solidFill>
            <a:srgbClr val="F89635"/>
          </a:solidFill>
        </p:spPr>
        <p:txBody>
          <a:bodyPr wrap="square" lIns="0" tIns="0" rIns="0" bIns="0" rtlCol="0"/>
          <a:lstStyle/>
          <a:p>
            <a:endParaRPr/>
          </a:p>
        </p:txBody>
      </p:sp>
      <p:sp>
        <p:nvSpPr>
          <p:cNvPr id="512" name="object 194">
            <a:extLst>
              <a:ext uri="{FF2B5EF4-FFF2-40B4-BE49-F238E27FC236}">
                <a16:creationId xmlns:a16="http://schemas.microsoft.com/office/drawing/2014/main" id="{11DA474E-7F33-4AF9-AAD1-5490EED55536}"/>
              </a:ext>
            </a:extLst>
          </p:cNvPr>
          <p:cNvSpPr/>
          <p:nvPr/>
        </p:nvSpPr>
        <p:spPr>
          <a:xfrm>
            <a:off x="12396648" y="2634093"/>
            <a:ext cx="242570" cy="140335"/>
          </a:xfrm>
          <a:custGeom>
            <a:avLst/>
            <a:gdLst/>
            <a:ahLst/>
            <a:cxnLst/>
            <a:rect l="l" t="t" r="r" b="b"/>
            <a:pathLst>
              <a:path w="242570" h="140335">
                <a:moveTo>
                  <a:pt x="121169" y="0"/>
                </a:moveTo>
                <a:lnTo>
                  <a:pt x="0" y="69955"/>
                </a:lnTo>
                <a:lnTo>
                  <a:pt x="121169" y="139911"/>
                </a:lnTo>
                <a:lnTo>
                  <a:pt x="242338" y="69955"/>
                </a:lnTo>
                <a:lnTo>
                  <a:pt x="121169" y="0"/>
                </a:lnTo>
                <a:close/>
              </a:path>
            </a:pathLst>
          </a:custGeom>
          <a:solidFill>
            <a:srgbClr val="EED19F"/>
          </a:solidFill>
        </p:spPr>
        <p:txBody>
          <a:bodyPr wrap="square" lIns="0" tIns="0" rIns="0" bIns="0" rtlCol="0"/>
          <a:lstStyle/>
          <a:p>
            <a:endParaRPr/>
          </a:p>
        </p:txBody>
      </p:sp>
      <p:sp>
        <p:nvSpPr>
          <p:cNvPr id="513" name="object 195">
            <a:extLst>
              <a:ext uri="{FF2B5EF4-FFF2-40B4-BE49-F238E27FC236}">
                <a16:creationId xmlns:a16="http://schemas.microsoft.com/office/drawing/2014/main" id="{DBAC406B-3E58-43E0-9E71-22B6DB0A0978}"/>
              </a:ext>
            </a:extLst>
          </p:cNvPr>
          <p:cNvSpPr/>
          <p:nvPr/>
        </p:nvSpPr>
        <p:spPr>
          <a:xfrm>
            <a:off x="12542050" y="2461540"/>
            <a:ext cx="140970" cy="210185"/>
          </a:xfrm>
          <a:custGeom>
            <a:avLst/>
            <a:gdLst/>
            <a:ahLst/>
            <a:cxnLst/>
            <a:rect l="l" t="t" r="r" b="b"/>
            <a:pathLst>
              <a:path w="140970" h="210185">
                <a:moveTo>
                  <a:pt x="0" y="0"/>
                </a:moveTo>
                <a:lnTo>
                  <a:pt x="0" y="139911"/>
                </a:lnTo>
                <a:lnTo>
                  <a:pt x="121169" y="209867"/>
                </a:lnTo>
                <a:lnTo>
                  <a:pt x="140927" y="137597"/>
                </a:lnTo>
                <a:lnTo>
                  <a:pt x="121169" y="69955"/>
                </a:lnTo>
                <a:lnTo>
                  <a:pt x="73851" y="19538"/>
                </a:lnTo>
                <a:lnTo>
                  <a:pt x="0" y="0"/>
                </a:lnTo>
                <a:close/>
              </a:path>
            </a:pathLst>
          </a:custGeom>
          <a:solidFill>
            <a:srgbClr val="0081BF"/>
          </a:solidFill>
        </p:spPr>
        <p:txBody>
          <a:bodyPr wrap="square" lIns="0" tIns="0" rIns="0" bIns="0" rtlCol="0"/>
          <a:lstStyle/>
          <a:p>
            <a:endParaRPr/>
          </a:p>
        </p:txBody>
      </p:sp>
      <p:sp>
        <p:nvSpPr>
          <p:cNvPr id="514" name="object 196">
            <a:extLst>
              <a:ext uri="{FF2B5EF4-FFF2-40B4-BE49-F238E27FC236}">
                <a16:creationId xmlns:a16="http://schemas.microsoft.com/office/drawing/2014/main" id="{EEB141DE-EEBF-4BC4-9328-B6E1017BD708}"/>
              </a:ext>
            </a:extLst>
          </p:cNvPr>
          <p:cNvSpPr/>
          <p:nvPr/>
        </p:nvSpPr>
        <p:spPr>
          <a:xfrm>
            <a:off x="12663219" y="2461536"/>
            <a:ext cx="121285" cy="210185"/>
          </a:xfrm>
          <a:custGeom>
            <a:avLst/>
            <a:gdLst/>
            <a:ahLst/>
            <a:cxnLst/>
            <a:rect l="l" t="t" r="r" b="b"/>
            <a:pathLst>
              <a:path w="121284" h="210185">
                <a:moveTo>
                  <a:pt x="121169" y="0"/>
                </a:moveTo>
                <a:lnTo>
                  <a:pt x="44574" y="17968"/>
                </a:lnTo>
                <a:lnTo>
                  <a:pt x="0" y="69955"/>
                </a:lnTo>
                <a:lnTo>
                  <a:pt x="0" y="209867"/>
                </a:lnTo>
                <a:lnTo>
                  <a:pt x="121169" y="139911"/>
                </a:lnTo>
                <a:lnTo>
                  <a:pt x="121169" y="0"/>
                </a:lnTo>
                <a:close/>
              </a:path>
            </a:pathLst>
          </a:custGeom>
          <a:solidFill>
            <a:srgbClr val="005E95"/>
          </a:solidFill>
        </p:spPr>
        <p:txBody>
          <a:bodyPr wrap="square" lIns="0" tIns="0" rIns="0" bIns="0" rtlCol="0"/>
          <a:lstStyle/>
          <a:p>
            <a:endParaRPr/>
          </a:p>
        </p:txBody>
      </p:sp>
      <p:sp>
        <p:nvSpPr>
          <p:cNvPr id="515" name="object 197">
            <a:extLst>
              <a:ext uri="{FF2B5EF4-FFF2-40B4-BE49-F238E27FC236}">
                <a16:creationId xmlns:a16="http://schemas.microsoft.com/office/drawing/2014/main" id="{4B56C220-12CE-4566-937B-FC28506609B3}"/>
              </a:ext>
            </a:extLst>
          </p:cNvPr>
          <p:cNvSpPr/>
          <p:nvPr/>
        </p:nvSpPr>
        <p:spPr>
          <a:xfrm>
            <a:off x="12542050" y="2391580"/>
            <a:ext cx="242570" cy="140335"/>
          </a:xfrm>
          <a:custGeom>
            <a:avLst/>
            <a:gdLst/>
            <a:ahLst/>
            <a:cxnLst/>
            <a:rect l="l" t="t" r="r" b="b"/>
            <a:pathLst>
              <a:path w="242570" h="140335">
                <a:moveTo>
                  <a:pt x="121169" y="0"/>
                </a:moveTo>
                <a:lnTo>
                  <a:pt x="0" y="69955"/>
                </a:lnTo>
                <a:lnTo>
                  <a:pt x="121169" y="139911"/>
                </a:lnTo>
                <a:lnTo>
                  <a:pt x="242338" y="69955"/>
                </a:lnTo>
                <a:lnTo>
                  <a:pt x="121169" y="0"/>
                </a:lnTo>
                <a:close/>
              </a:path>
            </a:pathLst>
          </a:custGeom>
          <a:solidFill>
            <a:srgbClr val="2C96CE"/>
          </a:solidFill>
        </p:spPr>
        <p:txBody>
          <a:bodyPr wrap="square" lIns="0" tIns="0" rIns="0" bIns="0" rtlCol="0"/>
          <a:lstStyle/>
          <a:p>
            <a:endParaRPr/>
          </a:p>
        </p:txBody>
      </p:sp>
      <p:sp>
        <p:nvSpPr>
          <p:cNvPr id="516" name="object 198">
            <a:extLst>
              <a:ext uri="{FF2B5EF4-FFF2-40B4-BE49-F238E27FC236}">
                <a16:creationId xmlns:a16="http://schemas.microsoft.com/office/drawing/2014/main" id="{298EEC16-A464-48CB-92D1-83740BEF117A}"/>
              </a:ext>
            </a:extLst>
          </p:cNvPr>
          <p:cNvSpPr/>
          <p:nvPr/>
        </p:nvSpPr>
        <p:spPr>
          <a:xfrm>
            <a:off x="12396649" y="2545480"/>
            <a:ext cx="140970" cy="210185"/>
          </a:xfrm>
          <a:custGeom>
            <a:avLst/>
            <a:gdLst/>
            <a:ahLst/>
            <a:cxnLst/>
            <a:rect l="l" t="t" r="r" b="b"/>
            <a:pathLst>
              <a:path w="140970" h="210185">
                <a:moveTo>
                  <a:pt x="0" y="0"/>
                </a:moveTo>
                <a:lnTo>
                  <a:pt x="0" y="139922"/>
                </a:lnTo>
                <a:lnTo>
                  <a:pt x="121169" y="209878"/>
                </a:lnTo>
                <a:lnTo>
                  <a:pt x="140917" y="137608"/>
                </a:lnTo>
                <a:lnTo>
                  <a:pt x="121169" y="69966"/>
                </a:lnTo>
                <a:lnTo>
                  <a:pt x="73840" y="19549"/>
                </a:lnTo>
                <a:lnTo>
                  <a:pt x="0" y="0"/>
                </a:lnTo>
                <a:close/>
              </a:path>
            </a:pathLst>
          </a:custGeom>
          <a:solidFill>
            <a:srgbClr val="00527E"/>
          </a:solidFill>
        </p:spPr>
        <p:txBody>
          <a:bodyPr wrap="square" lIns="0" tIns="0" rIns="0" bIns="0" rtlCol="0"/>
          <a:lstStyle/>
          <a:p>
            <a:endParaRPr/>
          </a:p>
        </p:txBody>
      </p:sp>
      <p:sp>
        <p:nvSpPr>
          <p:cNvPr id="517" name="object 199">
            <a:extLst>
              <a:ext uri="{FF2B5EF4-FFF2-40B4-BE49-F238E27FC236}">
                <a16:creationId xmlns:a16="http://schemas.microsoft.com/office/drawing/2014/main" id="{16DC4714-E8C5-45B2-B707-DE551335A5EE}"/>
              </a:ext>
            </a:extLst>
          </p:cNvPr>
          <p:cNvSpPr/>
          <p:nvPr/>
        </p:nvSpPr>
        <p:spPr>
          <a:xfrm>
            <a:off x="12517817" y="2545485"/>
            <a:ext cx="121285" cy="210185"/>
          </a:xfrm>
          <a:custGeom>
            <a:avLst/>
            <a:gdLst/>
            <a:ahLst/>
            <a:cxnLst/>
            <a:rect l="l" t="t" r="r" b="b"/>
            <a:pathLst>
              <a:path w="121284" h="210185">
                <a:moveTo>
                  <a:pt x="121169" y="0"/>
                </a:moveTo>
                <a:lnTo>
                  <a:pt x="44574" y="17968"/>
                </a:lnTo>
                <a:lnTo>
                  <a:pt x="0" y="69955"/>
                </a:lnTo>
                <a:lnTo>
                  <a:pt x="0" y="209878"/>
                </a:lnTo>
                <a:lnTo>
                  <a:pt x="121169" y="139911"/>
                </a:lnTo>
                <a:lnTo>
                  <a:pt x="121169" y="0"/>
                </a:lnTo>
                <a:close/>
              </a:path>
            </a:pathLst>
          </a:custGeom>
          <a:solidFill>
            <a:srgbClr val="002B4C"/>
          </a:solidFill>
        </p:spPr>
        <p:txBody>
          <a:bodyPr wrap="square" lIns="0" tIns="0" rIns="0" bIns="0" rtlCol="0"/>
          <a:lstStyle/>
          <a:p>
            <a:endParaRPr/>
          </a:p>
        </p:txBody>
      </p:sp>
      <p:sp>
        <p:nvSpPr>
          <p:cNvPr id="518" name="object 200">
            <a:extLst>
              <a:ext uri="{FF2B5EF4-FFF2-40B4-BE49-F238E27FC236}">
                <a16:creationId xmlns:a16="http://schemas.microsoft.com/office/drawing/2014/main" id="{60C319FB-1B7D-4BE8-A7B9-8C76E260C651}"/>
              </a:ext>
            </a:extLst>
          </p:cNvPr>
          <p:cNvSpPr/>
          <p:nvPr/>
        </p:nvSpPr>
        <p:spPr>
          <a:xfrm>
            <a:off x="12396648" y="2475529"/>
            <a:ext cx="242570" cy="140335"/>
          </a:xfrm>
          <a:custGeom>
            <a:avLst/>
            <a:gdLst/>
            <a:ahLst/>
            <a:cxnLst/>
            <a:rect l="l" t="t" r="r" b="b"/>
            <a:pathLst>
              <a:path w="242570" h="140335">
                <a:moveTo>
                  <a:pt x="121169" y="0"/>
                </a:moveTo>
                <a:lnTo>
                  <a:pt x="0" y="69955"/>
                </a:lnTo>
                <a:lnTo>
                  <a:pt x="121169" y="139911"/>
                </a:lnTo>
                <a:lnTo>
                  <a:pt x="242338" y="69955"/>
                </a:lnTo>
                <a:lnTo>
                  <a:pt x="121169" y="0"/>
                </a:lnTo>
                <a:close/>
              </a:path>
            </a:pathLst>
          </a:custGeom>
          <a:solidFill>
            <a:srgbClr val="00679C"/>
          </a:solidFill>
        </p:spPr>
        <p:txBody>
          <a:bodyPr wrap="square" lIns="0" tIns="0" rIns="0" bIns="0" rtlCol="0"/>
          <a:lstStyle/>
          <a:p>
            <a:endParaRPr/>
          </a:p>
        </p:txBody>
      </p:sp>
      <p:sp>
        <p:nvSpPr>
          <p:cNvPr id="519" name="object 201">
            <a:extLst>
              <a:ext uri="{FF2B5EF4-FFF2-40B4-BE49-F238E27FC236}">
                <a16:creationId xmlns:a16="http://schemas.microsoft.com/office/drawing/2014/main" id="{9390C47E-1E6C-4DBB-A813-C125CB6CFA2B}"/>
              </a:ext>
            </a:extLst>
          </p:cNvPr>
          <p:cNvSpPr/>
          <p:nvPr/>
        </p:nvSpPr>
        <p:spPr>
          <a:xfrm>
            <a:off x="9162988" y="5221202"/>
            <a:ext cx="10337862" cy="1044313"/>
          </a:xfrm>
          <a:prstGeom prst="rect">
            <a:avLst/>
          </a:prstGeom>
          <a:blipFill>
            <a:blip r:embed="rId26" cstate="print"/>
            <a:stretch>
              <a:fillRect/>
            </a:stretch>
          </a:blipFill>
        </p:spPr>
        <p:txBody>
          <a:bodyPr wrap="square" lIns="0" tIns="0" rIns="0" bIns="0" rtlCol="0"/>
          <a:lstStyle/>
          <a:p>
            <a:endParaRPr/>
          </a:p>
        </p:txBody>
      </p:sp>
      <p:sp>
        <p:nvSpPr>
          <p:cNvPr id="520" name="object 202">
            <a:extLst>
              <a:ext uri="{FF2B5EF4-FFF2-40B4-BE49-F238E27FC236}">
                <a16:creationId xmlns:a16="http://schemas.microsoft.com/office/drawing/2014/main" id="{8B8CCAF0-CB3A-4766-BD7C-D1F8EB6D6E77}"/>
              </a:ext>
            </a:extLst>
          </p:cNvPr>
          <p:cNvSpPr/>
          <p:nvPr/>
        </p:nvSpPr>
        <p:spPr>
          <a:xfrm>
            <a:off x="12031225" y="4078168"/>
            <a:ext cx="23495" cy="31115"/>
          </a:xfrm>
          <a:custGeom>
            <a:avLst/>
            <a:gdLst/>
            <a:ahLst/>
            <a:cxnLst/>
            <a:rect l="l" t="t" r="r" b="b"/>
            <a:pathLst>
              <a:path w="23495"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521" name="object 203">
            <a:extLst>
              <a:ext uri="{FF2B5EF4-FFF2-40B4-BE49-F238E27FC236}">
                <a16:creationId xmlns:a16="http://schemas.microsoft.com/office/drawing/2014/main" id="{3B31C389-B1E0-462C-A72C-7F41EDDFBA42}"/>
              </a:ext>
            </a:extLst>
          </p:cNvPr>
          <p:cNvSpPr/>
          <p:nvPr/>
        </p:nvSpPr>
        <p:spPr>
          <a:xfrm>
            <a:off x="12031225" y="4162103"/>
            <a:ext cx="23495" cy="31115"/>
          </a:xfrm>
          <a:custGeom>
            <a:avLst/>
            <a:gdLst/>
            <a:ahLst/>
            <a:cxnLst/>
            <a:rect l="l" t="t" r="r" b="b"/>
            <a:pathLst>
              <a:path w="23495"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522" name="object 204">
            <a:extLst>
              <a:ext uri="{FF2B5EF4-FFF2-40B4-BE49-F238E27FC236}">
                <a16:creationId xmlns:a16="http://schemas.microsoft.com/office/drawing/2014/main" id="{B4236FED-717C-4DB0-A15A-8FE8318C9033}"/>
              </a:ext>
            </a:extLst>
          </p:cNvPr>
          <p:cNvSpPr/>
          <p:nvPr/>
        </p:nvSpPr>
        <p:spPr>
          <a:xfrm>
            <a:off x="12050314"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23" name="object 205">
            <a:extLst>
              <a:ext uri="{FF2B5EF4-FFF2-40B4-BE49-F238E27FC236}">
                <a16:creationId xmlns:a16="http://schemas.microsoft.com/office/drawing/2014/main" id="{4C4ED8BB-6CE4-4488-B87D-00062CB96E98}"/>
              </a:ext>
            </a:extLst>
          </p:cNvPr>
          <p:cNvSpPr/>
          <p:nvPr/>
        </p:nvSpPr>
        <p:spPr>
          <a:xfrm>
            <a:off x="12134238"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24" name="object 206">
            <a:extLst>
              <a:ext uri="{FF2B5EF4-FFF2-40B4-BE49-F238E27FC236}">
                <a16:creationId xmlns:a16="http://schemas.microsoft.com/office/drawing/2014/main" id="{9620FD50-2BA7-4B23-8850-D16D2C1F6202}"/>
              </a:ext>
            </a:extLst>
          </p:cNvPr>
          <p:cNvSpPr/>
          <p:nvPr/>
        </p:nvSpPr>
        <p:spPr>
          <a:xfrm>
            <a:off x="12218162"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25" name="object 207">
            <a:extLst>
              <a:ext uri="{FF2B5EF4-FFF2-40B4-BE49-F238E27FC236}">
                <a16:creationId xmlns:a16="http://schemas.microsoft.com/office/drawing/2014/main" id="{D14E45F6-24A5-4A97-9D44-806AEFB476F4}"/>
              </a:ext>
            </a:extLst>
          </p:cNvPr>
          <p:cNvSpPr/>
          <p:nvPr/>
        </p:nvSpPr>
        <p:spPr>
          <a:xfrm>
            <a:off x="12302097"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26" name="object 208">
            <a:extLst>
              <a:ext uri="{FF2B5EF4-FFF2-40B4-BE49-F238E27FC236}">
                <a16:creationId xmlns:a16="http://schemas.microsoft.com/office/drawing/2014/main" id="{65CA30BE-E800-487D-B15B-3F3A593D21DC}"/>
              </a:ext>
            </a:extLst>
          </p:cNvPr>
          <p:cNvSpPr/>
          <p:nvPr/>
        </p:nvSpPr>
        <p:spPr>
          <a:xfrm>
            <a:off x="12386021"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27" name="object 209">
            <a:extLst>
              <a:ext uri="{FF2B5EF4-FFF2-40B4-BE49-F238E27FC236}">
                <a16:creationId xmlns:a16="http://schemas.microsoft.com/office/drawing/2014/main" id="{B799032B-A733-4E41-B29B-B4E6BCE37491}"/>
              </a:ext>
            </a:extLst>
          </p:cNvPr>
          <p:cNvSpPr/>
          <p:nvPr/>
        </p:nvSpPr>
        <p:spPr>
          <a:xfrm>
            <a:off x="12469945"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28" name="object 210">
            <a:extLst>
              <a:ext uri="{FF2B5EF4-FFF2-40B4-BE49-F238E27FC236}">
                <a16:creationId xmlns:a16="http://schemas.microsoft.com/office/drawing/2014/main" id="{6C9D58D5-05E9-4A97-950B-A94E5FA9F62F}"/>
              </a:ext>
            </a:extLst>
          </p:cNvPr>
          <p:cNvSpPr/>
          <p:nvPr/>
        </p:nvSpPr>
        <p:spPr>
          <a:xfrm>
            <a:off x="12553880"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29" name="object 211">
            <a:extLst>
              <a:ext uri="{FF2B5EF4-FFF2-40B4-BE49-F238E27FC236}">
                <a16:creationId xmlns:a16="http://schemas.microsoft.com/office/drawing/2014/main" id="{E4C40930-D5C5-4E05-BC6C-EB7EDC09BEEA}"/>
              </a:ext>
            </a:extLst>
          </p:cNvPr>
          <p:cNvSpPr/>
          <p:nvPr/>
        </p:nvSpPr>
        <p:spPr>
          <a:xfrm>
            <a:off x="12637804"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30" name="object 212">
            <a:extLst>
              <a:ext uri="{FF2B5EF4-FFF2-40B4-BE49-F238E27FC236}">
                <a16:creationId xmlns:a16="http://schemas.microsoft.com/office/drawing/2014/main" id="{2EF7FBAD-A3E7-4CAF-8412-1EA0BFCE71F3}"/>
              </a:ext>
            </a:extLst>
          </p:cNvPr>
          <p:cNvSpPr/>
          <p:nvPr/>
        </p:nvSpPr>
        <p:spPr>
          <a:xfrm>
            <a:off x="12721728"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31" name="object 213">
            <a:extLst>
              <a:ext uri="{FF2B5EF4-FFF2-40B4-BE49-F238E27FC236}">
                <a16:creationId xmlns:a16="http://schemas.microsoft.com/office/drawing/2014/main" id="{6D4CADF8-3C70-4E88-B4EF-D3DC8E308C68}"/>
              </a:ext>
            </a:extLst>
          </p:cNvPr>
          <p:cNvSpPr/>
          <p:nvPr/>
        </p:nvSpPr>
        <p:spPr>
          <a:xfrm>
            <a:off x="12805662"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32" name="object 214">
            <a:extLst>
              <a:ext uri="{FF2B5EF4-FFF2-40B4-BE49-F238E27FC236}">
                <a16:creationId xmlns:a16="http://schemas.microsoft.com/office/drawing/2014/main" id="{62AF6EA4-EE40-4C97-A84A-EBA3E456A5C7}"/>
              </a:ext>
            </a:extLst>
          </p:cNvPr>
          <p:cNvSpPr/>
          <p:nvPr/>
        </p:nvSpPr>
        <p:spPr>
          <a:xfrm>
            <a:off x="12889587"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33" name="object 215">
            <a:extLst>
              <a:ext uri="{FF2B5EF4-FFF2-40B4-BE49-F238E27FC236}">
                <a16:creationId xmlns:a16="http://schemas.microsoft.com/office/drawing/2014/main" id="{D0990D3C-F4CB-4435-B9E2-19C711CE650F}"/>
              </a:ext>
            </a:extLst>
          </p:cNvPr>
          <p:cNvSpPr/>
          <p:nvPr/>
        </p:nvSpPr>
        <p:spPr>
          <a:xfrm>
            <a:off x="12973511"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34" name="object 216">
            <a:extLst>
              <a:ext uri="{FF2B5EF4-FFF2-40B4-BE49-F238E27FC236}">
                <a16:creationId xmlns:a16="http://schemas.microsoft.com/office/drawing/2014/main" id="{187F6926-AB7A-454D-A6FA-5B1C3235EE6C}"/>
              </a:ext>
            </a:extLst>
          </p:cNvPr>
          <p:cNvSpPr/>
          <p:nvPr/>
        </p:nvSpPr>
        <p:spPr>
          <a:xfrm>
            <a:off x="13057445"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35" name="object 217">
            <a:extLst>
              <a:ext uri="{FF2B5EF4-FFF2-40B4-BE49-F238E27FC236}">
                <a16:creationId xmlns:a16="http://schemas.microsoft.com/office/drawing/2014/main" id="{294933FB-70C1-4015-B16E-F84A7FB56760}"/>
              </a:ext>
            </a:extLst>
          </p:cNvPr>
          <p:cNvSpPr/>
          <p:nvPr/>
        </p:nvSpPr>
        <p:spPr>
          <a:xfrm>
            <a:off x="13097424" y="4175370"/>
            <a:ext cx="23495" cy="31115"/>
          </a:xfrm>
          <a:custGeom>
            <a:avLst/>
            <a:gdLst/>
            <a:ahLst/>
            <a:cxnLst/>
            <a:rect l="l" t="t" r="r" b="b"/>
            <a:pathLst>
              <a:path w="23495"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536" name="object 218">
            <a:extLst>
              <a:ext uri="{FF2B5EF4-FFF2-40B4-BE49-F238E27FC236}">
                <a16:creationId xmlns:a16="http://schemas.microsoft.com/office/drawing/2014/main" id="{807256C3-9DEA-41D1-A6CF-CA6A11DC391B}"/>
              </a:ext>
            </a:extLst>
          </p:cNvPr>
          <p:cNvSpPr/>
          <p:nvPr/>
        </p:nvSpPr>
        <p:spPr>
          <a:xfrm>
            <a:off x="13097424" y="4091445"/>
            <a:ext cx="23495" cy="31115"/>
          </a:xfrm>
          <a:custGeom>
            <a:avLst/>
            <a:gdLst/>
            <a:ahLst/>
            <a:cxnLst/>
            <a:rect l="l" t="t" r="r" b="b"/>
            <a:pathLst>
              <a:path w="23495"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537" name="object 219">
            <a:extLst>
              <a:ext uri="{FF2B5EF4-FFF2-40B4-BE49-F238E27FC236}">
                <a16:creationId xmlns:a16="http://schemas.microsoft.com/office/drawing/2014/main" id="{64546310-2F53-4DEC-BFDE-00B618283872}"/>
              </a:ext>
            </a:extLst>
          </p:cNvPr>
          <p:cNvSpPr/>
          <p:nvPr/>
        </p:nvSpPr>
        <p:spPr>
          <a:xfrm>
            <a:off x="12559084" y="4225096"/>
            <a:ext cx="23495" cy="31115"/>
          </a:xfrm>
          <a:custGeom>
            <a:avLst/>
            <a:gdLst/>
            <a:ahLst/>
            <a:cxnLst/>
            <a:rect l="l" t="t" r="r" b="b"/>
            <a:pathLst>
              <a:path w="23495"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538" name="object 220">
            <a:extLst>
              <a:ext uri="{FF2B5EF4-FFF2-40B4-BE49-F238E27FC236}">
                <a16:creationId xmlns:a16="http://schemas.microsoft.com/office/drawing/2014/main" id="{5E356C94-599E-4364-BD72-0E808495AFEE}"/>
              </a:ext>
            </a:extLst>
          </p:cNvPr>
          <p:cNvSpPr/>
          <p:nvPr/>
        </p:nvSpPr>
        <p:spPr>
          <a:xfrm>
            <a:off x="12559084" y="4309020"/>
            <a:ext cx="23495" cy="31115"/>
          </a:xfrm>
          <a:custGeom>
            <a:avLst/>
            <a:gdLst/>
            <a:ahLst/>
            <a:cxnLst/>
            <a:rect l="l" t="t" r="r" b="b"/>
            <a:pathLst>
              <a:path w="23495"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539" name="object 221">
            <a:extLst>
              <a:ext uri="{FF2B5EF4-FFF2-40B4-BE49-F238E27FC236}">
                <a16:creationId xmlns:a16="http://schemas.microsoft.com/office/drawing/2014/main" id="{5008C532-571C-4543-B34D-809C96FF8C02}"/>
              </a:ext>
            </a:extLst>
          </p:cNvPr>
          <p:cNvSpPr/>
          <p:nvPr/>
        </p:nvSpPr>
        <p:spPr>
          <a:xfrm>
            <a:off x="12559084" y="4392944"/>
            <a:ext cx="23495" cy="24765"/>
          </a:xfrm>
          <a:custGeom>
            <a:avLst/>
            <a:gdLst/>
            <a:ahLst/>
            <a:cxnLst/>
            <a:rect l="l" t="t" r="r" b="b"/>
            <a:pathLst>
              <a:path w="23495" h="24764">
                <a:moveTo>
                  <a:pt x="22889" y="0"/>
                </a:moveTo>
                <a:lnTo>
                  <a:pt x="0" y="0"/>
                </a:lnTo>
                <a:lnTo>
                  <a:pt x="0" y="24229"/>
                </a:lnTo>
                <a:lnTo>
                  <a:pt x="22889" y="24229"/>
                </a:lnTo>
                <a:lnTo>
                  <a:pt x="22889" y="0"/>
                </a:lnTo>
                <a:close/>
              </a:path>
            </a:pathLst>
          </a:custGeom>
          <a:solidFill>
            <a:srgbClr val="A7A9AC"/>
          </a:solidFill>
        </p:spPr>
        <p:txBody>
          <a:bodyPr wrap="square" lIns="0" tIns="0" rIns="0" bIns="0" rtlCol="0"/>
          <a:lstStyle/>
          <a:p>
            <a:endParaRPr/>
          </a:p>
        </p:txBody>
      </p:sp>
      <p:sp>
        <p:nvSpPr>
          <p:cNvPr id="540" name="object 222">
            <a:extLst>
              <a:ext uri="{FF2B5EF4-FFF2-40B4-BE49-F238E27FC236}">
                <a16:creationId xmlns:a16="http://schemas.microsoft.com/office/drawing/2014/main" id="{1ADAEECD-D1DB-45E4-A5F1-7CE08FCE0B5B}"/>
              </a:ext>
            </a:extLst>
          </p:cNvPr>
          <p:cNvSpPr/>
          <p:nvPr/>
        </p:nvSpPr>
        <p:spPr>
          <a:xfrm>
            <a:off x="17007431" y="4078168"/>
            <a:ext cx="23495" cy="31115"/>
          </a:xfrm>
          <a:custGeom>
            <a:avLst/>
            <a:gdLst/>
            <a:ahLst/>
            <a:cxnLst/>
            <a:rect l="l" t="t" r="r" b="b"/>
            <a:pathLst>
              <a:path w="23494"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541" name="object 223">
            <a:extLst>
              <a:ext uri="{FF2B5EF4-FFF2-40B4-BE49-F238E27FC236}">
                <a16:creationId xmlns:a16="http://schemas.microsoft.com/office/drawing/2014/main" id="{1D521154-2184-4A47-98D8-82B6991E1666}"/>
              </a:ext>
            </a:extLst>
          </p:cNvPr>
          <p:cNvSpPr/>
          <p:nvPr/>
        </p:nvSpPr>
        <p:spPr>
          <a:xfrm>
            <a:off x="17007431" y="4162103"/>
            <a:ext cx="23495" cy="31115"/>
          </a:xfrm>
          <a:custGeom>
            <a:avLst/>
            <a:gdLst/>
            <a:ahLst/>
            <a:cxnLst/>
            <a:rect l="l" t="t" r="r" b="b"/>
            <a:pathLst>
              <a:path w="23494"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542" name="object 224">
            <a:extLst>
              <a:ext uri="{FF2B5EF4-FFF2-40B4-BE49-F238E27FC236}">
                <a16:creationId xmlns:a16="http://schemas.microsoft.com/office/drawing/2014/main" id="{0AC88264-5878-496E-B7DB-BFA53908E114}"/>
              </a:ext>
            </a:extLst>
          </p:cNvPr>
          <p:cNvSpPr/>
          <p:nvPr/>
        </p:nvSpPr>
        <p:spPr>
          <a:xfrm>
            <a:off x="17026498"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43" name="object 225">
            <a:extLst>
              <a:ext uri="{FF2B5EF4-FFF2-40B4-BE49-F238E27FC236}">
                <a16:creationId xmlns:a16="http://schemas.microsoft.com/office/drawing/2014/main" id="{35B2BFD0-0070-4081-8E84-9F0CBF2F374A}"/>
              </a:ext>
            </a:extLst>
          </p:cNvPr>
          <p:cNvSpPr/>
          <p:nvPr/>
        </p:nvSpPr>
        <p:spPr>
          <a:xfrm>
            <a:off x="17110432"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44" name="object 226">
            <a:extLst>
              <a:ext uri="{FF2B5EF4-FFF2-40B4-BE49-F238E27FC236}">
                <a16:creationId xmlns:a16="http://schemas.microsoft.com/office/drawing/2014/main" id="{FE30EF6B-7F5D-47EB-9688-4C0C04603CA2}"/>
              </a:ext>
            </a:extLst>
          </p:cNvPr>
          <p:cNvSpPr/>
          <p:nvPr/>
        </p:nvSpPr>
        <p:spPr>
          <a:xfrm>
            <a:off x="17194356"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45" name="object 227">
            <a:extLst>
              <a:ext uri="{FF2B5EF4-FFF2-40B4-BE49-F238E27FC236}">
                <a16:creationId xmlns:a16="http://schemas.microsoft.com/office/drawing/2014/main" id="{32F6A759-B586-44B9-AA01-F549A5B383D3}"/>
              </a:ext>
            </a:extLst>
          </p:cNvPr>
          <p:cNvSpPr/>
          <p:nvPr/>
        </p:nvSpPr>
        <p:spPr>
          <a:xfrm>
            <a:off x="17278290"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46" name="object 228">
            <a:extLst>
              <a:ext uri="{FF2B5EF4-FFF2-40B4-BE49-F238E27FC236}">
                <a16:creationId xmlns:a16="http://schemas.microsoft.com/office/drawing/2014/main" id="{423B2AEA-F605-4992-9AB4-AD82A8DAA6E8}"/>
              </a:ext>
            </a:extLst>
          </p:cNvPr>
          <p:cNvSpPr/>
          <p:nvPr/>
        </p:nvSpPr>
        <p:spPr>
          <a:xfrm>
            <a:off x="17362215"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47" name="object 229">
            <a:extLst>
              <a:ext uri="{FF2B5EF4-FFF2-40B4-BE49-F238E27FC236}">
                <a16:creationId xmlns:a16="http://schemas.microsoft.com/office/drawing/2014/main" id="{96EA8038-7B05-4B05-BC3B-B422D5D8A16A}"/>
              </a:ext>
            </a:extLst>
          </p:cNvPr>
          <p:cNvSpPr/>
          <p:nvPr/>
        </p:nvSpPr>
        <p:spPr>
          <a:xfrm>
            <a:off x="17446139"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48" name="object 230">
            <a:extLst>
              <a:ext uri="{FF2B5EF4-FFF2-40B4-BE49-F238E27FC236}">
                <a16:creationId xmlns:a16="http://schemas.microsoft.com/office/drawing/2014/main" id="{3429982C-D535-4936-967D-A1288F564CD9}"/>
              </a:ext>
            </a:extLst>
          </p:cNvPr>
          <p:cNvSpPr/>
          <p:nvPr/>
        </p:nvSpPr>
        <p:spPr>
          <a:xfrm>
            <a:off x="17530073"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49" name="object 231">
            <a:extLst>
              <a:ext uri="{FF2B5EF4-FFF2-40B4-BE49-F238E27FC236}">
                <a16:creationId xmlns:a16="http://schemas.microsoft.com/office/drawing/2014/main" id="{A67FD513-2D45-40E7-AACA-1A34D114354D}"/>
              </a:ext>
            </a:extLst>
          </p:cNvPr>
          <p:cNvSpPr/>
          <p:nvPr/>
        </p:nvSpPr>
        <p:spPr>
          <a:xfrm>
            <a:off x="17613998"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50" name="object 232">
            <a:extLst>
              <a:ext uri="{FF2B5EF4-FFF2-40B4-BE49-F238E27FC236}">
                <a16:creationId xmlns:a16="http://schemas.microsoft.com/office/drawing/2014/main" id="{CC1CB14E-09D9-46A6-91E8-B9D062DB3B7A}"/>
              </a:ext>
            </a:extLst>
          </p:cNvPr>
          <p:cNvSpPr/>
          <p:nvPr/>
        </p:nvSpPr>
        <p:spPr>
          <a:xfrm>
            <a:off x="17697922"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51" name="object 233">
            <a:extLst>
              <a:ext uri="{FF2B5EF4-FFF2-40B4-BE49-F238E27FC236}">
                <a16:creationId xmlns:a16="http://schemas.microsoft.com/office/drawing/2014/main" id="{8B8FF20F-8B7D-4890-9F7B-CA2BF11DED47}"/>
              </a:ext>
            </a:extLst>
          </p:cNvPr>
          <p:cNvSpPr/>
          <p:nvPr/>
        </p:nvSpPr>
        <p:spPr>
          <a:xfrm>
            <a:off x="17781856"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52" name="object 234">
            <a:extLst>
              <a:ext uri="{FF2B5EF4-FFF2-40B4-BE49-F238E27FC236}">
                <a16:creationId xmlns:a16="http://schemas.microsoft.com/office/drawing/2014/main" id="{FF030DB6-416D-446C-B2F3-97CF36DF32FC}"/>
              </a:ext>
            </a:extLst>
          </p:cNvPr>
          <p:cNvSpPr/>
          <p:nvPr/>
        </p:nvSpPr>
        <p:spPr>
          <a:xfrm>
            <a:off x="17865781"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53" name="object 235">
            <a:extLst>
              <a:ext uri="{FF2B5EF4-FFF2-40B4-BE49-F238E27FC236}">
                <a16:creationId xmlns:a16="http://schemas.microsoft.com/office/drawing/2014/main" id="{AAB5D3F5-9DB4-4034-AA81-E0A7FA052894}"/>
              </a:ext>
            </a:extLst>
          </p:cNvPr>
          <p:cNvSpPr/>
          <p:nvPr/>
        </p:nvSpPr>
        <p:spPr>
          <a:xfrm>
            <a:off x="17949705"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54" name="object 236">
            <a:extLst>
              <a:ext uri="{FF2B5EF4-FFF2-40B4-BE49-F238E27FC236}">
                <a16:creationId xmlns:a16="http://schemas.microsoft.com/office/drawing/2014/main" id="{E91DC278-6659-47D8-86A5-E85F3CE5F833}"/>
              </a:ext>
            </a:extLst>
          </p:cNvPr>
          <p:cNvSpPr/>
          <p:nvPr/>
        </p:nvSpPr>
        <p:spPr>
          <a:xfrm>
            <a:off x="18033639"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55" name="object 237">
            <a:extLst>
              <a:ext uri="{FF2B5EF4-FFF2-40B4-BE49-F238E27FC236}">
                <a16:creationId xmlns:a16="http://schemas.microsoft.com/office/drawing/2014/main" id="{E656A181-7600-42CF-8BD7-5BBB43272C41}"/>
              </a:ext>
            </a:extLst>
          </p:cNvPr>
          <p:cNvSpPr/>
          <p:nvPr/>
        </p:nvSpPr>
        <p:spPr>
          <a:xfrm>
            <a:off x="18117564"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56" name="object 238">
            <a:extLst>
              <a:ext uri="{FF2B5EF4-FFF2-40B4-BE49-F238E27FC236}">
                <a16:creationId xmlns:a16="http://schemas.microsoft.com/office/drawing/2014/main" id="{58F206C2-4AB1-4195-B013-D88E2A60ECA9}"/>
              </a:ext>
            </a:extLst>
          </p:cNvPr>
          <p:cNvSpPr/>
          <p:nvPr/>
        </p:nvSpPr>
        <p:spPr>
          <a:xfrm>
            <a:off x="18201488"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57" name="object 239">
            <a:extLst>
              <a:ext uri="{FF2B5EF4-FFF2-40B4-BE49-F238E27FC236}">
                <a16:creationId xmlns:a16="http://schemas.microsoft.com/office/drawing/2014/main" id="{BE4D107F-99C2-4178-850C-520D5380557D}"/>
              </a:ext>
            </a:extLst>
          </p:cNvPr>
          <p:cNvSpPr/>
          <p:nvPr/>
        </p:nvSpPr>
        <p:spPr>
          <a:xfrm>
            <a:off x="18285422"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58" name="object 240">
            <a:extLst>
              <a:ext uri="{FF2B5EF4-FFF2-40B4-BE49-F238E27FC236}">
                <a16:creationId xmlns:a16="http://schemas.microsoft.com/office/drawing/2014/main" id="{4DABCD91-8FE4-454A-BEC2-F2BF9B53C352}"/>
              </a:ext>
            </a:extLst>
          </p:cNvPr>
          <p:cNvSpPr/>
          <p:nvPr/>
        </p:nvSpPr>
        <p:spPr>
          <a:xfrm>
            <a:off x="18369346"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59" name="object 241">
            <a:extLst>
              <a:ext uri="{FF2B5EF4-FFF2-40B4-BE49-F238E27FC236}">
                <a16:creationId xmlns:a16="http://schemas.microsoft.com/office/drawing/2014/main" id="{03F59147-79D5-4E43-8686-8C6AD582CDB6}"/>
              </a:ext>
            </a:extLst>
          </p:cNvPr>
          <p:cNvSpPr/>
          <p:nvPr/>
        </p:nvSpPr>
        <p:spPr>
          <a:xfrm>
            <a:off x="18453282"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60" name="object 242">
            <a:extLst>
              <a:ext uri="{FF2B5EF4-FFF2-40B4-BE49-F238E27FC236}">
                <a16:creationId xmlns:a16="http://schemas.microsoft.com/office/drawing/2014/main" id="{23805634-A289-4856-8466-BFBFAF45A70A}"/>
              </a:ext>
            </a:extLst>
          </p:cNvPr>
          <p:cNvSpPr/>
          <p:nvPr/>
        </p:nvSpPr>
        <p:spPr>
          <a:xfrm>
            <a:off x="18537205"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61" name="object 243">
            <a:extLst>
              <a:ext uri="{FF2B5EF4-FFF2-40B4-BE49-F238E27FC236}">
                <a16:creationId xmlns:a16="http://schemas.microsoft.com/office/drawing/2014/main" id="{C556B853-783A-4602-A662-46EE223DA5E9}"/>
              </a:ext>
            </a:extLst>
          </p:cNvPr>
          <p:cNvSpPr/>
          <p:nvPr/>
        </p:nvSpPr>
        <p:spPr>
          <a:xfrm>
            <a:off x="18621129"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62" name="object 244">
            <a:extLst>
              <a:ext uri="{FF2B5EF4-FFF2-40B4-BE49-F238E27FC236}">
                <a16:creationId xmlns:a16="http://schemas.microsoft.com/office/drawing/2014/main" id="{61D25525-0D7C-46EF-8592-12E940B50DC6}"/>
              </a:ext>
            </a:extLst>
          </p:cNvPr>
          <p:cNvSpPr/>
          <p:nvPr/>
        </p:nvSpPr>
        <p:spPr>
          <a:xfrm>
            <a:off x="18705063"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63" name="object 245">
            <a:extLst>
              <a:ext uri="{FF2B5EF4-FFF2-40B4-BE49-F238E27FC236}">
                <a16:creationId xmlns:a16="http://schemas.microsoft.com/office/drawing/2014/main" id="{19C47EC9-59D9-4D48-93C1-5CFD70FCF0CD}"/>
              </a:ext>
            </a:extLst>
          </p:cNvPr>
          <p:cNvSpPr/>
          <p:nvPr/>
        </p:nvSpPr>
        <p:spPr>
          <a:xfrm>
            <a:off x="18788989"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64" name="object 246">
            <a:extLst>
              <a:ext uri="{FF2B5EF4-FFF2-40B4-BE49-F238E27FC236}">
                <a16:creationId xmlns:a16="http://schemas.microsoft.com/office/drawing/2014/main" id="{B5F3F9D9-1463-4CD0-9F25-D4B370931CE4}"/>
              </a:ext>
            </a:extLst>
          </p:cNvPr>
          <p:cNvSpPr/>
          <p:nvPr/>
        </p:nvSpPr>
        <p:spPr>
          <a:xfrm>
            <a:off x="18872912"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65" name="object 247">
            <a:extLst>
              <a:ext uri="{FF2B5EF4-FFF2-40B4-BE49-F238E27FC236}">
                <a16:creationId xmlns:a16="http://schemas.microsoft.com/office/drawing/2014/main" id="{9945C0B3-AA70-49D3-84E6-95AEE8DE9EDE}"/>
              </a:ext>
            </a:extLst>
          </p:cNvPr>
          <p:cNvSpPr/>
          <p:nvPr/>
        </p:nvSpPr>
        <p:spPr>
          <a:xfrm>
            <a:off x="18956846"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66" name="object 248">
            <a:extLst>
              <a:ext uri="{FF2B5EF4-FFF2-40B4-BE49-F238E27FC236}">
                <a16:creationId xmlns:a16="http://schemas.microsoft.com/office/drawing/2014/main" id="{14F76807-7332-445F-A86F-C4B9DDFB3CA6}"/>
              </a:ext>
            </a:extLst>
          </p:cNvPr>
          <p:cNvSpPr/>
          <p:nvPr/>
        </p:nvSpPr>
        <p:spPr>
          <a:xfrm>
            <a:off x="19040772"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67" name="object 249">
            <a:extLst>
              <a:ext uri="{FF2B5EF4-FFF2-40B4-BE49-F238E27FC236}">
                <a16:creationId xmlns:a16="http://schemas.microsoft.com/office/drawing/2014/main" id="{D71A3B19-DB76-4BD2-96A5-B18BE9994D5B}"/>
              </a:ext>
            </a:extLst>
          </p:cNvPr>
          <p:cNvSpPr/>
          <p:nvPr/>
        </p:nvSpPr>
        <p:spPr>
          <a:xfrm>
            <a:off x="19124695"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68" name="object 250">
            <a:extLst>
              <a:ext uri="{FF2B5EF4-FFF2-40B4-BE49-F238E27FC236}">
                <a16:creationId xmlns:a16="http://schemas.microsoft.com/office/drawing/2014/main" id="{E8B672D6-C920-48D1-8CA2-495AA6FECE97}"/>
              </a:ext>
            </a:extLst>
          </p:cNvPr>
          <p:cNvSpPr/>
          <p:nvPr/>
        </p:nvSpPr>
        <p:spPr>
          <a:xfrm>
            <a:off x="19208630"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69" name="object 251">
            <a:extLst>
              <a:ext uri="{FF2B5EF4-FFF2-40B4-BE49-F238E27FC236}">
                <a16:creationId xmlns:a16="http://schemas.microsoft.com/office/drawing/2014/main" id="{267B7BDB-38EC-455A-8879-E256773B8D83}"/>
              </a:ext>
            </a:extLst>
          </p:cNvPr>
          <p:cNvSpPr/>
          <p:nvPr/>
        </p:nvSpPr>
        <p:spPr>
          <a:xfrm>
            <a:off x="19292555"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70" name="object 252">
            <a:extLst>
              <a:ext uri="{FF2B5EF4-FFF2-40B4-BE49-F238E27FC236}">
                <a16:creationId xmlns:a16="http://schemas.microsoft.com/office/drawing/2014/main" id="{E7BDD0AB-6693-4B47-9297-A5AF0CC9C260}"/>
              </a:ext>
            </a:extLst>
          </p:cNvPr>
          <p:cNvSpPr/>
          <p:nvPr/>
        </p:nvSpPr>
        <p:spPr>
          <a:xfrm>
            <a:off x="19376478"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71" name="object 253">
            <a:extLst>
              <a:ext uri="{FF2B5EF4-FFF2-40B4-BE49-F238E27FC236}">
                <a16:creationId xmlns:a16="http://schemas.microsoft.com/office/drawing/2014/main" id="{90EAF1DE-CC32-4172-9271-92C810BF3516}"/>
              </a:ext>
            </a:extLst>
          </p:cNvPr>
          <p:cNvSpPr/>
          <p:nvPr/>
        </p:nvSpPr>
        <p:spPr>
          <a:xfrm>
            <a:off x="19413336" y="4172270"/>
            <a:ext cx="23495" cy="31115"/>
          </a:xfrm>
          <a:custGeom>
            <a:avLst/>
            <a:gdLst/>
            <a:ahLst/>
            <a:cxnLst/>
            <a:rect l="l" t="t" r="r" b="b"/>
            <a:pathLst>
              <a:path w="23494"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572" name="object 254">
            <a:extLst>
              <a:ext uri="{FF2B5EF4-FFF2-40B4-BE49-F238E27FC236}">
                <a16:creationId xmlns:a16="http://schemas.microsoft.com/office/drawing/2014/main" id="{8CA8CA40-6D17-454B-B5CB-8347EF52FD83}"/>
              </a:ext>
            </a:extLst>
          </p:cNvPr>
          <p:cNvSpPr/>
          <p:nvPr/>
        </p:nvSpPr>
        <p:spPr>
          <a:xfrm>
            <a:off x="19413336" y="4088336"/>
            <a:ext cx="23495" cy="31115"/>
          </a:xfrm>
          <a:custGeom>
            <a:avLst/>
            <a:gdLst/>
            <a:ahLst/>
            <a:cxnLst/>
            <a:rect l="l" t="t" r="r" b="b"/>
            <a:pathLst>
              <a:path w="23494"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573" name="object 255">
            <a:extLst>
              <a:ext uri="{FF2B5EF4-FFF2-40B4-BE49-F238E27FC236}">
                <a16:creationId xmlns:a16="http://schemas.microsoft.com/office/drawing/2014/main" id="{EF380AF5-5D2A-4B84-BE45-881BC8CF6795}"/>
              </a:ext>
            </a:extLst>
          </p:cNvPr>
          <p:cNvSpPr/>
          <p:nvPr/>
        </p:nvSpPr>
        <p:spPr>
          <a:xfrm>
            <a:off x="18210419" y="4225096"/>
            <a:ext cx="23495" cy="31115"/>
          </a:xfrm>
          <a:custGeom>
            <a:avLst/>
            <a:gdLst/>
            <a:ahLst/>
            <a:cxnLst/>
            <a:rect l="l" t="t" r="r" b="b"/>
            <a:pathLst>
              <a:path w="23494"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574" name="object 256">
            <a:extLst>
              <a:ext uri="{FF2B5EF4-FFF2-40B4-BE49-F238E27FC236}">
                <a16:creationId xmlns:a16="http://schemas.microsoft.com/office/drawing/2014/main" id="{5C4030D8-A92C-4279-B3C0-1C22934B91A6}"/>
              </a:ext>
            </a:extLst>
          </p:cNvPr>
          <p:cNvSpPr/>
          <p:nvPr/>
        </p:nvSpPr>
        <p:spPr>
          <a:xfrm>
            <a:off x="18210419" y="4309020"/>
            <a:ext cx="23495" cy="31115"/>
          </a:xfrm>
          <a:custGeom>
            <a:avLst/>
            <a:gdLst/>
            <a:ahLst/>
            <a:cxnLst/>
            <a:rect l="l" t="t" r="r" b="b"/>
            <a:pathLst>
              <a:path w="23494"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575" name="object 257">
            <a:extLst>
              <a:ext uri="{FF2B5EF4-FFF2-40B4-BE49-F238E27FC236}">
                <a16:creationId xmlns:a16="http://schemas.microsoft.com/office/drawing/2014/main" id="{9FF0F838-331A-4242-AF94-93E968AF3D90}"/>
              </a:ext>
            </a:extLst>
          </p:cNvPr>
          <p:cNvSpPr/>
          <p:nvPr/>
        </p:nvSpPr>
        <p:spPr>
          <a:xfrm>
            <a:off x="18210419" y="4392944"/>
            <a:ext cx="23495" cy="24765"/>
          </a:xfrm>
          <a:custGeom>
            <a:avLst/>
            <a:gdLst/>
            <a:ahLst/>
            <a:cxnLst/>
            <a:rect l="l" t="t" r="r" b="b"/>
            <a:pathLst>
              <a:path w="23494" h="24764">
                <a:moveTo>
                  <a:pt x="22889" y="0"/>
                </a:moveTo>
                <a:lnTo>
                  <a:pt x="0" y="0"/>
                </a:lnTo>
                <a:lnTo>
                  <a:pt x="0" y="24229"/>
                </a:lnTo>
                <a:lnTo>
                  <a:pt x="22889" y="24229"/>
                </a:lnTo>
                <a:lnTo>
                  <a:pt x="22889" y="0"/>
                </a:lnTo>
                <a:close/>
              </a:path>
            </a:pathLst>
          </a:custGeom>
          <a:solidFill>
            <a:srgbClr val="A7A9AC"/>
          </a:solidFill>
        </p:spPr>
        <p:txBody>
          <a:bodyPr wrap="square" lIns="0" tIns="0" rIns="0" bIns="0" rtlCol="0"/>
          <a:lstStyle/>
          <a:p>
            <a:endParaRPr/>
          </a:p>
        </p:txBody>
      </p:sp>
      <p:sp>
        <p:nvSpPr>
          <p:cNvPr id="576" name="object 258">
            <a:extLst>
              <a:ext uri="{FF2B5EF4-FFF2-40B4-BE49-F238E27FC236}">
                <a16:creationId xmlns:a16="http://schemas.microsoft.com/office/drawing/2014/main" id="{B60229EA-6ED4-427E-8AFC-8743D6CB6104}"/>
              </a:ext>
            </a:extLst>
          </p:cNvPr>
          <p:cNvSpPr/>
          <p:nvPr/>
        </p:nvSpPr>
        <p:spPr>
          <a:xfrm>
            <a:off x="13423899" y="1337048"/>
            <a:ext cx="3040514" cy="2687208"/>
          </a:xfrm>
          <a:prstGeom prst="rect">
            <a:avLst/>
          </a:prstGeom>
          <a:blipFill>
            <a:blip r:embed="rId27" cstate="print"/>
            <a:stretch>
              <a:fillRect/>
            </a:stretch>
          </a:blipFill>
        </p:spPr>
        <p:txBody>
          <a:bodyPr wrap="square" lIns="0" tIns="0" rIns="0" bIns="0" rtlCol="0"/>
          <a:lstStyle/>
          <a:p>
            <a:endParaRPr/>
          </a:p>
        </p:txBody>
      </p:sp>
      <p:sp>
        <p:nvSpPr>
          <p:cNvPr id="577" name="object 259">
            <a:extLst>
              <a:ext uri="{FF2B5EF4-FFF2-40B4-BE49-F238E27FC236}">
                <a16:creationId xmlns:a16="http://schemas.microsoft.com/office/drawing/2014/main" id="{DD54ACE2-CE93-4C65-86E0-BD567A9CC06F}"/>
              </a:ext>
            </a:extLst>
          </p:cNvPr>
          <p:cNvSpPr/>
          <p:nvPr/>
        </p:nvSpPr>
        <p:spPr>
          <a:xfrm>
            <a:off x="14411183" y="4663448"/>
            <a:ext cx="161290" cy="0"/>
          </a:xfrm>
          <a:custGeom>
            <a:avLst/>
            <a:gdLst/>
            <a:ahLst/>
            <a:cxnLst/>
            <a:rect l="l" t="t" r="r" b="b"/>
            <a:pathLst>
              <a:path w="161290">
                <a:moveTo>
                  <a:pt x="0" y="0"/>
                </a:moveTo>
                <a:lnTo>
                  <a:pt x="161199" y="0"/>
                </a:lnTo>
              </a:path>
            </a:pathLst>
          </a:custGeom>
          <a:ln w="30522">
            <a:solidFill>
              <a:srgbClr val="005E95"/>
            </a:solidFill>
          </a:ln>
        </p:spPr>
        <p:txBody>
          <a:bodyPr wrap="square" lIns="0" tIns="0" rIns="0" bIns="0" rtlCol="0"/>
          <a:lstStyle/>
          <a:p>
            <a:endParaRPr/>
          </a:p>
        </p:txBody>
      </p:sp>
      <p:sp>
        <p:nvSpPr>
          <p:cNvPr id="578" name="object 260">
            <a:extLst>
              <a:ext uri="{FF2B5EF4-FFF2-40B4-BE49-F238E27FC236}">
                <a16:creationId xmlns:a16="http://schemas.microsoft.com/office/drawing/2014/main" id="{122FCA63-8305-4D8D-B548-5F3DEEA6B0C2}"/>
              </a:ext>
            </a:extLst>
          </p:cNvPr>
          <p:cNvSpPr/>
          <p:nvPr/>
        </p:nvSpPr>
        <p:spPr>
          <a:xfrm>
            <a:off x="14346981" y="4589295"/>
            <a:ext cx="74295" cy="148590"/>
          </a:xfrm>
          <a:custGeom>
            <a:avLst/>
            <a:gdLst/>
            <a:ahLst/>
            <a:cxnLst/>
            <a:rect l="l" t="t" r="r" b="b"/>
            <a:pathLst>
              <a:path w="74294" h="148589">
                <a:moveTo>
                  <a:pt x="74144" y="0"/>
                </a:moveTo>
                <a:lnTo>
                  <a:pt x="0" y="74154"/>
                </a:lnTo>
                <a:lnTo>
                  <a:pt x="74144" y="148309"/>
                </a:lnTo>
                <a:lnTo>
                  <a:pt x="74144" y="0"/>
                </a:lnTo>
                <a:close/>
              </a:path>
            </a:pathLst>
          </a:custGeom>
          <a:solidFill>
            <a:srgbClr val="005E95"/>
          </a:solidFill>
        </p:spPr>
        <p:txBody>
          <a:bodyPr wrap="square" lIns="0" tIns="0" rIns="0" bIns="0" rtlCol="0"/>
          <a:lstStyle/>
          <a:p>
            <a:endParaRPr/>
          </a:p>
        </p:txBody>
      </p:sp>
      <p:sp>
        <p:nvSpPr>
          <p:cNvPr id="579" name="object 261">
            <a:extLst>
              <a:ext uri="{FF2B5EF4-FFF2-40B4-BE49-F238E27FC236}">
                <a16:creationId xmlns:a16="http://schemas.microsoft.com/office/drawing/2014/main" id="{6D0B39CE-448D-4BE8-96D8-92C6506D4E74}"/>
              </a:ext>
            </a:extLst>
          </p:cNvPr>
          <p:cNvSpPr/>
          <p:nvPr/>
        </p:nvSpPr>
        <p:spPr>
          <a:xfrm>
            <a:off x="14567023" y="4563209"/>
            <a:ext cx="974320" cy="373635"/>
          </a:xfrm>
          <a:prstGeom prst="rect">
            <a:avLst/>
          </a:prstGeom>
          <a:blipFill>
            <a:blip r:embed="rId28" cstate="print"/>
            <a:stretch>
              <a:fillRect/>
            </a:stretch>
          </a:blipFill>
        </p:spPr>
        <p:txBody>
          <a:bodyPr wrap="square" lIns="0" tIns="0" rIns="0" bIns="0" rtlCol="0"/>
          <a:lstStyle/>
          <a:p>
            <a:endParaRPr/>
          </a:p>
        </p:txBody>
      </p:sp>
      <p:sp>
        <p:nvSpPr>
          <p:cNvPr id="580" name="object 262">
            <a:extLst>
              <a:ext uri="{FF2B5EF4-FFF2-40B4-BE49-F238E27FC236}">
                <a16:creationId xmlns:a16="http://schemas.microsoft.com/office/drawing/2014/main" id="{AADE48DC-1393-49ED-AC59-D10027D8698A}"/>
              </a:ext>
            </a:extLst>
          </p:cNvPr>
          <p:cNvSpPr/>
          <p:nvPr/>
        </p:nvSpPr>
        <p:spPr>
          <a:xfrm>
            <a:off x="13729759" y="4078168"/>
            <a:ext cx="23495" cy="31115"/>
          </a:xfrm>
          <a:custGeom>
            <a:avLst/>
            <a:gdLst/>
            <a:ahLst/>
            <a:cxnLst/>
            <a:rect l="l" t="t" r="r" b="b"/>
            <a:pathLst>
              <a:path w="23494"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581" name="object 263">
            <a:extLst>
              <a:ext uri="{FF2B5EF4-FFF2-40B4-BE49-F238E27FC236}">
                <a16:creationId xmlns:a16="http://schemas.microsoft.com/office/drawing/2014/main" id="{3E88D6B5-002A-4D10-90D3-6E85F523D8AA}"/>
              </a:ext>
            </a:extLst>
          </p:cNvPr>
          <p:cNvSpPr/>
          <p:nvPr/>
        </p:nvSpPr>
        <p:spPr>
          <a:xfrm>
            <a:off x="13729759" y="4162103"/>
            <a:ext cx="23495" cy="31115"/>
          </a:xfrm>
          <a:custGeom>
            <a:avLst/>
            <a:gdLst/>
            <a:ahLst/>
            <a:cxnLst/>
            <a:rect l="l" t="t" r="r" b="b"/>
            <a:pathLst>
              <a:path w="23494"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582" name="object 264">
            <a:extLst>
              <a:ext uri="{FF2B5EF4-FFF2-40B4-BE49-F238E27FC236}">
                <a16:creationId xmlns:a16="http://schemas.microsoft.com/office/drawing/2014/main" id="{A30FEB5D-0DC8-494E-99C1-458263FAD7FD}"/>
              </a:ext>
            </a:extLst>
          </p:cNvPr>
          <p:cNvSpPr/>
          <p:nvPr/>
        </p:nvSpPr>
        <p:spPr>
          <a:xfrm>
            <a:off x="13748839"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83" name="object 265">
            <a:extLst>
              <a:ext uri="{FF2B5EF4-FFF2-40B4-BE49-F238E27FC236}">
                <a16:creationId xmlns:a16="http://schemas.microsoft.com/office/drawing/2014/main" id="{15D495CE-2240-43A5-A566-41B67B692378}"/>
              </a:ext>
            </a:extLst>
          </p:cNvPr>
          <p:cNvSpPr/>
          <p:nvPr/>
        </p:nvSpPr>
        <p:spPr>
          <a:xfrm>
            <a:off x="13832773"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84" name="object 266">
            <a:extLst>
              <a:ext uri="{FF2B5EF4-FFF2-40B4-BE49-F238E27FC236}">
                <a16:creationId xmlns:a16="http://schemas.microsoft.com/office/drawing/2014/main" id="{FCA3115D-FBAD-44DC-AF1D-02C4F1E1152E}"/>
              </a:ext>
            </a:extLst>
          </p:cNvPr>
          <p:cNvSpPr/>
          <p:nvPr/>
        </p:nvSpPr>
        <p:spPr>
          <a:xfrm>
            <a:off x="13916697"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85" name="object 267">
            <a:extLst>
              <a:ext uri="{FF2B5EF4-FFF2-40B4-BE49-F238E27FC236}">
                <a16:creationId xmlns:a16="http://schemas.microsoft.com/office/drawing/2014/main" id="{8B56D000-DF60-4B99-B1DC-EEC2DDC73577}"/>
              </a:ext>
            </a:extLst>
          </p:cNvPr>
          <p:cNvSpPr/>
          <p:nvPr/>
        </p:nvSpPr>
        <p:spPr>
          <a:xfrm>
            <a:off x="14000620"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86" name="object 268">
            <a:extLst>
              <a:ext uri="{FF2B5EF4-FFF2-40B4-BE49-F238E27FC236}">
                <a16:creationId xmlns:a16="http://schemas.microsoft.com/office/drawing/2014/main" id="{56177FBD-D8DE-467F-9E96-5B9FF221444D}"/>
              </a:ext>
            </a:extLst>
          </p:cNvPr>
          <p:cNvSpPr/>
          <p:nvPr/>
        </p:nvSpPr>
        <p:spPr>
          <a:xfrm>
            <a:off x="14084556"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87" name="object 269">
            <a:extLst>
              <a:ext uri="{FF2B5EF4-FFF2-40B4-BE49-F238E27FC236}">
                <a16:creationId xmlns:a16="http://schemas.microsoft.com/office/drawing/2014/main" id="{37991C79-D7FB-4C42-B780-12F346910B2A}"/>
              </a:ext>
            </a:extLst>
          </p:cNvPr>
          <p:cNvSpPr/>
          <p:nvPr/>
        </p:nvSpPr>
        <p:spPr>
          <a:xfrm>
            <a:off x="14168480"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88" name="object 270">
            <a:extLst>
              <a:ext uri="{FF2B5EF4-FFF2-40B4-BE49-F238E27FC236}">
                <a16:creationId xmlns:a16="http://schemas.microsoft.com/office/drawing/2014/main" id="{F0195F0E-0955-494F-BAD2-DBDBEB6274B8}"/>
              </a:ext>
            </a:extLst>
          </p:cNvPr>
          <p:cNvSpPr/>
          <p:nvPr/>
        </p:nvSpPr>
        <p:spPr>
          <a:xfrm>
            <a:off x="14252403"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89" name="object 271">
            <a:extLst>
              <a:ext uri="{FF2B5EF4-FFF2-40B4-BE49-F238E27FC236}">
                <a16:creationId xmlns:a16="http://schemas.microsoft.com/office/drawing/2014/main" id="{31B453AE-CC93-4315-960F-5191B0283CF5}"/>
              </a:ext>
            </a:extLst>
          </p:cNvPr>
          <p:cNvSpPr/>
          <p:nvPr/>
        </p:nvSpPr>
        <p:spPr>
          <a:xfrm>
            <a:off x="14336338"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90" name="object 272">
            <a:extLst>
              <a:ext uri="{FF2B5EF4-FFF2-40B4-BE49-F238E27FC236}">
                <a16:creationId xmlns:a16="http://schemas.microsoft.com/office/drawing/2014/main" id="{00F35104-C1D6-44A0-AEB3-6B4187E016E7}"/>
              </a:ext>
            </a:extLst>
          </p:cNvPr>
          <p:cNvSpPr/>
          <p:nvPr/>
        </p:nvSpPr>
        <p:spPr>
          <a:xfrm>
            <a:off x="14420263"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91" name="object 273">
            <a:extLst>
              <a:ext uri="{FF2B5EF4-FFF2-40B4-BE49-F238E27FC236}">
                <a16:creationId xmlns:a16="http://schemas.microsoft.com/office/drawing/2014/main" id="{C9BD0D4D-8391-4700-AF7D-63FD30F0D6CA}"/>
              </a:ext>
            </a:extLst>
          </p:cNvPr>
          <p:cNvSpPr/>
          <p:nvPr/>
        </p:nvSpPr>
        <p:spPr>
          <a:xfrm>
            <a:off x="14504186"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92" name="object 274">
            <a:extLst>
              <a:ext uri="{FF2B5EF4-FFF2-40B4-BE49-F238E27FC236}">
                <a16:creationId xmlns:a16="http://schemas.microsoft.com/office/drawing/2014/main" id="{3D9F6CB7-0813-4CF3-9417-80E7B8E64DED}"/>
              </a:ext>
            </a:extLst>
          </p:cNvPr>
          <p:cNvSpPr/>
          <p:nvPr/>
        </p:nvSpPr>
        <p:spPr>
          <a:xfrm>
            <a:off x="14588121"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93" name="object 275">
            <a:extLst>
              <a:ext uri="{FF2B5EF4-FFF2-40B4-BE49-F238E27FC236}">
                <a16:creationId xmlns:a16="http://schemas.microsoft.com/office/drawing/2014/main" id="{60FFB1D0-290F-46B2-A807-993732FDAFC5}"/>
              </a:ext>
            </a:extLst>
          </p:cNvPr>
          <p:cNvSpPr/>
          <p:nvPr/>
        </p:nvSpPr>
        <p:spPr>
          <a:xfrm>
            <a:off x="14672046"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94" name="object 276">
            <a:extLst>
              <a:ext uri="{FF2B5EF4-FFF2-40B4-BE49-F238E27FC236}">
                <a16:creationId xmlns:a16="http://schemas.microsoft.com/office/drawing/2014/main" id="{100ED262-DBA7-45B5-9269-A2C4945D435A}"/>
              </a:ext>
            </a:extLst>
          </p:cNvPr>
          <p:cNvSpPr/>
          <p:nvPr/>
        </p:nvSpPr>
        <p:spPr>
          <a:xfrm>
            <a:off x="14755970"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95" name="object 277">
            <a:extLst>
              <a:ext uri="{FF2B5EF4-FFF2-40B4-BE49-F238E27FC236}">
                <a16:creationId xmlns:a16="http://schemas.microsoft.com/office/drawing/2014/main" id="{29EFF4D9-A3C0-407D-9285-FBBAE180218F}"/>
              </a:ext>
            </a:extLst>
          </p:cNvPr>
          <p:cNvSpPr/>
          <p:nvPr/>
        </p:nvSpPr>
        <p:spPr>
          <a:xfrm>
            <a:off x="14839904"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96" name="object 278">
            <a:extLst>
              <a:ext uri="{FF2B5EF4-FFF2-40B4-BE49-F238E27FC236}">
                <a16:creationId xmlns:a16="http://schemas.microsoft.com/office/drawing/2014/main" id="{5DEEE001-47DC-4150-914A-B6E6FF6D9BA4}"/>
              </a:ext>
            </a:extLst>
          </p:cNvPr>
          <p:cNvSpPr/>
          <p:nvPr/>
        </p:nvSpPr>
        <p:spPr>
          <a:xfrm>
            <a:off x="14923829"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97" name="object 279">
            <a:extLst>
              <a:ext uri="{FF2B5EF4-FFF2-40B4-BE49-F238E27FC236}">
                <a16:creationId xmlns:a16="http://schemas.microsoft.com/office/drawing/2014/main" id="{0D9A442C-7660-4DA2-8B47-5909245C4926}"/>
              </a:ext>
            </a:extLst>
          </p:cNvPr>
          <p:cNvSpPr/>
          <p:nvPr/>
        </p:nvSpPr>
        <p:spPr>
          <a:xfrm>
            <a:off x="15007753"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98" name="object 280">
            <a:extLst>
              <a:ext uri="{FF2B5EF4-FFF2-40B4-BE49-F238E27FC236}">
                <a16:creationId xmlns:a16="http://schemas.microsoft.com/office/drawing/2014/main" id="{0B83375E-5D1F-4063-A217-F9CA2B9AB3D1}"/>
              </a:ext>
            </a:extLst>
          </p:cNvPr>
          <p:cNvSpPr/>
          <p:nvPr/>
        </p:nvSpPr>
        <p:spPr>
          <a:xfrm>
            <a:off x="15091687"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599" name="object 281">
            <a:extLst>
              <a:ext uri="{FF2B5EF4-FFF2-40B4-BE49-F238E27FC236}">
                <a16:creationId xmlns:a16="http://schemas.microsoft.com/office/drawing/2014/main" id="{51CB6161-6DA3-45FF-ABDA-A4A7BF4C35AF}"/>
              </a:ext>
            </a:extLst>
          </p:cNvPr>
          <p:cNvSpPr/>
          <p:nvPr/>
        </p:nvSpPr>
        <p:spPr>
          <a:xfrm>
            <a:off x="15175611"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600" name="object 282">
            <a:extLst>
              <a:ext uri="{FF2B5EF4-FFF2-40B4-BE49-F238E27FC236}">
                <a16:creationId xmlns:a16="http://schemas.microsoft.com/office/drawing/2014/main" id="{24E2B967-A9A5-4242-8582-15623610005F}"/>
              </a:ext>
            </a:extLst>
          </p:cNvPr>
          <p:cNvSpPr/>
          <p:nvPr/>
        </p:nvSpPr>
        <p:spPr>
          <a:xfrm>
            <a:off x="15259536"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601" name="object 283">
            <a:extLst>
              <a:ext uri="{FF2B5EF4-FFF2-40B4-BE49-F238E27FC236}">
                <a16:creationId xmlns:a16="http://schemas.microsoft.com/office/drawing/2014/main" id="{9A6473E0-49A5-4564-81DC-C7271D508540}"/>
              </a:ext>
            </a:extLst>
          </p:cNvPr>
          <p:cNvSpPr/>
          <p:nvPr/>
        </p:nvSpPr>
        <p:spPr>
          <a:xfrm>
            <a:off x="15343470"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602" name="object 284">
            <a:extLst>
              <a:ext uri="{FF2B5EF4-FFF2-40B4-BE49-F238E27FC236}">
                <a16:creationId xmlns:a16="http://schemas.microsoft.com/office/drawing/2014/main" id="{597E5A41-661E-4F82-9378-B908243BD80F}"/>
              </a:ext>
            </a:extLst>
          </p:cNvPr>
          <p:cNvSpPr/>
          <p:nvPr/>
        </p:nvSpPr>
        <p:spPr>
          <a:xfrm>
            <a:off x="15427394"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603" name="object 285">
            <a:extLst>
              <a:ext uri="{FF2B5EF4-FFF2-40B4-BE49-F238E27FC236}">
                <a16:creationId xmlns:a16="http://schemas.microsoft.com/office/drawing/2014/main" id="{9C4117DE-E076-4D6A-9AD7-2A2534295E74}"/>
              </a:ext>
            </a:extLst>
          </p:cNvPr>
          <p:cNvSpPr/>
          <p:nvPr/>
        </p:nvSpPr>
        <p:spPr>
          <a:xfrm>
            <a:off x="15511328"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604" name="object 286">
            <a:extLst>
              <a:ext uri="{FF2B5EF4-FFF2-40B4-BE49-F238E27FC236}">
                <a16:creationId xmlns:a16="http://schemas.microsoft.com/office/drawing/2014/main" id="{342D6D5E-FCFE-4C86-ABF6-11EDEC9CF4B7}"/>
              </a:ext>
            </a:extLst>
          </p:cNvPr>
          <p:cNvSpPr/>
          <p:nvPr/>
        </p:nvSpPr>
        <p:spPr>
          <a:xfrm>
            <a:off x="15595253"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605" name="object 287">
            <a:extLst>
              <a:ext uri="{FF2B5EF4-FFF2-40B4-BE49-F238E27FC236}">
                <a16:creationId xmlns:a16="http://schemas.microsoft.com/office/drawing/2014/main" id="{1E25A2A2-4109-40DC-A0C0-56C7B4AB241A}"/>
              </a:ext>
            </a:extLst>
          </p:cNvPr>
          <p:cNvSpPr/>
          <p:nvPr/>
        </p:nvSpPr>
        <p:spPr>
          <a:xfrm>
            <a:off x="15679177"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606" name="object 288">
            <a:extLst>
              <a:ext uri="{FF2B5EF4-FFF2-40B4-BE49-F238E27FC236}">
                <a16:creationId xmlns:a16="http://schemas.microsoft.com/office/drawing/2014/main" id="{3C98BDD4-BD26-4E47-BAC9-BF56F71B55E4}"/>
              </a:ext>
            </a:extLst>
          </p:cNvPr>
          <p:cNvSpPr/>
          <p:nvPr/>
        </p:nvSpPr>
        <p:spPr>
          <a:xfrm>
            <a:off x="15763111"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607" name="object 289">
            <a:extLst>
              <a:ext uri="{FF2B5EF4-FFF2-40B4-BE49-F238E27FC236}">
                <a16:creationId xmlns:a16="http://schemas.microsoft.com/office/drawing/2014/main" id="{4FF7B6D4-68AD-4E3E-A368-77B16FFFA1D0}"/>
              </a:ext>
            </a:extLst>
          </p:cNvPr>
          <p:cNvSpPr/>
          <p:nvPr/>
        </p:nvSpPr>
        <p:spPr>
          <a:xfrm>
            <a:off x="15847036"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608" name="object 290">
            <a:extLst>
              <a:ext uri="{FF2B5EF4-FFF2-40B4-BE49-F238E27FC236}">
                <a16:creationId xmlns:a16="http://schemas.microsoft.com/office/drawing/2014/main" id="{EDB54482-0E02-46D5-8C8B-5784DC6BBC90}"/>
              </a:ext>
            </a:extLst>
          </p:cNvPr>
          <p:cNvSpPr/>
          <p:nvPr/>
        </p:nvSpPr>
        <p:spPr>
          <a:xfrm>
            <a:off x="15930960"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609" name="object 291">
            <a:extLst>
              <a:ext uri="{FF2B5EF4-FFF2-40B4-BE49-F238E27FC236}">
                <a16:creationId xmlns:a16="http://schemas.microsoft.com/office/drawing/2014/main" id="{BA5E329F-BBDC-4A31-A610-C87F715B46F1}"/>
              </a:ext>
            </a:extLst>
          </p:cNvPr>
          <p:cNvSpPr/>
          <p:nvPr/>
        </p:nvSpPr>
        <p:spPr>
          <a:xfrm>
            <a:off x="16014894"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610" name="object 292">
            <a:extLst>
              <a:ext uri="{FF2B5EF4-FFF2-40B4-BE49-F238E27FC236}">
                <a16:creationId xmlns:a16="http://schemas.microsoft.com/office/drawing/2014/main" id="{C508BF81-3308-43C2-9B06-C2C37FA6FD80}"/>
              </a:ext>
            </a:extLst>
          </p:cNvPr>
          <p:cNvSpPr/>
          <p:nvPr/>
        </p:nvSpPr>
        <p:spPr>
          <a:xfrm>
            <a:off x="16098819" y="4226949"/>
            <a:ext cx="31115" cy="23495"/>
          </a:xfrm>
          <a:custGeom>
            <a:avLst/>
            <a:gdLst/>
            <a:ahLst/>
            <a:cxnLst/>
            <a:rect l="l" t="t" r="r" b="b"/>
            <a:pathLst>
              <a:path w="31115" h="23495">
                <a:moveTo>
                  <a:pt x="30522" y="0"/>
                </a:moveTo>
                <a:lnTo>
                  <a:pt x="0" y="0"/>
                </a:lnTo>
                <a:lnTo>
                  <a:pt x="0" y="22889"/>
                </a:lnTo>
                <a:lnTo>
                  <a:pt x="30522" y="22889"/>
                </a:lnTo>
                <a:lnTo>
                  <a:pt x="30522" y="0"/>
                </a:lnTo>
                <a:close/>
              </a:path>
            </a:pathLst>
          </a:custGeom>
          <a:solidFill>
            <a:srgbClr val="A7A9AC"/>
          </a:solidFill>
        </p:spPr>
        <p:txBody>
          <a:bodyPr wrap="square" lIns="0" tIns="0" rIns="0" bIns="0" rtlCol="0"/>
          <a:lstStyle/>
          <a:p>
            <a:endParaRPr/>
          </a:p>
        </p:txBody>
      </p:sp>
      <p:sp>
        <p:nvSpPr>
          <p:cNvPr id="611" name="object 293">
            <a:extLst>
              <a:ext uri="{FF2B5EF4-FFF2-40B4-BE49-F238E27FC236}">
                <a16:creationId xmlns:a16="http://schemas.microsoft.com/office/drawing/2014/main" id="{2180EB63-CE6A-47BB-8C15-39E9C8C20AE9}"/>
              </a:ext>
            </a:extLst>
          </p:cNvPr>
          <p:cNvSpPr/>
          <p:nvPr/>
        </p:nvSpPr>
        <p:spPr>
          <a:xfrm>
            <a:off x="16135687" y="4172260"/>
            <a:ext cx="23495" cy="31115"/>
          </a:xfrm>
          <a:custGeom>
            <a:avLst/>
            <a:gdLst/>
            <a:ahLst/>
            <a:cxnLst/>
            <a:rect l="l" t="t" r="r" b="b"/>
            <a:pathLst>
              <a:path w="23494" h="31114">
                <a:moveTo>
                  <a:pt x="22931" y="0"/>
                </a:moveTo>
                <a:lnTo>
                  <a:pt x="0" y="0"/>
                </a:lnTo>
                <a:lnTo>
                  <a:pt x="0" y="30522"/>
                </a:lnTo>
                <a:lnTo>
                  <a:pt x="22931" y="30522"/>
                </a:lnTo>
                <a:lnTo>
                  <a:pt x="22931" y="0"/>
                </a:lnTo>
                <a:close/>
              </a:path>
            </a:pathLst>
          </a:custGeom>
          <a:solidFill>
            <a:srgbClr val="A7A9AC"/>
          </a:solidFill>
        </p:spPr>
        <p:txBody>
          <a:bodyPr wrap="square" lIns="0" tIns="0" rIns="0" bIns="0" rtlCol="0"/>
          <a:lstStyle/>
          <a:p>
            <a:endParaRPr/>
          </a:p>
        </p:txBody>
      </p:sp>
      <p:sp>
        <p:nvSpPr>
          <p:cNvPr id="612" name="object 294">
            <a:extLst>
              <a:ext uri="{FF2B5EF4-FFF2-40B4-BE49-F238E27FC236}">
                <a16:creationId xmlns:a16="http://schemas.microsoft.com/office/drawing/2014/main" id="{073458EC-9ECB-4582-A852-85D7B25B3495}"/>
              </a:ext>
            </a:extLst>
          </p:cNvPr>
          <p:cNvSpPr/>
          <p:nvPr/>
        </p:nvSpPr>
        <p:spPr>
          <a:xfrm>
            <a:off x="16135687" y="4088336"/>
            <a:ext cx="23495" cy="31115"/>
          </a:xfrm>
          <a:custGeom>
            <a:avLst/>
            <a:gdLst/>
            <a:ahLst/>
            <a:cxnLst/>
            <a:rect l="l" t="t" r="r" b="b"/>
            <a:pathLst>
              <a:path w="23494" h="31114">
                <a:moveTo>
                  <a:pt x="22931" y="0"/>
                </a:moveTo>
                <a:lnTo>
                  <a:pt x="0" y="0"/>
                </a:lnTo>
                <a:lnTo>
                  <a:pt x="0" y="30522"/>
                </a:lnTo>
                <a:lnTo>
                  <a:pt x="22931" y="30522"/>
                </a:lnTo>
                <a:lnTo>
                  <a:pt x="22931" y="0"/>
                </a:lnTo>
                <a:close/>
              </a:path>
            </a:pathLst>
          </a:custGeom>
          <a:solidFill>
            <a:srgbClr val="A7A9AC"/>
          </a:solidFill>
        </p:spPr>
        <p:txBody>
          <a:bodyPr wrap="square" lIns="0" tIns="0" rIns="0" bIns="0" rtlCol="0"/>
          <a:lstStyle/>
          <a:p>
            <a:endParaRPr/>
          </a:p>
        </p:txBody>
      </p:sp>
      <p:sp>
        <p:nvSpPr>
          <p:cNvPr id="613" name="object 295">
            <a:extLst>
              <a:ext uri="{FF2B5EF4-FFF2-40B4-BE49-F238E27FC236}">
                <a16:creationId xmlns:a16="http://schemas.microsoft.com/office/drawing/2014/main" id="{60496948-E5ED-41D8-91A6-6BB1DBC4E7E8}"/>
              </a:ext>
            </a:extLst>
          </p:cNvPr>
          <p:cNvSpPr/>
          <p:nvPr/>
        </p:nvSpPr>
        <p:spPr>
          <a:xfrm>
            <a:off x="14932718" y="4225096"/>
            <a:ext cx="23495" cy="31115"/>
          </a:xfrm>
          <a:custGeom>
            <a:avLst/>
            <a:gdLst/>
            <a:ahLst/>
            <a:cxnLst/>
            <a:rect l="l" t="t" r="r" b="b"/>
            <a:pathLst>
              <a:path w="23494"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614" name="object 296">
            <a:extLst>
              <a:ext uri="{FF2B5EF4-FFF2-40B4-BE49-F238E27FC236}">
                <a16:creationId xmlns:a16="http://schemas.microsoft.com/office/drawing/2014/main" id="{E8EF67DD-7188-4BB9-8179-34014FD5D46B}"/>
              </a:ext>
            </a:extLst>
          </p:cNvPr>
          <p:cNvSpPr/>
          <p:nvPr/>
        </p:nvSpPr>
        <p:spPr>
          <a:xfrm>
            <a:off x="14932718" y="4309020"/>
            <a:ext cx="23495" cy="31115"/>
          </a:xfrm>
          <a:custGeom>
            <a:avLst/>
            <a:gdLst/>
            <a:ahLst/>
            <a:cxnLst/>
            <a:rect l="l" t="t" r="r" b="b"/>
            <a:pathLst>
              <a:path w="23494" h="31114">
                <a:moveTo>
                  <a:pt x="22889" y="0"/>
                </a:moveTo>
                <a:lnTo>
                  <a:pt x="0" y="0"/>
                </a:lnTo>
                <a:lnTo>
                  <a:pt x="0" y="30522"/>
                </a:lnTo>
                <a:lnTo>
                  <a:pt x="22889" y="30522"/>
                </a:lnTo>
                <a:lnTo>
                  <a:pt x="22889" y="0"/>
                </a:lnTo>
                <a:close/>
              </a:path>
            </a:pathLst>
          </a:custGeom>
          <a:solidFill>
            <a:srgbClr val="A7A9AC"/>
          </a:solidFill>
        </p:spPr>
        <p:txBody>
          <a:bodyPr wrap="square" lIns="0" tIns="0" rIns="0" bIns="0" rtlCol="0"/>
          <a:lstStyle/>
          <a:p>
            <a:endParaRPr/>
          </a:p>
        </p:txBody>
      </p:sp>
      <p:sp>
        <p:nvSpPr>
          <p:cNvPr id="615" name="object 297">
            <a:extLst>
              <a:ext uri="{FF2B5EF4-FFF2-40B4-BE49-F238E27FC236}">
                <a16:creationId xmlns:a16="http://schemas.microsoft.com/office/drawing/2014/main" id="{3D82481D-6AD8-471D-8780-D5DD7282E222}"/>
              </a:ext>
            </a:extLst>
          </p:cNvPr>
          <p:cNvSpPr/>
          <p:nvPr/>
        </p:nvSpPr>
        <p:spPr>
          <a:xfrm>
            <a:off x="14932718" y="4392944"/>
            <a:ext cx="23495" cy="24765"/>
          </a:xfrm>
          <a:custGeom>
            <a:avLst/>
            <a:gdLst/>
            <a:ahLst/>
            <a:cxnLst/>
            <a:rect l="l" t="t" r="r" b="b"/>
            <a:pathLst>
              <a:path w="23494" h="24764">
                <a:moveTo>
                  <a:pt x="22889" y="0"/>
                </a:moveTo>
                <a:lnTo>
                  <a:pt x="0" y="0"/>
                </a:lnTo>
                <a:lnTo>
                  <a:pt x="0" y="24229"/>
                </a:lnTo>
                <a:lnTo>
                  <a:pt x="22889" y="24229"/>
                </a:lnTo>
                <a:lnTo>
                  <a:pt x="22889" y="0"/>
                </a:lnTo>
                <a:close/>
              </a:path>
            </a:pathLst>
          </a:custGeom>
          <a:solidFill>
            <a:srgbClr val="A7A9AC"/>
          </a:solidFill>
        </p:spPr>
        <p:txBody>
          <a:bodyPr wrap="square" lIns="0" tIns="0" rIns="0" bIns="0" rtlCol="0"/>
          <a:lstStyle/>
          <a:p>
            <a:endParaRPr/>
          </a:p>
        </p:txBody>
      </p:sp>
      <p:sp>
        <p:nvSpPr>
          <p:cNvPr id="616" name="object 298">
            <a:extLst>
              <a:ext uri="{FF2B5EF4-FFF2-40B4-BE49-F238E27FC236}">
                <a16:creationId xmlns:a16="http://schemas.microsoft.com/office/drawing/2014/main" id="{1C6FA31A-BA0D-4BBA-8A7F-74F85C6CAAEA}"/>
              </a:ext>
            </a:extLst>
          </p:cNvPr>
          <p:cNvSpPr/>
          <p:nvPr/>
        </p:nvSpPr>
        <p:spPr>
          <a:xfrm>
            <a:off x="9760543" y="5635818"/>
            <a:ext cx="369829" cy="186633"/>
          </a:xfrm>
          <a:prstGeom prst="rect">
            <a:avLst/>
          </a:prstGeom>
          <a:blipFill>
            <a:blip r:embed="rId29" cstate="print"/>
            <a:stretch>
              <a:fillRect/>
            </a:stretch>
          </a:blipFill>
        </p:spPr>
        <p:txBody>
          <a:bodyPr wrap="square" lIns="0" tIns="0" rIns="0" bIns="0" rtlCol="0"/>
          <a:lstStyle/>
          <a:p>
            <a:endParaRPr/>
          </a:p>
        </p:txBody>
      </p:sp>
      <p:sp>
        <p:nvSpPr>
          <p:cNvPr id="617" name="object 299">
            <a:extLst>
              <a:ext uri="{FF2B5EF4-FFF2-40B4-BE49-F238E27FC236}">
                <a16:creationId xmlns:a16="http://schemas.microsoft.com/office/drawing/2014/main" id="{3FD025B3-9871-4504-9D8C-F25F07D53635}"/>
              </a:ext>
            </a:extLst>
          </p:cNvPr>
          <p:cNvSpPr/>
          <p:nvPr/>
        </p:nvSpPr>
        <p:spPr>
          <a:xfrm>
            <a:off x="10152448" y="5660539"/>
            <a:ext cx="195576" cy="126519"/>
          </a:xfrm>
          <a:prstGeom prst="rect">
            <a:avLst/>
          </a:prstGeom>
          <a:blipFill>
            <a:blip r:embed="rId30" cstate="print"/>
            <a:stretch>
              <a:fillRect/>
            </a:stretch>
          </a:blipFill>
        </p:spPr>
        <p:txBody>
          <a:bodyPr wrap="square" lIns="0" tIns="0" rIns="0" bIns="0" rtlCol="0"/>
          <a:lstStyle/>
          <a:p>
            <a:endParaRPr/>
          </a:p>
        </p:txBody>
      </p:sp>
      <p:sp>
        <p:nvSpPr>
          <p:cNvPr id="618" name="object 300">
            <a:extLst>
              <a:ext uri="{FF2B5EF4-FFF2-40B4-BE49-F238E27FC236}">
                <a16:creationId xmlns:a16="http://schemas.microsoft.com/office/drawing/2014/main" id="{D4C2B56D-46C9-425A-9BE5-4BDE975DD5DD}"/>
              </a:ext>
            </a:extLst>
          </p:cNvPr>
          <p:cNvSpPr/>
          <p:nvPr/>
        </p:nvSpPr>
        <p:spPr>
          <a:xfrm>
            <a:off x="10416890" y="5772879"/>
            <a:ext cx="103505" cy="0"/>
          </a:xfrm>
          <a:custGeom>
            <a:avLst/>
            <a:gdLst/>
            <a:ahLst/>
            <a:cxnLst/>
            <a:rect l="l" t="t" r="r" b="b"/>
            <a:pathLst>
              <a:path w="103504">
                <a:moveTo>
                  <a:pt x="0" y="0"/>
                </a:moveTo>
                <a:lnTo>
                  <a:pt x="103117" y="0"/>
                </a:lnTo>
              </a:path>
            </a:pathLst>
          </a:custGeom>
          <a:ln w="24129">
            <a:solidFill>
              <a:srgbClr val="58595B"/>
            </a:solidFill>
          </a:ln>
        </p:spPr>
        <p:txBody>
          <a:bodyPr wrap="square" lIns="0" tIns="0" rIns="0" bIns="0" rtlCol="0"/>
          <a:lstStyle/>
          <a:p>
            <a:endParaRPr/>
          </a:p>
        </p:txBody>
      </p:sp>
      <p:sp>
        <p:nvSpPr>
          <p:cNvPr id="619" name="object 301">
            <a:extLst>
              <a:ext uri="{FF2B5EF4-FFF2-40B4-BE49-F238E27FC236}">
                <a16:creationId xmlns:a16="http://schemas.microsoft.com/office/drawing/2014/main" id="{C5063620-B943-42E0-8469-BFDE35D02949}"/>
              </a:ext>
            </a:extLst>
          </p:cNvPr>
          <p:cNvSpPr/>
          <p:nvPr/>
        </p:nvSpPr>
        <p:spPr>
          <a:xfrm>
            <a:off x="10416890" y="5730334"/>
            <a:ext cx="31115" cy="30480"/>
          </a:xfrm>
          <a:custGeom>
            <a:avLst/>
            <a:gdLst/>
            <a:ahLst/>
            <a:cxnLst/>
            <a:rect l="l" t="t" r="r" b="b"/>
            <a:pathLst>
              <a:path w="31115" h="30479">
                <a:moveTo>
                  <a:pt x="0" y="30479"/>
                </a:moveTo>
                <a:lnTo>
                  <a:pt x="30637" y="30479"/>
                </a:lnTo>
                <a:lnTo>
                  <a:pt x="30637" y="0"/>
                </a:lnTo>
                <a:lnTo>
                  <a:pt x="0" y="0"/>
                </a:lnTo>
                <a:lnTo>
                  <a:pt x="0" y="30479"/>
                </a:lnTo>
                <a:close/>
              </a:path>
            </a:pathLst>
          </a:custGeom>
          <a:solidFill>
            <a:srgbClr val="58595B"/>
          </a:solidFill>
        </p:spPr>
        <p:txBody>
          <a:bodyPr wrap="square" lIns="0" tIns="0" rIns="0" bIns="0" rtlCol="0"/>
          <a:lstStyle/>
          <a:p>
            <a:endParaRPr/>
          </a:p>
        </p:txBody>
      </p:sp>
      <p:sp>
        <p:nvSpPr>
          <p:cNvPr id="620" name="object 302">
            <a:extLst>
              <a:ext uri="{FF2B5EF4-FFF2-40B4-BE49-F238E27FC236}">
                <a16:creationId xmlns:a16="http://schemas.microsoft.com/office/drawing/2014/main" id="{D9BB516F-0924-4A8C-A657-56A28264B1D0}"/>
              </a:ext>
            </a:extLst>
          </p:cNvPr>
          <p:cNvSpPr/>
          <p:nvPr/>
        </p:nvSpPr>
        <p:spPr>
          <a:xfrm>
            <a:off x="10416890" y="5718269"/>
            <a:ext cx="92710" cy="0"/>
          </a:xfrm>
          <a:custGeom>
            <a:avLst/>
            <a:gdLst/>
            <a:ahLst/>
            <a:cxnLst/>
            <a:rect l="l" t="t" r="r" b="b"/>
            <a:pathLst>
              <a:path w="92709">
                <a:moveTo>
                  <a:pt x="0" y="0"/>
                </a:moveTo>
                <a:lnTo>
                  <a:pt x="92457" y="0"/>
                </a:lnTo>
              </a:path>
            </a:pathLst>
          </a:custGeom>
          <a:ln w="24130">
            <a:solidFill>
              <a:srgbClr val="58595B"/>
            </a:solidFill>
          </a:ln>
        </p:spPr>
        <p:txBody>
          <a:bodyPr wrap="square" lIns="0" tIns="0" rIns="0" bIns="0" rtlCol="0"/>
          <a:lstStyle/>
          <a:p>
            <a:endParaRPr/>
          </a:p>
        </p:txBody>
      </p:sp>
      <p:sp>
        <p:nvSpPr>
          <p:cNvPr id="621" name="object 303">
            <a:extLst>
              <a:ext uri="{FF2B5EF4-FFF2-40B4-BE49-F238E27FC236}">
                <a16:creationId xmlns:a16="http://schemas.microsoft.com/office/drawing/2014/main" id="{0C8C3A52-8BE8-4B61-8A05-987E4B4EBC25}"/>
              </a:ext>
            </a:extLst>
          </p:cNvPr>
          <p:cNvSpPr/>
          <p:nvPr/>
        </p:nvSpPr>
        <p:spPr>
          <a:xfrm>
            <a:off x="10416890" y="5676994"/>
            <a:ext cx="31115" cy="29209"/>
          </a:xfrm>
          <a:custGeom>
            <a:avLst/>
            <a:gdLst/>
            <a:ahLst/>
            <a:cxnLst/>
            <a:rect l="l" t="t" r="r" b="b"/>
            <a:pathLst>
              <a:path w="31115" h="29210">
                <a:moveTo>
                  <a:pt x="0" y="29210"/>
                </a:moveTo>
                <a:lnTo>
                  <a:pt x="30637" y="29210"/>
                </a:lnTo>
                <a:lnTo>
                  <a:pt x="30637" y="0"/>
                </a:lnTo>
                <a:lnTo>
                  <a:pt x="0" y="0"/>
                </a:lnTo>
                <a:lnTo>
                  <a:pt x="0" y="29210"/>
                </a:lnTo>
                <a:close/>
              </a:path>
            </a:pathLst>
          </a:custGeom>
          <a:solidFill>
            <a:srgbClr val="58595B"/>
          </a:solidFill>
        </p:spPr>
        <p:txBody>
          <a:bodyPr wrap="square" lIns="0" tIns="0" rIns="0" bIns="0" rtlCol="0"/>
          <a:lstStyle/>
          <a:p>
            <a:endParaRPr/>
          </a:p>
        </p:txBody>
      </p:sp>
      <p:sp>
        <p:nvSpPr>
          <p:cNvPr id="622" name="object 304">
            <a:extLst>
              <a:ext uri="{FF2B5EF4-FFF2-40B4-BE49-F238E27FC236}">
                <a16:creationId xmlns:a16="http://schemas.microsoft.com/office/drawing/2014/main" id="{B33708F6-B5D7-4941-A093-65D877FEF405}"/>
              </a:ext>
            </a:extLst>
          </p:cNvPr>
          <p:cNvSpPr/>
          <p:nvPr/>
        </p:nvSpPr>
        <p:spPr>
          <a:xfrm>
            <a:off x="10416890" y="5664929"/>
            <a:ext cx="100965" cy="0"/>
          </a:xfrm>
          <a:custGeom>
            <a:avLst/>
            <a:gdLst/>
            <a:ahLst/>
            <a:cxnLst/>
            <a:rect l="l" t="t" r="r" b="b"/>
            <a:pathLst>
              <a:path w="100965">
                <a:moveTo>
                  <a:pt x="0" y="0"/>
                </a:moveTo>
                <a:lnTo>
                  <a:pt x="100646" y="0"/>
                </a:lnTo>
              </a:path>
            </a:pathLst>
          </a:custGeom>
          <a:ln w="24129">
            <a:solidFill>
              <a:srgbClr val="58595B"/>
            </a:solidFill>
          </a:ln>
        </p:spPr>
        <p:txBody>
          <a:bodyPr wrap="square" lIns="0" tIns="0" rIns="0" bIns="0" rtlCol="0"/>
          <a:lstStyle/>
          <a:p>
            <a:endParaRPr/>
          </a:p>
        </p:txBody>
      </p:sp>
      <p:sp>
        <p:nvSpPr>
          <p:cNvPr id="623" name="object 305">
            <a:extLst>
              <a:ext uri="{FF2B5EF4-FFF2-40B4-BE49-F238E27FC236}">
                <a16:creationId xmlns:a16="http://schemas.microsoft.com/office/drawing/2014/main" id="{033A97CC-FC23-4B12-9E01-047447376F2E}"/>
              </a:ext>
            </a:extLst>
          </p:cNvPr>
          <p:cNvSpPr/>
          <p:nvPr/>
        </p:nvSpPr>
        <p:spPr>
          <a:xfrm>
            <a:off x="10540559" y="5644372"/>
            <a:ext cx="2706838" cy="178078"/>
          </a:xfrm>
          <a:prstGeom prst="rect">
            <a:avLst/>
          </a:prstGeom>
          <a:blipFill>
            <a:blip r:embed="rId31" cstate="print"/>
            <a:stretch>
              <a:fillRect/>
            </a:stretch>
          </a:blipFill>
        </p:spPr>
        <p:txBody>
          <a:bodyPr wrap="square" lIns="0" tIns="0" rIns="0" bIns="0" rtlCol="0"/>
          <a:lstStyle/>
          <a:p>
            <a:endParaRPr/>
          </a:p>
        </p:txBody>
      </p:sp>
      <p:sp>
        <p:nvSpPr>
          <p:cNvPr id="624" name="object 306">
            <a:extLst>
              <a:ext uri="{FF2B5EF4-FFF2-40B4-BE49-F238E27FC236}">
                <a16:creationId xmlns:a16="http://schemas.microsoft.com/office/drawing/2014/main" id="{169FB08E-2450-4826-B05F-28680CBA417B}"/>
              </a:ext>
            </a:extLst>
          </p:cNvPr>
          <p:cNvSpPr/>
          <p:nvPr/>
        </p:nvSpPr>
        <p:spPr>
          <a:xfrm>
            <a:off x="13321211" y="5644372"/>
            <a:ext cx="367565" cy="142127"/>
          </a:xfrm>
          <a:prstGeom prst="rect">
            <a:avLst/>
          </a:prstGeom>
          <a:blipFill>
            <a:blip r:embed="rId32" cstate="print"/>
            <a:stretch>
              <a:fillRect/>
            </a:stretch>
          </a:blipFill>
        </p:spPr>
        <p:txBody>
          <a:bodyPr wrap="square" lIns="0" tIns="0" rIns="0" bIns="0" rtlCol="0"/>
          <a:lstStyle/>
          <a:p>
            <a:endParaRPr/>
          </a:p>
        </p:txBody>
      </p:sp>
      <p:sp>
        <p:nvSpPr>
          <p:cNvPr id="625" name="object 307">
            <a:extLst>
              <a:ext uri="{FF2B5EF4-FFF2-40B4-BE49-F238E27FC236}">
                <a16:creationId xmlns:a16="http://schemas.microsoft.com/office/drawing/2014/main" id="{2467B125-C750-419D-B471-74FC202505EA}"/>
              </a:ext>
            </a:extLst>
          </p:cNvPr>
          <p:cNvSpPr/>
          <p:nvPr/>
        </p:nvSpPr>
        <p:spPr>
          <a:xfrm>
            <a:off x="13709323" y="5684709"/>
            <a:ext cx="102729" cy="138686"/>
          </a:xfrm>
          <a:prstGeom prst="rect">
            <a:avLst/>
          </a:prstGeom>
          <a:blipFill>
            <a:blip r:embed="rId33" cstate="print"/>
            <a:stretch>
              <a:fillRect/>
            </a:stretch>
          </a:blipFill>
        </p:spPr>
        <p:txBody>
          <a:bodyPr wrap="square" lIns="0" tIns="0" rIns="0" bIns="0" rtlCol="0"/>
          <a:lstStyle/>
          <a:p>
            <a:endParaRPr/>
          </a:p>
        </p:txBody>
      </p:sp>
      <p:sp>
        <p:nvSpPr>
          <p:cNvPr id="626" name="object 308">
            <a:extLst>
              <a:ext uri="{FF2B5EF4-FFF2-40B4-BE49-F238E27FC236}">
                <a16:creationId xmlns:a16="http://schemas.microsoft.com/office/drawing/2014/main" id="{756CADC4-7895-4635-B31F-3D24440EDCD0}"/>
              </a:ext>
            </a:extLst>
          </p:cNvPr>
          <p:cNvSpPr/>
          <p:nvPr/>
        </p:nvSpPr>
        <p:spPr>
          <a:xfrm>
            <a:off x="13846107" y="5684705"/>
            <a:ext cx="92080" cy="100834"/>
          </a:xfrm>
          <a:prstGeom prst="rect">
            <a:avLst/>
          </a:prstGeom>
          <a:blipFill>
            <a:blip r:embed="rId34" cstate="print"/>
            <a:stretch>
              <a:fillRect/>
            </a:stretch>
          </a:blipFill>
        </p:spPr>
        <p:txBody>
          <a:bodyPr wrap="square" lIns="0" tIns="0" rIns="0" bIns="0" rtlCol="0"/>
          <a:lstStyle/>
          <a:p>
            <a:endParaRPr/>
          </a:p>
        </p:txBody>
      </p:sp>
      <p:sp>
        <p:nvSpPr>
          <p:cNvPr id="627" name="object 309">
            <a:extLst>
              <a:ext uri="{FF2B5EF4-FFF2-40B4-BE49-F238E27FC236}">
                <a16:creationId xmlns:a16="http://schemas.microsoft.com/office/drawing/2014/main" id="{3B07D3CA-44C7-484A-B855-3FE033809E9E}"/>
              </a:ext>
            </a:extLst>
          </p:cNvPr>
          <p:cNvSpPr/>
          <p:nvPr/>
        </p:nvSpPr>
        <p:spPr>
          <a:xfrm>
            <a:off x="13962545" y="5765761"/>
            <a:ext cx="20320" cy="47625"/>
          </a:xfrm>
          <a:custGeom>
            <a:avLst/>
            <a:gdLst/>
            <a:ahLst/>
            <a:cxnLst/>
            <a:rect l="l" t="t" r="r" b="b"/>
            <a:pathLst>
              <a:path w="20319" h="47625">
                <a:moveTo>
                  <a:pt x="12994" y="0"/>
                </a:moveTo>
                <a:lnTo>
                  <a:pt x="7162" y="0"/>
                </a:lnTo>
                <a:lnTo>
                  <a:pt x="4753" y="984"/>
                </a:lnTo>
                <a:lnTo>
                  <a:pt x="942" y="4910"/>
                </a:lnTo>
                <a:lnTo>
                  <a:pt x="0" y="7350"/>
                </a:lnTo>
                <a:lnTo>
                  <a:pt x="0" y="12690"/>
                </a:lnTo>
                <a:lnTo>
                  <a:pt x="628" y="14732"/>
                </a:lnTo>
                <a:lnTo>
                  <a:pt x="3162" y="18166"/>
                </a:lnTo>
                <a:lnTo>
                  <a:pt x="4816" y="19350"/>
                </a:lnTo>
                <a:lnTo>
                  <a:pt x="6837" y="19978"/>
                </a:lnTo>
                <a:lnTo>
                  <a:pt x="376" y="47558"/>
                </a:lnTo>
                <a:lnTo>
                  <a:pt x="9507" y="47558"/>
                </a:lnTo>
                <a:lnTo>
                  <a:pt x="17496" y="21297"/>
                </a:lnTo>
                <a:lnTo>
                  <a:pt x="18386" y="19025"/>
                </a:lnTo>
                <a:lnTo>
                  <a:pt x="19046" y="16994"/>
                </a:lnTo>
                <a:lnTo>
                  <a:pt x="19936" y="13444"/>
                </a:lnTo>
                <a:lnTo>
                  <a:pt x="20036" y="12690"/>
                </a:lnTo>
                <a:lnTo>
                  <a:pt x="20156" y="7350"/>
                </a:lnTo>
                <a:lnTo>
                  <a:pt x="19214" y="4910"/>
                </a:lnTo>
                <a:lnTo>
                  <a:pt x="15413" y="984"/>
                </a:lnTo>
                <a:lnTo>
                  <a:pt x="12994" y="0"/>
                </a:lnTo>
                <a:close/>
              </a:path>
            </a:pathLst>
          </a:custGeom>
          <a:solidFill>
            <a:srgbClr val="58595B"/>
          </a:solidFill>
        </p:spPr>
        <p:txBody>
          <a:bodyPr wrap="square" lIns="0" tIns="0" rIns="0" bIns="0" rtlCol="0"/>
          <a:lstStyle/>
          <a:p>
            <a:endParaRPr/>
          </a:p>
        </p:txBody>
      </p:sp>
      <p:sp>
        <p:nvSpPr>
          <p:cNvPr id="628" name="object 310">
            <a:extLst>
              <a:ext uri="{FF2B5EF4-FFF2-40B4-BE49-F238E27FC236}">
                <a16:creationId xmlns:a16="http://schemas.microsoft.com/office/drawing/2014/main" id="{917FFD60-A47B-4714-8E2F-1AAFFC42CF4E}"/>
              </a:ext>
            </a:extLst>
          </p:cNvPr>
          <p:cNvSpPr/>
          <p:nvPr/>
        </p:nvSpPr>
        <p:spPr>
          <a:xfrm>
            <a:off x="14056516" y="5652360"/>
            <a:ext cx="443470" cy="134133"/>
          </a:xfrm>
          <a:prstGeom prst="rect">
            <a:avLst/>
          </a:prstGeom>
          <a:blipFill>
            <a:blip r:embed="rId35" cstate="print"/>
            <a:stretch>
              <a:fillRect/>
            </a:stretch>
          </a:blipFill>
        </p:spPr>
        <p:txBody>
          <a:bodyPr wrap="square" lIns="0" tIns="0" rIns="0" bIns="0" rtlCol="0"/>
          <a:lstStyle/>
          <a:p>
            <a:endParaRPr/>
          </a:p>
        </p:txBody>
      </p:sp>
      <p:sp>
        <p:nvSpPr>
          <p:cNvPr id="629" name="object 311">
            <a:extLst>
              <a:ext uri="{FF2B5EF4-FFF2-40B4-BE49-F238E27FC236}">
                <a16:creationId xmlns:a16="http://schemas.microsoft.com/office/drawing/2014/main" id="{4B87F6A3-ED30-43F3-B21D-E42D65220D9B}"/>
              </a:ext>
            </a:extLst>
          </p:cNvPr>
          <p:cNvSpPr/>
          <p:nvPr/>
        </p:nvSpPr>
        <p:spPr>
          <a:xfrm>
            <a:off x="14530521" y="5644372"/>
            <a:ext cx="0" cy="141605"/>
          </a:xfrm>
          <a:custGeom>
            <a:avLst/>
            <a:gdLst/>
            <a:ahLst/>
            <a:cxnLst/>
            <a:rect l="l" t="t" r="r" b="b"/>
            <a:pathLst>
              <a:path h="141604">
                <a:moveTo>
                  <a:pt x="0" y="0"/>
                </a:moveTo>
                <a:lnTo>
                  <a:pt x="0" y="141168"/>
                </a:lnTo>
              </a:path>
            </a:pathLst>
          </a:custGeom>
          <a:ln w="13507">
            <a:solidFill>
              <a:srgbClr val="58595B"/>
            </a:solidFill>
          </a:ln>
        </p:spPr>
        <p:txBody>
          <a:bodyPr wrap="square" lIns="0" tIns="0" rIns="0" bIns="0" rtlCol="0"/>
          <a:lstStyle/>
          <a:p>
            <a:endParaRPr/>
          </a:p>
        </p:txBody>
      </p:sp>
      <p:sp>
        <p:nvSpPr>
          <p:cNvPr id="630" name="object 312">
            <a:extLst>
              <a:ext uri="{FF2B5EF4-FFF2-40B4-BE49-F238E27FC236}">
                <a16:creationId xmlns:a16="http://schemas.microsoft.com/office/drawing/2014/main" id="{79AE75B6-341E-432B-870F-190CA67A2BE2}"/>
              </a:ext>
            </a:extLst>
          </p:cNvPr>
          <p:cNvSpPr/>
          <p:nvPr/>
        </p:nvSpPr>
        <p:spPr>
          <a:xfrm>
            <a:off x="14561053" y="5684706"/>
            <a:ext cx="101787" cy="101787"/>
          </a:xfrm>
          <a:prstGeom prst="rect">
            <a:avLst/>
          </a:prstGeom>
          <a:blipFill>
            <a:blip r:embed="rId36" cstate="print"/>
            <a:stretch>
              <a:fillRect/>
            </a:stretch>
          </a:blipFill>
        </p:spPr>
        <p:txBody>
          <a:bodyPr wrap="square" lIns="0" tIns="0" rIns="0" bIns="0" rtlCol="0"/>
          <a:lstStyle/>
          <a:p>
            <a:endParaRPr/>
          </a:p>
        </p:txBody>
      </p:sp>
      <p:sp>
        <p:nvSpPr>
          <p:cNvPr id="631" name="object 313">
            <a:extLst>
              <a:ext uri="{FF2B5EF4-FFF2-40B4-BE49-F238E27FC236}">
                <a16:creationId xmlns:a16="http://schemas.microsoft.com/office/drawing/2014/main" id="{BA6FA7D7-EA3D-4D70-9C9F-C1C458C2A11A}"/>
              </a:ext>
            </a:extLst>
          </p:cNvPr>
          <p:cNvSpPr/>
          <p:nvPr/>
        </p:nvSpPr>
        <p:spPr>
          <a:xfrm>
            <a:off x="14686617" y="5684706"/>
            <a:ext cx="133928" cy="137744"/>
          </a:xfrm>
          <a:prstGeom prst="rect">
            <a:avLst/>
          </a:prstGeom>
          <a:blipFill>
            <a:blip r:embed="rId37" cstate="print"/>
            <a:stretch>
              <a:fillRect/>
            </a:stretch>
          </a:blipFill>
        </p:spPr>
        <p:txBody>
          <a:bodyPr wrap="square" lIns="0" tIns="0" rIns="0" bIns="0" rtlCol="0"/>
          <a:lstStyle/>
          <a:p>
            <a:endParaRPr/>
          </a:p>
        </p:txBody>
      </p:sp>
      <p:sp>
        <p:nvSpPr>
          <p:cNvPr id="632" name="object 314">
            <a:extLst>
              <a:ext uri="{FF2B5EF4-FFF2-40B4-BE49-F238E27FC236}">
                <a16:creationId xmlns:a16="http://schemas.microsoft.com/office/drawing/2014/main" id="{AC9671EE-1097-4356-AAB1-31506744C362}"/>
              </a:ext>
            </a:extLst>
          </p:cNvPr>
          <p:cNvSpPr/>
          <p:nvPr/>
        </p:nvSpPr>
        <p:spPr>
          <a:xfrm>
            <a:off x="14893234" y="5652363"/>
            <a:ext cx="109378" cy="134320"/>
          </a:xfrm>
          <a:prstGeom prst="rect">
            <a:avLst/>
          </a:prstGeom>
          <a:blipFill>
            <a:blip r:embed="rId38" cstate="print"/>
            <a:stretch>
              <a:fillRect/>
            </a:stretch>
          </a:blipFill>
        </p:spPr>
        <p:txBody>
          <a:bodyPr wrap="square" lIns="0" tIns="0" rIns="0" bIns="0" rtlCol="0"/>
          <a:lstStyle/>
          <a:p>
            <a:endParaRPr/>
          </a:p>
        </p:txBody>
      </p:sp>
      <p:sp>
        <p:nvSpPr>
          <p:cNvPr id="633" name="object 315">
            <a:extLst>
              <a:ext uri="{FF2B5EF4-FFF2-40B4-BE49-F238E27FC236}">
                <a16:creationId xmlns:a16="http://schemas.microsoft.com/office/drawing/2014/main" id="{3B7B2323-7E32-46C4-AD99-D0DFD3BDF85F}"/>
              </a:ext>
            </a:extLst>
          </p:cNvPr>
          <p:cNvSpPr/>
          <p:nvPr/>
        </p:nvSpPr>
        <p:spPr>
          <a:xfrm>
            <a:off x="15038396" y="5684705"/>
            <a:ext cx="92070" cy="100834"/>
          </a:xfrm>
          <a:prstGeom prst="rect">
            <a:avLst/>
          </a:prstGeom>
          <a:blipFill>
            <a:blip r:embed="rId39" cstate="print"/>
            <a:stretch>
              <a:fillRect/>
            </a:stretch>
          </a:blipFill>
        </p:spPr>
        <p:txBody>
          <a:bodyPr wrap="square" lIns="0" tIns="0" rIns="0" bIns="0" rtlCol="0"/>
          <a:lstStyle/>
          <a:p>
            <a:endParaRPr/>
          </a:p>
        </p:txBody>
      </p:sp>
      <p:sp>
        <p:nvSpPr>
          <p:cNvPr id="634" name="object 316">
            <a:extLst>
              <a:ext uri="{FF2B5EF4-FFF2-40B4-BE49-F238E27FC236}">
                <a16:creationId xmlns:a16="http://schemas.microsoft.com/office/drawing/2014/main" id="{AFABD7F9-A3E5-4557-A5C6-E2717A57E24B}"/>
              </a:ext>
            </a:extLst>
          </p:cNvPr>
          <p:cNvSpPr/>
          <p:nvPr/>
        </p:nvSpPr>
        <p:spPr>
          <a:xfrm>
            <a:off x="15160334" y="5644372"/>
            <a:ext cx="103120" cy="142128"/>
          </a:xfrm>
          <a:prstGeom prst="rect">
            <a:avLst/>
          </a:prstGeom>
          <a:blipFill>
            <a:blip r:embed="rId40" cstate="print"/>
            <a:stretch>
              <a:fillRect/>
            </a:stretch>
          </a:blipFill>
        </p:spPr>
        <p:txBody>
          <a:bodyPr wrap="square" lIns="0" tIns="0" rIns="0" bIns="0" rtlCol="0"/>
          <a:lstStyle/>
          <a:p>
            <a:endParaRPr/>
          </a:p>
        </p:txBody>
      </p:sp>
      <p:sp>
        <p:nvSpPr>
          <p:cNvPr id="635" name="object 317">
            <a:extLst>
              <a:ext uri="{FF2B5EF4-FFF2-40B4-BE49-F238E27FC236}">
                <a16:creationId xmlns:a16="http://schemas.microsoft.com/office/drawing/2014/main" id="{D22FF5DE-CE4B-4F99-B214-9BAEE3BB9358}"/>
              </a:ext>
            </a:extLst>
          </p:cNvPr>
          <p:cNvSpPr/>
          <p:nvPr/>
        </p:nvSpPr>
        <p:spPr>
          <a:xfrm>
            <a:off x="15320713" y="5651423"/>
            <a:ext cx="115483" cy="136215"/>
          </a:xfrm>
          <a:prstGeom prst="rect">
            <a:avLst/>
          </a:prstGeom>
          <a:blipFill>
            <a:blip r:embed="rId41" cstate="print"/>
            <a:stretch>
              <a:fillRect/>
            </a:stretch>
          </a:blipFill>
        </p:spPr>
        <p:txBody>
          <a:bodyPr wrap="square" lIns="0" tIns="0" rIns="0" bIns="0" rtlCol="0"/>
          <a:lstStyle/>
          <a:p>
            <a:endParaRPr/>
          </a:p>
        </p:txBody>
      </p:sp>
      <p:sp>
        <p:nvSpPr>
          <p:cNvPr id="636" name="object 318">
            <a:extLst>
              <a:ext uri="{FF2B5EF4-FFF2-40B4-BE49-F238E27FC236}">
                <a16:creationId xmlns:a16="http://schemas.microsoft.com/office/drawing/2014/main" id="{C032AFDA-B167-40AB-8AB0-C3CBAA448B92}"/>
              </a:ext>
            </a:extLst>
          </p:cNvPr>
          <p:cNvSpPr/>
          <p:nvPr/>
        </p:nvSpPr>
        <p:spPr>
          <a:xfrm>
            <a:off x="15502586" y="5644372"/>
            <a:ext cx="990977" cy="179023"/>
          </a:xfrm>
          <a:prstGeom prst="rect">
            <a:avLst/>
          </a:prstGeom>
          <a:blipFill>
            <a:blip r:embed="rId42" cstate="print"/>
            <a:stretch>
              <a:fillRect/>
            </a:stretch>
          </a:blipFill>
        </p:spPr>
        <p:txBody>
          <a:bodyPr wrap="square" lIns="0" tIns="0" rIns="0" bIns="0" rtlCol="0"/>
          <a:lstStyle/>
          <a:p>
            <a:endParaRPr/>
          </a:p>
        </p:txBody>
      </p:sp>
      <p:sp>
        <p:nvSpPr>
          <p:cNvPr id="637" name="object 319">
            <a:extLst>
              <a:ext uri="{FF2B5EF4-FFF2-40B4-BE49-F238E27FC236}">
                <a16:creationId xmlns:a16="http://schemas.microsoft.com/office/drawing/2014/main" id="{5C816B82-E769-4A9B-BC41-58E05ADE9952}"/>
              </a:ext>
            </a:extLst>
          </p:cNvPr>
          <p:cNvSpPr/>
          <p:nvPr/>
        </p:nvSpPr>
        <p:spPr>
          <a:xfrm>
            <a:off x="16554449" y="5644372"/>
            <a:ext cx="1215733" cy="168947"/>
          </a:xfrm>
          <a:prstGeom prst="rect">
            <a:avLst/>
          </a:prstGeom>
          <a:blipFill>
            <a:blip r:embed="rId43" cstate="print"/>
            <a:stretch>
              <a:fillRect/>
            </a:stretch>
          </a:blipFill>
        </p:spPr>
        <p:txBody>
          <a:bodyPr wrap="square" lIns="0" tIns="0" rIns="0" bIns="0" rtlCol="0"/>
          <a:lstStyle/>
          <a:p>
            <a:endParaRPr/>
          </a:p>
        </p:txBody>
      </p:sp>
      <p:sp>
        <p:nvSpPr>
          <p:cNvPr id="638" name="object 320">
            <a:extLst>
              <a:ext uri="{FF2B5EF4-FFF2-40B4-BE49-F238E27FC236}">
                <a16:creationId xmlns:a16="http://schemas.microsoft.com/office/drawing/2014/main" id="{8A32F555-40FB-48CD-8F21-B47EA5839399}"/>
              </a:ext>
            </a:extLst>
          </p:cNvPr>
          <p:cNvSpPr/>
          <p:nvPr/>
        </p:nvSpPr>
        <p:spPr>
          <a:xfrm>
            <a:off x="17834427" y="5651229"/>
            <a:ext cx="371723" cy="162090"/>
          </a:xfrm>
          <a:prstGeom prst="rect">
            <a:avLst/>
          </a:prstGeom>
          <a:blipFill>
            <a:blip r:embed="rId44" cstate="print"/>
            <a:stretch>
              <a:fillRect/>
            </a:stretch>
          </a:blipFill>
        </p:spPr>
        <p:txBody>
          <a:bodyPr wrap="square" lIns="0" tIns="0" rIns="0" bIns="0" rtlCol="0"/>
          <a:lstStyle/>
          <a:p>
            <a:endParaRPr/>
          </a:p>
        </p:txBody>
      </p:sp>
      <p:sp>
        <p:nvSpPr>
          <p:cNvPr id="639" name="object 321">
            <a:extLst>
              <a:ext uri="{FF2B5EF4-FFF2-40B4-BE49-F238E27FC236}">
                <a16:creationId xmlns:a16="http://schemas.microsoft.com/office/drawing/2014/main" id="{CD61D90E-AF62-4668-ADF3-3A3B08D7AA90}"/>
              </a:ext>
            </a:extLst>
          </p:cNvPr>
          <p:cNvSpPr/>
          <p:nvPr/>
        </p:nvSpPr>
        <p:spPr>
          <a:xfrm>
            <a:off x="18279999" y="5652365"/>
            <a:ext cx="138330" cy="133179"/>
          </a:xfrm>
          <a:prstGeom prst="rect">
            <a:avLst/>
          </a:prstGeom>
          <a:blipFill>
            <a:blip r:embed="rId45" cstate="print"/>
            <a:stretch>
              <a:fillRect/>
            </a:stretch>
          </a:blipFill>
        </p:spPr>
        <p:txBody>
          <a:bodyPr wrap="square" lIns="0" tIns="0" rIns="0" bIns="0" rtlCol="0"/>
          <a:lstStyle/>
          <a:p>
            <a:endParaRPr/>
          </a:p>
        </p:txBody>
      </p:sp>
      <p:sp>
        <p:nvSpPr>
          <p:cNvPr id="640" name="object 322">
            <a:extLst>
              <a:ext uri="{FF2B5EF4-FFF2-40B4-BE49-F238E27FC236}">
                <a16:creationId xmlns:a16="http://schemas.microsoft.com/office/drawing/2014/main" id="{223BB74E-EA37-43B7-9176-690C80037F48}"/>
              </a:ext>
            </a:extLst>
          </p:cNvPr>
          <p:cNvSpPr/>
          <p:nvPr/>
        </p:nvSpPr>
        <p:spPr>
          <a:xfrm>
            <a:off x="18444955" y="5663594"/>
            <a:ext cx="173885" cy="122907"/>
          </a:xfrm>
          <a:prstGeom prst="rect">
            <a:avLst/>
          </a:prstGeom>
          <a:blipFill>
            <a:blip r:embed="rId46" cstate="print"/>
            <a:stretch>
              <a:fillRect/>
            </a:stretch>
          </a:blipFill>
        </p:spPr>
        <p:txBody>
          <a:bodyPr wrap="square" lIns="0" tIns="0" rIns="0" bIns="0" rtlCol="0"/>
          <a:lstStyle/>
          <a:p>
            <a:endParaRPr/>
          </a:p>
        </p:txBody>
      </p:sp>
      <p:sp>
        <p:nvSpPr>
          <p:cNvPr id="641" name="object 323">
            <a:extLst>
              <a:ext uri="{FF2B5EF4-FFF2-40B4-BE49-F238E27FC236}">
                <a16:creationId xmlns:a16="http://schemas.microsoft.com/office/drawing/2014/main" id="{BA1F922B-FE0D-45CA-858E-5A0B3729DA4E}"/>
              </a:ext>
            </a:extLst>
          </p:cNvPr>
          <p:cNvSpPr/>
          <p:nvPr/>
        </p:nvSpPr>
        <p:spPr>
          <a:xfrm>
            <a:off x="18639595" y="5644372"/>
            <a:ext cx="87667" cy="141170"/>
          </a:xfrm>
          <a:prstGeom prst="rect">
            <a:avLst/>
          </a:prstGeom>
          <a:blipFill>
            <a:blip r:embed="rId47" cstate="print"/>
            <a:stretch>
              <a:fillRect/>
            </a:stretch>
          </a:blipFill>
        </p:spPr>
        <p:txBody>
          <a:bodyPr wrap="square" lIns="0" tIns="0" rIns="0" bIns="0" rtlCol="0"/>
          <a:lstStyle/>
          <a:p>
            <a:endParaRPr/>
          </a:p>
        </p:txBody>
      </p:sp>
      <p:sp>
        <p:nvSpPr>
          <p:cNvPr id="642" name="object 324">
            <a:extLst>
              <a:ext uri="{FF2B5EF4-FFF2-40B4-BE49-F238E27FC236}">
                <a16:creationId xmlns:a16="http://schemas.microsoft.com/office/drawing/2014/main" id="{50D87E74-022E-40AC-A9B5-9FB6A4949386}"/>
              </a:ext>
            </a:extLst>
          </p:cNvPr>
          <p:cNvSpPr/>
          <p:nvPr/>
        </p:nvSpPr>
        <p:spPr>
          <a:xfrm>
            <a:off x="18747788" y="5684702"/>
            <a:ext cx="181515" cy="101797"/>
          </a:xfrm>
          <a:prstGeom prst="rect">
            <a:avLst/>
          </a:prstGeom>
          <a:blipFill>
            <a:blip r:embed="rId48" cstate="print"/>
            <a:stretch>
              <a:fillRect/>
            </a:stretch>
          </a:blipFill>
        </p:spPr>
        <p:txBody>
          <a:bodyPr wrap="square" lIns="0" tIns="0" rIns="0" bIns="0" rtlCol="0"/>
          <a:lstStyle/>
          <a:p>
            <a:endParaRPr/>
          </a:p>
        </p:txBody>
      </p:sp>
      <p:sp>
        <p:nvSpPr>
          <p:cNvPr id="643" name="object 7">
            <a:extLst>
              <a:ext uri="{FF2B5EF4-FFF2-40B4-BE49-F238E27FC236}">
                <a16:creationId xmlns:a16="http://schemas.microsoft.com/office/drawing/2014/main" id="{83B0E1C3-80EE-4A24-972D-A2247B62E26B}"/>
              </a:ext>
            </a:extLst>
          </p:cNvPr>
          <p:cNvSpPr/>
          <p:nvPr/>
        </p:nvSpPr>
        <p:spPr>
          <a:xfrm>
            <a:off x="10614754" y="6416132"/>
            <a:ext cx="7586396" cy="3743331"/>
          </a:xfrm>
          <a:prstGeom prst="rect">
            <a:avLst/>
          </a:prstGeom>
          <a:blipFill>
            <a:blip r:embed="rId49" cstate="print"/>
            <a:stretch>
              <a:fillRect/>
            </a:stretch>
          </a:blipFill>
        </p:spPr>
        <p:txBody>
          <a:bodyPr wrap="square" lIns="0" tIns="0" rIns="0" bIns="0" rtlCol="0"/>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034388" y="347889"/>
            <a:ext cx="12225655" cy="631583"/>
          </a:xfrm>
          <a:prstGeom prst="rect">
            <a:avLst/>
          </a:prstGeom>
        </p:spPr>
        <p:txBody>
          <a:bodyPr vert="horz" wrap="square" lIns="0" tIns="15875" rIns="0" bIns="0" rtlCol="0">
            <a:spAutoFit/>
          </a:bodyPr>
          <a:lstStyle/>
          <a:p>
            <a:pPr marL="12700">
              <a:lnSpc>
                <a:spcPct val="100000"/>
              </a:lnSpc>
              <a:spcBef>
                <a:spcPts val="125"/>
              </a:spcBef>
            </a:pPr>
            <a:r>
              <a:rPr sz="4000" spc="-105" dirty="0">
                <a:solidFill>
                  <a:schemeClr val="accent1">
                    <a:lumMod val="50000"/>
                  </a:schemeClr>
                </a:solidFill>
                <a:latin typeface="Montserrat SemiBold" panose="00000700000000000000" pitchFamily="50" charset="0"/>
              </a:rPr>
              <a:t>DevSecOps CI/CD</a:t>
            </a:r>
            <a:r>
              <a:rPr sz="4000" spc="-470" dirty="0">
                <a:solidFill>
                  <a:schemeClr val="accent1">
                    <a:lumMod val="50000"/>
                  </a:schemeClr>
                </a:solidFill>
                <a:latin typeface="Montserrat SemiBold" panose="00000700000000000000" pitchFamily="50" charset="0"/>
              </a:rPr>
              <a:t> </a:t>
            </a:r>
            <a:r>
              <a:rPr sz="4000" spc="-120" dirty="0">
                <a:solidFill>
                  <a:schemeClr val="accent1">
                    <a:lumMod val="50000"/>
                  </a:schemeClr>
                </a:solidFill>
                <a:latin typeface="Montserrat SemiBold" panose="00000700000000000000" pitchFamily="50" charset="0"/>
              </a:rPr>
              <a:t>Orchestration</a:t>
            </a:r>
          </a:p>
        </p:txBody>
      </p:sp>
      <p:pic>
        <p:nvPicPr>
          <p:cNvPr id="6" name="Picture 5">
            <a:extLst>
              <a:ext uri="{FF2B5EF4-FFF2-40B4-BE49-F238E27FC236}">
                <a16:creationId xmlns:a16="http://schemas.microsoft.com/office/drawing/2014/main" id="{04F190BC-CAD9-485E-8334-C7B310A7CA97}"/>
              </a:ext>
            </a:extLst>
          </p:cNvPr>
          <p:cNvPicPr>
            <a:picLocks noChangeAspect="1"/>
          </p:cNvPicPr>
          <p:nvPr/>
        </p:nvPicPr>
        <p:blipFill>
          <a:blip r:embed="rId2"/>
          <a:stretch>
            <a:fillRect/>
          </a:stretch>
        </p:blipFill>
        <p:spPr>
          <a:xfrm>
            <a:off x="1365250" y="1259730"/>
            <a:ext cx="17519650" cy="8789889"/>
          </a:xfrm>
          <a:prstGeom prst="rect">
            <a:avLst/>
          </a:prstGeom>
        </p:spPr>
      </p:pic>
      <p:sp>
        <p:nvSpPr>
          <p:cNvPr id="7" name="Rectangle 6">
            <a:extLst>
              <a:ext uri="{FF2B5EF4-FFF2-40B4-BE49-F238E27FC236}">
                <a16:creationId xmlns:a16="http://schemas.microsoft.com/office/drawing/2014/main" id="{F7A591DB-ED56-4B3F-A7C1-D5FFEFF5FD26}"/>
              </a:ext>
            </a:extLst>
          </p:cNvPr>
          <p:cNvSpPr/>
          <p:nvPr/>
        </p:nvSpPr>
        <p:spPr>
          <a:xfrm>
            <a:off x="11499850" y="7712075"/>
            <a:ext cx="381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47088" y="1157011"/>
            <a:ext cx="17989550" cy="0"/>
          </a:xfrm>
          <a:custGeom>
            <a:avLst/>
            <a:gdLst/>
            <a:ahLst/>
            <a:cxnLst/>
            <a:rect l="l" t="t" r="r" b="b"/>
            <a:pathLst>
              <a:path w="17989550">
                <a:moveTo>
                  <a:pt x="0" y="0"/>
                </a:moveTo>
                <a:lnTo>
                  <a:pt x="17988981" y="0"/>
                </a:lnTo>
              </a:path>
            </a:pathLst>
          </a:custGeom>
          <a:ln w="10429">
            <a:solidFill>
              <a:srgbClr val="939598"/>
            </a:solidFill>
          </a:ln>
        </p:spPr>
        <p:txBody>
          <a:bodyPr wrap="square" lIns="0" tIns="0" rIns="0" bIns="0" rtlCol="0"/>
          <a:lstStyle/>
          <a:p>
            <a:endParaRPr/>
          </a:p>
        </p:txBody>
      </p:sp>
      <p:sp>
        <p:nvSpPr>
          <p:cNvPr id="3" name="object 3"/>
          <p:cNvSpPr txBox="1">
            <a:spLocks noGrp="1"/>
          </p:cNvSpPr>
          <p:nvPr>
            <p:ph type="title" idx="4294967295"/>
          </p:nvPr>
        </p:nvSpPr>
        <p:spPr>
          <a:xfrm>
            <a:off x="1034388" y="347889"/>
            <a:ext cx="13669644" cy="638810"/>
          </a:xfrm>
          <a:prstGeom prst="rect">
            <a:avLst/>
          </a:prstGeom>
        </p:spPr>
        <p:txBody>
          <a:bodyPr vert="horz" wrap="square" lIns="0" tIns="15875" rIns="0" bIns="0" rtlCol="0">
            <a:spAutoFit/>
          </a:bodyPr>
          <a:lstStyle/>
          <a:p>
            <a:pPr marL="12700">
              <a:lnSpc>
                <a:spcPct val="100000"/>
              </a:lnSpc>
              <a:spcBef>
                <a:spcPts val="125"/>
              </a:spcBef>
            </a:pPr>
            <a:r>
              <a:rPr sz="4000" spc="-105" dirty="0">
                <a:solidFill>
                  <a:schemeClr val="accent1">
                    <a:lumMod val="50000"/>
                  </a:schemeClr>
                </a:solidFill>
                <a:latin typeface="Montserrat SemiBold" panose="00000700000000000000" pitchFamily="50" charset="0"/>
              </a:rPr>
              <a:t>Cloud Native Application Architecture</a:t>
            </a:r>
          </a:p>
        </p:txBody>
      </p:sp>
      <p:sp>
        <p:nvSpPr>
          <p:cNvPr id="4" name="object 4"/>
          <p:cNvSpPr/>
          <p:nvPr/>
        </p:nvSpPr>
        <p:spPr>
          <a:xfrm>
            <a:off x="2466086" y="2973053"/>
            <a:ext cx="3638550" cy="5455920"/>
          </a:xfrm>
          <a:custGeom>
            <a:avLst/>
            <a:gdLst/>
            <a:ahLst/>
            <a:cxnLst/>
            <a:rect l="l" t="t" r="r" b="b"/>
            <a:pathLst>
              <a:path w="3638550" h="5455920">
                <a:moveTo>
                  <a:pt x="3505631" y="0"/>
                </a:moveTo>
                <a:lnTo>
                  <a:pt x="132833" y="0"/>
                </a:lnTo>
                <a:lnTo>
                  <a:pt x="90965" y="6801"/>
                </a:lnTo>
                <a:lnTo>
                  <a:pt x="54516" y="25717"/>
                </a:lnTo>
                <a:lnTo>
                  <a:pt x="25717" y="54516"/>
                </a:lnTo>
                <a:lnTo>
                  <a:pt x="6801" y="90965"/>
                </a:lnTo>
                <a:lnTo>
                  <a:pt x="0" y="132833"/>
                </a:lnTo>
                <a:lnTo>
                  <a:pt x="0" y="5322539"/>
                </a:lnTo>
                <a:lnTo>
                  <a:pt x="6801" y="5364407"/>
                </a:lnTo>
                <a:lnTo>
                  <a:pt x="25717" y="5400856"/>
                </a:lnTo>
                <a:lnTo>
                  <a:pt x="54516" y="5429655"/>
                </a:lnTo>
                <a:lnTo>
                  <a:pt x="90965" y="5448571"/>
                </a:lnTo>
                <a:lnTo>
                  <a:pt x="132833" y="5455373"/>
                </a:lnTo>
                <a:lnTo>
                  <a:pt x="3505631" y="5455373"/>
                </a:lnTo>
                <a:lnTo>
                  <a:pt x="3547503" y="5448571"/>
                </a:lnTo>
                <a:lnTo>
                  <a:pt x="3583953" y="5429655"/>
                </a:lnTo>
                <a:lnTo>
                  <a:pt x="3612750" y="5400856"/>
                </a:lnTo>
                <a:lnTo>
                  <a:pt x="3631664" y="5364407"/>
                </a:lnTo>
                <a:lnTo>
                  <a:pt x="3638465" y="5322539"/>
                </a:lnTo>
                <a:lnTo>
                  <a:pt x="3638465" y="132833"/>
                </a:lnTo>
                <a:lnTo>
                  <a:pt x="3631664" y="90965"/>
                </a:lnTo>
                <a:lnTo>
                  <a:pt x="3612750" y="54516"/>
                </a:lnTo>
                <a:lnTo>
                  <a:pt x="3583953" y="25717"/>
                </a:lnTo>
                <a:lnTo>
                  <a:pt x="3547503" y="6801"/>
                </a:lnTo>
                <a:lnTo>
                  <a:pt x="3505631" y="0"/>
                </a:lnTo>
                <a:close/>
              </a:path>
            </a:pathLst>
          </a:custGeom>
          <a:solidFill>
            <a:srgbClr val="F1F2F2"/>
          </a:solidFill>
        </p:spPr>
        <p:txBody>
          <a:bodyPr wrap="square" lIns="0" tIns="0" rIns="0" bIns="0" rtlCol="0"/>
          <a:lstStyle/>
          <a:p>
            <a:endParaRPr/>
          </a:p>
        </p:txBody>
      </p:sp>
      <p:sp>
        <p:nvSpPr>
          <p:cNvPr id="5" name="object 5"/>
          <p:cNvSpPr/>
          <p:nvPr/>
        </p:nvSpPr>
        <p:spPr>
          <a:xfrm>
            <a:off x="2466086" y="2973053"/>
            <a:ext cx="3638550" cy="5455920"/>
          </a:xfrm>
          <a:custGeom>
            <a:avLst/>
            <a:gdLst/>
            <a:ahLst/>
            <a:cxnLst/>
            <a:rect l="l" t="t" r="r" b="b"/>
            <a:pathLst>
              <a:path w="3638550" h="5455920">
                <a:moveTo>
                  <a:pt x="3638465" y="5322539"/>
                </a:moveTo>
                <a:lnTo>
                  <a:pt x="3631664" y="5364407"/>
                </a:lnTo>
                <a:lnTo>
                  <a:pt x="3612750" y="5400856"/>
                </a:lnTo>
                <a:lnTo>
                  <a:pt x="3583953" y="5429655"/>
                </a:lnTo>
                <a:lnTo>
                  <a:pt x="3547503" y="5448571"/>
                </a:lnTo>
                <a:lnTo>
                  <a:pt x="3505631" y="5455373"/>
                </a:lnTo>
                <a:lnTo>
                  <a:pt x="132833" y="5455373"/>
                </a:lnTo>
                <a:lnTo>
                  <a:pt x="90965" y="5448571"/>
                </a:lnTo>
                <a:lnTo>
                  <a:pt x="54516" y="5429655"/>
                </a:lnTo>
                <a:lnTo>
                  <a:pt x="25717" y="5400856"/>
                </a:lnTo>
                <a:lnTo>
                  <a:pt x="6801" y="5364407"/>
                </a:lnTo>
                <a:lnTo>
                  <a:pt x="0" y="5322539"/>
                </a:lnTo>
                <a:lnTo>
                  <a:pt x="0" y="132833"/>
                </a:lnTo>
                <a:lnTo>
                  <a:pt x="6801" y="90965"/>
                </a:lnTo>
                <a:lnTo>
                  <a:pt x="25717" y="54516"/>
                </a:lnTo>
                <a:lnTo>
                  <a:pt x="54516" y="25717"/>
                </a:lnTo>
                <a:lnTo>
                  <a:pt x="90965" y="6801"/>
                </a:lnTo>
                <a:lnTo>
                  <a:pt x="132833" y="0"/>
                </a:lnTo>
                <a:lnTo>
                  <a:pt x="3505631" y="0"/>
                </a:lnTo>
                <a:lnTo>
                  <a:pt x="3547503" y="6801"/>
                </a:lnTo>
                <a:lnTo>
                  <a:pt x="3583953" y="25717"/>
                </a:lnTo>
                <a:lnTo>
                  <a:pt x="3612750" y="54516"/>
                </a:lnTo>
                <a:lnTo>
                  <a:pt x="3631664" y="90965"/>
                </a:lnTo>
                <a:lnTo>
                  <a:pt x="3638465" y="132833"/>
                </a:lnTo>
                <a:lnTo>
                  <a:pt x="3638465" y="5322539"/>
                </a:lnTo>
                <a:close/>
              </a:path>
            </a:pathLst>
          </a:custGeom>
          <a:ln w="7319">
            <a:solidFill>
              <a:srgbClr val="A7A9AC"/>
            </a:solidFill>
          </a:ln>
        </p:spPr>
        <p:txBody>
          <a:bodyPr wrap="square" lIns="0" tIns="0" rIns="0" bIns="0" rtlCol="0"/>
          <a:lstStyle/>
          <a:p>
            <a:endParaRPr/>
          </a:p>
        </p:txBody>
      </p:sp>
      <p:sp>
        <p:nvSpPr>
          <p:cNvPr id="6" name="object 6"/>
          <p:cNvSpPr txBox="1"/>
          <p:nvPr/>
        </p:nvSpPr>
        <p:spPr>
          <a:xfrm>
            <a:off x="2905745" y="4500621"/>
            <a:ext cx="2748915" cy="1205230"/>
          </a:xfrm>
          <a:prstGeom prst="rect">
            <a:avLst/>
          </a:prstGeom>
        </p:spPr>
        <p:txBody>
          <a:bodyPr vert="horz" wrap="square" lIns="0" tIns="16510" rIns="0" bIns="0" rtlCol="0">
            <a:spAutoFit/>
          </a:bodyPr>
          <a:lstStyle/>
          <a:p>
            <a:pPr marL="12700">
              <a:lnSpc>
                <a:spcPct val="100000"/>
              </a:lnSpc>
              <a:spcBef>
                <a:spcPts val="130"/>
              </a:spcBef>
            </a:pPr>
            <a:r>
              <a:rPr sz="2550" b="1" spc="-65" dirty="0">
                <a:solidFill>
                  <a:srgbClr val="093E5E"/>
                </a:solidFill>
                <a:latin typeface="Source Sans Pro"/>
                <a:cs typeface="Source Sans Pro"/>
              </a:rPr>
              <a:t>RDBMS:</a:t>
            </a:r>
            <a:endParaRPr sz="2550">
              <a:latin typeface="Source Sans Pro"/>
              <a:cs typeface="Source Sans Pro"/>
            </a:endParaRPr>
          </a:p>
          <a:p>
            <a:pPr marL="12700" marR="5080">
              <a:lnSpc>
                <a:spcPct val="101200"/>
              </a:lnSpc>
            </a:pPr>
            <a:r>
              <a:rPr sz="2550" b="1" spc="20" dirty="0">
                <a:solidFill>
                  <a:srgbClr val="093E5E"/>
                </a:solidFill>
                <a:latin typeface="Arial Narrow"/>
                <a:cs typeface="Arial Narrow"/>
              </a:rPr>
              <a:t>MySQL, </a:t>
            </a:r>
            <a:r>
              <a:rPr sz="2550" b="1" dirty="0">
                <a:solidFill>
                  <a:srgbClr val="093E5E"/>
                </a:solidFill>
                <a:latin typeface="Arial Narrow"/>
                <a:cs typeface="Arial Narrow"/>
              </a:rPr>
              <a:t>PostgreSQL,  </a:t>
            </a:r>
            <a:r>
              <a:rPr sz="2550" b="1" spc="40" dirty="0">
                <a:solidFill>
                  <a:srgbClr val="093E5E"/>
                </a:solidFill>
                <a:latin typeface="Arial Narrow"/>
                <a:cs typeface="Arial Narrow"/>
              </a:rPr>
              <a:t>Oracle,</a:t>
            </a:r>
            <a:r>
              <a:rPr sz="2550" b="1" spc="-240" dirty="0">
                <a:solidFill>
                  <a:srgbClr val="093E5E"/>
                </a:solidFill>
                <a:latin typeface="Arial Narrow"/>
                <a:cs typeface="Arial Narrow"/>
              </a:rPr>
              <a:t> </a:t>
            </a:r>
            <a:r>
              <a:rPr sz="2550" b="1" spc="20" dirty="0">
                <a:solidFill>
                  <a:srgbClr val="093E5E"/>
                </a:solidFill>
                <a:latin typeface="Arial Narrow"/>
                <a:cs typeface="Arial Narrow"/>
              </a:rPr>
              <a:t>MSSql</a:t>
            </a:r>
            <a:r>
              <a:rPr sz="2550" b="1" spc="-235" dirty="0">
                <a:solidFill>
                  <a:srgbClr val="093E5E"/>
                </a:solidFill>
                <a:latin typeface="Arial Narrow"/>
                <a:cs typeface="Arial Narrow"/>
              </a:rPr>
              <a:t> </a:t>
            </a:r>
            <a:r>
              <a:rPr sz="2550" b="1" spc="40" dirty="0">
                <a:solidFill>
                  <a:srgbClr val="093E5E"/>
                </a:solidFill>
                <a:latin typeface="Arial Narrow"/>
                <a:cs typeface="Arial Narrow"/>
              </a:rPr>
              <a:t>Server</a:t>
            </a:r>
            <a:endParaRPr sz="2550">
              <a:latin typeface="Arial Narrow"/>
              <a:cs typeface="Arial Narrow"/>
            </a:endParaRPr>
          </a:p>
        </p:txBody>
      </p:sp>
      <p:sp>
        <p:nvSpPr>
          <p:cNvPr id="7" name="object 7"/>
          <p:cNvSpPr txBox="1"/>
          <p:nvPr/>
        </p:nvSpPr>
        <p:spPr>
          <a:xfrm>
            <a:off x="2905745" y="6466915"/>
            <a:ext cx="2563495" cy="812165"/>
          </a:xfrm>
          <a:prstGeom prst="rect">
            <a:avLst/>
          </a:prstGeom>
        </p:spPr>
        <p:txBody>
          <a:bodyPr vert="horz" wrap="square" lIns="0" tIns="16510" rIns="0" bIns="0" rtlCol="0">
            <a:spAutoFit/>
          </a:bodyPr>
          <a:lstStyle/>
          <a:p>
            <a:pPr marL="12700">
              <a:lnSpc>
                <a:spcPct val="100000"/>
              </a:lnSpc>
              <a:spcBef>
                <a:spcPts val="130"/>
              </a:spcBef>
            </a:pPr>
            <a:r>
              <a:rPr sz="2550" b="1" spc="-65" dirty="0">
                <a:solidFill>
                  <a:srgbClr val="093E5E"/>
                </a:solidFill>
                <a:latin typeface="Source Sans Pro"/>
                <a:cs typeface="Source Sans Pro"/>
              </a:rPr>
              <a:t>NoSQL:</a:t>
            </a:r>
            <a:endParaRPr sz="2550">
              <a:latin typeface="Source Sans Pro"/>
              <a:cs typeface="Source Sans Pro"/>
            </a:endParaRPr>
          </a:p>
          <a:p>
            <a:pPr marL="12700">
              <a:lnSpc>
                <a:spcPct val="100000"/>
              </a:lnSpc>
              <a:spcBef>
                <a:spcPts val="35"/>
              </a:spcBef>
            </a:pPr>
            <a:r>
              <a:rPr sz="2550" b="1" spc="40" dirty="0">
                <a:solidFill>
                  <a:srgbClr val="093E5E"/>
                </a:solidFill>
                <a:latin typeface="Arial Narrow"/>
                <a:cs typeface="Arial Narrow"/>
              </a:rPr>
              <a:t>MongoDB,</a:t>
            </a:r>
            <a:r>
              <a:rPr sz="2550" b="1" spc="-275" dirty="0">
                <a:solidFill>
                  <a:srgbClr val="093E5E"/>
                </a:solidFill>
                <a:latin typeface="Arial Narrow"/>
                <a:cs typeface="Arial Narrow"/>
              </a:rPr>
              <a:t> </a:t>
            </a:r>
            <a:r>
              <a:rPr sz="2550" b="1" spc="90" dirty="0">
                <a:solidFill>
                  <a:srgbClr val="093E5E"/>
                </a:solidFill>
                <a:latin typeface="Arial Narrow"/>
                <a:cs typeface="Arial Narrow"/>
              </a:rPr>
              <a:t>Dynamo</a:t>
            </a:r>
            <a:endParaRPr sz="2550">
              <a:latin typeface="Arial Narrow"/>
              <a:cs typeface="Arial Narrow"/>
            </a:endParaRPr>
          </a:p>
        </p:txBody>
      </p:sp>
      <p:sp>
        <p:nvSpPr>
          <p:cNvPr id="8" name="object 8"/>
          <p:cNvSpPr/>
          <p:nvPr/>
        </p:nvSpPr>
        <p:spPr>
          <a:xfrm>
            <a:off x="2471343" y="2973053"/>
            <a:ext cx="3638550" cy="953769"/>
          </a:xfrm>
          <a:custGeom>
            <a:avLst/>
            <a:gdLst/>
            <a:ahLst/>
            <a:cxnLst/>
            <a:rect l="l" t="t" r="r" b="b"/>
            <a:pathLst>
              <a:path w="3638550" h="953770">
                <a:moveTo>
                  <a:pt x="3505631" y="0"/>
                </a:moveTo>
                <a:lnTo>
                  <a:pt x="132833" y="0"/>
                </a:lnTo>
                <a:lnTo>
                  <a:pt x="90965" y="6801"/>
                </a:lnTo>
                <a:lnTo>
                  <a:pt x="54516" y="25717"/>
                </a:lnTo>
                <a:lnTo>
                  <a:pt x="25717" y="54516"/>
                </a:lnTo>
                <a:lnTo>
                  <a:pt x="6801" y="90965"/>
                </a:lnTo>
                <a:lnTo>
                  <a:pt x="0" y="132833"/>
                </a:lnTo>
                <a:lnTo>
                  <a:pt x="0" y="953266"/>
                </a:lnTo>
                <a:lnTo>
                  <a:pt x="3638465" y="953266"/>
                </a:lnTo>
                <a:lnTo>
                  <a:pt x="3638465" y="132833"/>
                </a:lnTo>
                <a:lnTo>
                  <a:pt x="3631664" y="90965"/>
                </a:lnTo>
                <a:lnTo>
                  <a:pt x="3612750" y="54516"/>
                </a:lnTo>
                <a:lnTo>
                  <a:pt x="3583953" y="25717"/>
                </a:lnTo>
                <a:lnTo>
                  <a:pt x="3547503" y="6801"/>
                </a:lnTo>
                <a:lnTo>
                  <a:pt x="3505631" y="0"/>
                </a:lnTo>
                <a:close/>
              </a:path>
            </a:pathLst>
          </a:custGeom>
          <a:solidFill>
            <a:srgbClr val="F89635"/>
          </a:solidFill>
        </p:spPr>
        <p:txBody>
          <a:bodyPr wrap="square" lIns="0" tIns="0" rIns="0" bIns="0" rtlCol="0"/>
          <a:lstStyle/>
          <a:p>
            <a:endParaRPr/>
          </a:p>
        </p:txBody>
      </p:sp>
      <p:sp>
        <p:nvSpPr>
          <p:cNvPr id="9" name="object 9"/>
          <p:cNvSpPr/>
          <p:nvPr/>
        </p:nvSpPr>
        <p:spPr>
          <a:xfrm>
            <a:off x="2471343" y="2973053"/>
            <a:ext cx="3638550" cy="953769"/>
          </a:xfrm>
          <a:custGeom>
            <a:avLst/>
            <a:gdLst/>
            <a:ahLst/>
            <a:cxnLst/>
            <a:rect l="l" t="t" r="r" b="b"/>
            <a:pathLst>
              <a:path w="3638550" h="953770">
                <a:moveTo>
                  <a:pt x="0" y="953266"/>
                </a:moveTo>
                <a:lnTo>
                  <a:pt x="0" y="132833"/>
                </a:lnTo>
                <a:lnTo>
                  <a:pt x="6801" y="90965"/>
                </a:lnTo>
                <a:lnTo>
                  <a:pt x="25717" y="54516"/>
                </a:lnTo>
                <a:lnTo>
                  <a:pt x="54516" y="25717"/>
                </a:lnTo>
                <a:lnTo>
                  <a:pt x="90965" y="6801"/>
                </a:lnTo>
                <a:lnTo>
                  <a:pt x="132833" y="0"/>
                </a:lnTo>
                <a:lnTo>
                  <a:pt x="3505631" y="0"/>
                </a:lnTo>
                <a:lnTo>
                  <a:pt x="3547503" y="6801"/>
                </a:lnTo>
                <a:lnTo>
                  <a:pt x="3583953" y="25717"/>
                </a:lnTo>
                <a:lnTo>
                  <a:pt x="3612750" y="54516"/>
                </a:lnTo>
                <a:lnTo>
                  <a:pt x="3631664" y="90965"/>
                </a:lnTo>
                <a:lnTo>
                  <a:pt x="3638465" y="132833"/>
                </a:lnTo>
                <a:lnTo>
                  <a:pt x="3638465" y="953266"/>
                </a:lnTo>
              </a:path>
            </a:pathLst>
          </a:custGeom>
          <a:ln w="12062">
            <a:solidFill>
              <a:srgbClr val="A7A9AC"/>
            </a:solidFill>
          </a:ln>
        </p:spPr>
        <p:txBody>
          <a:bodyPr wrap="square" lIns="0" tIns="0" rIns="0" bIns="0" rtlCol="0"/>
          <a:lstStyle/>
          <a:p>
            <a:endParaRPr/>
          </a:p>
        </p:txBody>
      </p:sp>
      <p:sp>
        <p:nvSpPr>
          <p:cNvPr id="10" name="object 10"/>
          <p:cNvSpPr txBox="1"/>
          <p:nvPr/>
        </p:nvSpPr>
        <p:spPr>
          <a:xfrm>
            <a:off x="3562119" y="3226583"/>
            <a:ext cx="1424940" cy="415290"/>
          </a:xfrm>
          <a:prstGeom prst="rect">
            <a:avLst/>
          </a:prstGeom>
        </p:spPr>
        <p:txBody>
          <a:bodyPr vert="horz" wrap="square" lIns="0" tIns="13335" rIns="0" bIns="0" rtlCol="0">
            <a:spAutoFit/>
          </a:bodyPr>
          <a:lstStyle/>
          <a:p>
            <a:pPr marL="12700">
              <a:lnSpc>
                <a:spcPct val="100000"/>
              </a:lnSpc>
              <a:spcBef>
                <a:spcPts val="105"/>
              </a:spcBef>
            </a:pPr>
            <a:r>
              <a:rPr sz="2550" b="1" spc="95" dirty="0">
                <a:solidFill>
                  <a:srgbClr val="FFFFFF"/>
                </a:solidFill>
                <a:latin typeface="Arial Narrow"/>
                <a:cs typeface="Arial Narrow"/>
              </a:rPr>
              <a:t>Data</a:t>
            </a:r>
            <a:r>
              <a:rPr sz="2550" b="1" spc="-285" dirty="0">
                <a:solidFill>
                  <a:srgbClr val="FFFFFF"/>
                </a:solidFill>
                <a:latin typeface="Arial Narrow"/>
                <a:cs typeface="Arial Narrow"/>
              </a:rPr>
              <a:t> </a:t>
            </a:r>
            <a:r>
              <a:rPr sz="2550" b="1" spc="25" dirty="0">
                <a:solidFill>
                  <a:srgbClr val="FFFFFF"/>
                </a:solidFill>
                <a:latin typeface="Arial Narrow"/>
                <a:cs typeface="Arial Narrow"/>
              </a:rPr>
              <a:t>Layer</a:t>
            </a:r>
            <a:endParaRPr sz="2550">
              <a:latin typeface="Arial Narrow"/>
              <a:cs typeface="Arial Narrow"/>
            </a:endParaRPr>
          </a:p>
        </p:txBody>
      </p:sp>
      <p:sp>
        <p:nvSpPr>
          <p:cNvPr id="11" name="object 11"/>
          <p:cNvSpPr/>
          <p:nvPr/>
        </p:nvSpPr>
        <p:spPr>
          <a:xfrm>
            <a:off x="6448999" y="4998522"/>
            <a:ext cx="352425" cy="233045"/>
          </a:xfrm>
          <a:custGeom>
            <a:avLst/>
            <a:gdLst/>
            <a:ahLst/>
            <a:cxnLst/>
            <a:rect l="l" t="t" r="r" b="b"/>
            <a:pathLst>
              <a:path w="352425" h="233045">
                <a:moveTo>
                  <a:pt x="82671" y="0"/>
                </a:moveTo>
                <a:lnTo>
                  <a:pt x="4507" y="101436"/>
                </a:lnTo>
                <a:lnTo>
                  <a:pt x="0" y="116807"/>
                </a:lnTo>
                <a:lnTo>
                  <a:pt x="1126" y="124987"/>
                </a:lnTo>
                <a:lnTo>
                  <a:pt x="4507" y="132179"/>
                </a:lnTo>
                <a:lnTo>
                  <a:pt x="71270" y="226521"/>
                </a:lnTo>
                <a:lnTo>
                  <a:pt x="76360" y="231298"/>
                </a:lnTo>
                <a:lnTo>
                  <a:pt x="82149" y="232890"/>
                </a:lnTo>
                <a:lnTo>
                  <a:pt x="87938" y="231298"/>
                </a:lnTo>
                <a:lnTo>
                  <a:pt x="93028" y="226521"/>
                </a:lnTo>
                <a:lnTo>
                  <a:pt x="96403" y="219336"/>
                </a:lnTo>
                <a:lnTo>
                  <a:pt x="97528" y="211159"/>
                </a:lnTo>
                <a:lnTo>
                  <a:pt x="96403" y="202981"/>
                </a:lnTo>
                <a:lnTo>
                  <a:pt x="93028" y="195789"/>
                </a:lnTo>
                <a:lnTo>
                  <a:pt x="52254" y="138179"/>
                </a:lnTo>
                <a:lnTo>
                  <a:pt x="342894" y="138179"/>
                </a:lnTo>
                <a:lnTo>
                  <a:pt x="347659" y="131446"/>
                </a:lnTo>
                <a:lnTo>
                  <a:pt x="351040" y="124260"/>
                </a:lnTo>
                <a:lnTo>
                  <a:pt x="352167" y="116084"/>
                </a:lnTo>
                <a:lnTo>
                  <a:pt x="351040" y="107905"/>
                </a:lnTo>
                <a:lnTo>
                  <a:pt x="347659" y="100714"/>
                </a:lnTo>
                <a:lnTo>
                  <a:pt x="343414" y="94714"/>
                </a:lnTo>
                <a:lnTo>
                  <a:pt x="52778" y="94714"/>
                </a:lnTo>
                <a:lnTo>
                  <a:pt x="93541" y="37103"/>
                </a:lnTo>
                <a:lnTo>
                  <a:pt x="96922" y="29911"/>
                </a:lnTo>
                <a:lnTo>
                  <a:pt x="98049" y="21732"/>
                </a:lnTo>
                <a:lnTo>
                  <a:pt x="96922" y="13552"/>
                </a:lnTo>
                <a:lnTo>
                  <a:pt x="93541" y="6361"/>
                </a:lnTo>
                <a:lnTo>
                  <a:pt x="88457" y="1590"/>
                </a:lnTo>
                <a:lnTo>
                  <a:pt x="82671" y="0"/>
                </a:lnTo>
                <a:close/>
              </a:path>
              <a:path w="352425" h="233045">
                <a:moveTo>
                  <a:pt x="342894" y="138179"/>
                </a:moveTo>
                <a:lnTo>
                  <a:pt x="299388" y="138179"/>
                </a:lnTo>
                <a:lnTo>
                  <a:pt x="258625" y="195789"/>
                </a:lnTo>
                <a:lnTo>
                  <a:pt x="255244" y="202981"/>
                </a:lnTo>
                <a:lnTo>
                  <a:pt x="254117" y="211159"/>
                </a:lnTo>
                <a:lnTo>
                  <a:pt x="255244" y="219336"/>
                </a:lnTo>
                <a:lnTo>
                  <a:pt x="258625" y="226521"/>
                </a:lnTo>
                <a:lnTo>
                  <a:pt x="263709" y="231298"/>
                </a:lnTo>
                <a:lnTo>
                  <a:pt x="269495" y="232890"/>
                </a:lnTo>
                <a:lnTo>
                  <a:pt x="275283" y="231298"/>
                </a:lnTo>
                <a:lnTo>
                  <a:pt x="280373" y="226521"/>
                </a:lnTo>
                <a:lnTo>
                  <a:pt x="342894" y="138179"/>
                </a:lnTo>
                <a:close/>
              </a:path>
              <a:path w="352425" h="233045">
                <a:moveTo>
                  <a:pt x="270017" y="0"/>
                </a:moveTo>
                <a:lnTo>
                  <a:pt x="264228" y="1590"/>
                </a:lnTo>
                <a:lnTo>
                  <a:pt x="259138" y="6361"/>
                </a:lnTo>
                <a:lnTo>
                  <a:pt x="255757" y="13552"/>
                </a:lnTo>
                <a:lnTo>
                  <a:pt x="254630" y="21732"/>
                </a:lnTo>
                <a:lnTo>
                  <a:pt x="255757" y="29911"/>
                </a:lnTo>
                <a:lnTo>
                  <a:pt x="259138" y="37103"/>
                </a:lnTo>
                <a:lnTo>
                  <a:pt x="299901" y="94714"/>
                </a:lnTo>
                <a:lnTo>
                  <a:pt x="343414" y="94714"/>
                </a:lnTo>
                <a:lnTo>
                  <a:pt x="280897" y="6361"/>
                </a:lnTo>
                <a:lnTo>
                  <a:pt x="275807" y="1590"/>
                </a:lnTo>
                <a:lnTo>
                  <a:pt x="270017" y="0"/>
                </a:lnTo>
                <a:close/>
              </a:path>
            </a:pathLst>
          </a:custGeom>
          <a:solidFill>
            <a:srgbClr val="838484"/>
          </a:solidFill>
        </p:spPr>
        <p:txBody>
          <a:bodyPr wrap="square" lIns="0" tIns="0" rIns="0" bIns="0" rtlCol="0"/>
          <a:lstStyle/>
          <a:p>
            <a:endParaRPr/>
          </a:p>
        </p:txBody>
      </p:sp>
      <p:sp>
        <p:nvSpPr>
          <p:cNvPr id="12" name="object 12"/>
          <p:cNvSpPr/>
          <p:nvPr/>
        </p:nvSpPr>
        <p:spPr>
          <a:xfrm>
            <a:off x="6448999" y="6824485"/>
            <a:ext cx="352425" cy="233045"/>
          </a:xfrm>
          <a:custGeom>
            <a:avLst/>
            <a:gdLst/>
            <a:ahLst/>
            <a:cxnLst/>
            <a:rect l="l" t="t" r="r" b="b"/>
            <a:pathLst>
              <a:path w="352425" h="233045">
                <a:moveTo>
                  <a:pt x="82671" y="0"/>
                </a:moveTo>
                <a:lnTo>
                  <a:pt x="4507" y="101436"/>
                </a:lnTo>
                <a:lnTo>
                  <a:pt x="0" y="116807"/>
                </a:lnTo>
                <a:lnTo>
                  <a:pt x="1126" y="124987"/>
                </a:lnTo>
                <a:lnTo>
                  <a:pt x="4507" y="132179"/>
                </a:lnTo>
                <a:lnTo>
                  <a:pt x="71270" y="226532"/>
                </a:lnTo>
                <a:lnTo>
                  <a:pt x="76360" y="231303"/>
                </a:lnTo>
                <a:lnTo>
                  <a:pt x="82149" y="232893"/>
                </a:lnTo>
                <a:lnTo>
                  <a:pt x="87938" y="231303"/>
                </a:lnTo>
                <a:lnTo>
                  <a:pt x="93028" y="226532"/>
                </a:lnTo>
                <a:lnTo>
                  <a:pt x="96403" y="219340"/>
                </a:lnTo>
                <a:lnTo>
                  <a:pt x="97528" y="211161"/>
                </a:lnTo>
                <a:lnTo>
                  <a:pt x="96403" y="202981"/>
                </a:lnTo>
                <a:lnTo>
                  <a:pt x="93028" y="195789"/>
                </a:lnTo>
                <a:lnTo>
                  <a:pt x="52254" y="138179"/>
                </a:lnTo>
                <a:lnTo>
                  <a:pt x="342902" y="138179"/>
                </a:lnTo>
                <a:lnTo>
                  <a:pt x="347659" y="131456"/>
                </a:lnTo>
                <a:lnTo>
                  <a:pt x="351040" y="124264"/>
                </a:lnTo>
                <a:lnTo>
                  <a:pt x="352167" y="116085"/>
                </a:lnTo>
                <a:lnTo>
                  <a:pt x="351040" y="107906"/>
                </a:lnTo>
                <a:lnTo>
                  <a:pt x="347659" y="100714"/>
                </a:lnTo>
                <a:lnTo>
                  <a:pt x="343414" y="94714"/>
                </a:lnTo>
                <a:lnTo>
                  <a:pt x="52778" y="94714"/>
                </a:lnTo>
                <a:lnTo>
                  <a:pt x="93541" y="37103"/>
                </a:lnTo>
                <a:lnTo>
                  <a:pt x="96922" y="29911"/>
                </a:lnTo>
                <a:lnTo>
                  <a:pt x="98049" y="21732"/>
                </a:lnTo>
                <a:lnTo>
                  <a:pt x="96922" y="13552"/>
                </a:lnTo>
                <a:lnTo>
                  <a:pt x="93541" y="6361"/>
                </a:lnTo>
                <a:lnTo>
                  <a:pt x="88457" y="1590"/>
                </a:lnTo>
                <a:lnTo>
                  <a:pt x="82671" y="0"/>
                </a:lnTo>
                <a:close/>
              </a:path>
              <a:path w="352425" h="233045">
                <a:moveTo>
                  <a:pt x="342902" y="138179"/>
                </a:moveTo>
                <a:lnTo>
                  <a:pt x="299388" y="138179"/>
                </a:lnTo>
                <a:lnTo>
                  <a:pt x="258625" y="195789"/>
                </a:lnTo>
                <a:lnTo>
                  <a:pt x="255244" y="202981"/>
                </a:lnTo>
                <a:lnTo>
                  <a:pt x="254117" y="211161"/>
                </a:lnTo>
                <a:lnTo>
                  <a:pt x="255244" y="219340"/>
                </a:lnTo>
                <a:lnTo>
                  <a:pt x="258625" y="226532"/>
                </a:lnTo>
                <a:lnTo>
                  <a:pt x="263709" y="231303"/>
                </a:lnTo>
                <a:lnTo>
                  <a:pt x="269495" y="232893"/>
                </a:lnTo>
                <a:lnTo>
                  <a:pt x="275283" y="231303"/>
                </a:lnTo>
                <a:lnTo>
                  <a:pt x="280373" y="226532"/>
                </a:lnTo>
                <a:lnTo>
                  <a:pt x="342902" y="138179"/>
                </a:lnTo>
                <a:close/>
              </a:path>
              <a:path w="352425" h="233045">
                <a:moveTo>
                  <a:pt x="270017" y="0"/>
                </a:moveTo>
                <a:lnTo>
                  <a:pt x="264228" y="1590"/>
                </a:lnTo>
                <a:lnTo>
                  <a:pt x="259138" y="6361"/>
                </a:lnTo>
                <a:lnTo>
                  <a:pt x="255757" y="13552"/>
                </a:lnTo>
                <a:lnTo>
                  <a:pt x="254630" y="21732"/>
                </a:lnTo>
                <a:lnTo>
                  <a:pt x="255757" y="29911"/>
                </a:lnTo>
                <a:lnTo>
                  <a:pt x="259138" y="37103"/>
                </a:lnTo>
                <a:lnTo>
                  <a:pt x="299901" y="94714"/>
                </a:lnTo>
                <a:lnTo>
                  <a:pt x="343414" y="94714"/>
                </a:lnTo>
                <a:lnTo>
                  <a:pt x="280897" y="6361"/>
                </a:lnTo>
                <a:lnTo>
                  <a:pt x="275807" y="1590"/>
                </a:lnTo>
                <a:lnTo>
                  <a:pt x="270017" y="0"/>
                </a:lnTo>
                <a:close/>
              </a:path>
            </a:pathLst>
          </a:custGeom>
          <a:solidFill>
            <a:srgbClr val="838484"/>
          </a:solidFill>
        </p:spPr>
        <p:txBody>
          <a:bodyPr wrap="square" lIns="0" tIns="0" rIns="0" bIns="0" rtlCol="0"/>
          <a:lstStyle/>
          <a:p>
            <a:endParaRPr/>
          </a:p>
        </p:txBody>
      </p:sp>
      <p:sp>
        <p:nvSpPr>
          <p:cNvPr id="13" name="object 13"/>
          <p:cNvSpPr/>
          <p:nvPr/>
        </p:nvSpPr>
        <p:spPr>
          <a:xfrm>
            <a:off x="7114002" y="4251364"/>
            <a:ext cx="5908675" cy="4177665"/>
          </a:xfrm>
          <a:custGeom>
            <a:avLst/>
            <a:gdLst/>
            <a:ahLst/>
            <a:cxnLst/>
            <a:rect l="l" t="t" r="r" b="b"/>
            <a:pathLst>
              <a:path w="5908675" h="4177665">
                <a:moveTo>
                  <a:pt x="5768777" y="0"/>
                </a:moveTo>
                <a:lnTo>
                  <a:pt x="139545" y="0"/>
                </a:lnTo>
                <a:lnTo>
                  <a:pt x="95560" y="7145"/>
                </a:lnTo>
                <a:lnTo>
                  <a:pt x="57268" y="27019"/>
                </a:lnTo>
                <a:lnTo>
                  <a:pt x="27015" y="57275"/>
                </a:lnTo>
                <a:lnTo>
                  <a:pt x="7144" y="95569"/>
                </a:lnTo>
                <a:lnTo>
                  <a:pt x="0" y="139555"/>
                </a:lnTo>
                <a:lnTo>
                  <a:pt x="0" y="4037510"/>
                </a:lnTo>
                <a:lnTo>
                  <a:pt x="7144" y="4081497"/>
                </a:lnTo>
                <a:lnTo>
                  <a:pt x="27015" y="4119790"/>
                </a:lnTo>
                <a:lnTo>
                  <a:pt x="57268" y="4150047"/>
                </a:lnTo>
                <a:lnTo>
                  <a:pt x="95560" y="4169920"/>
                </a:lnTo>
                <a:lnTo>
                  <a:pt x="139545" y="4177066"/>
                </a:lnTo>
                <a:lnTo>
                  <a:pt x="5768777" y="4177066"/>
                </a:lnTo>
                <a:lnTo>
                  <a:pt x="5812763" y="4169920"/>
                </a:lnTo>
                <a:lnTo>
                  <a:pt x="5851057" y="4150047"/>
                </a:lnTo>
                <a:lnTo>
                  <a:pt x="5881313" y="4119790"/>
                </a:lnTo>
                <a:lnTo>
                  <a:pt x="5901187" y="4081497"/>
                </a:lnTo>
                <a:lnTo>
                  <a:pt x="5908333" y="4037510"/>
                </a:lnTo>
                <a:lnTo>
                  <a:pt x="5908333" y="139555"/>
                </a:lnTo>
                <a:lnTo>
                  <a:pt x="5901187" y="95569"/>
                </a:lnTo>
                <a:lnTo>
                  <a:pt x="5881313" y="57275"/>
                </a:lnTo>
                <a:lnTo>
                  <a:pt x="5851057" y="27019"/>
                </a:lnTo>
                <a:lnTo>
                  <a:pt x="5812763" y="7145"/>
                </a:lnTo>
                <a:lnTo>
                  <a:pt x="5768777" y="0"/>
                </a:lnTo>
                <a:close/>
              </a:path>
            </a:pathLst>
          </a:custGeom>
          <a:solidFill>
            <a:srgbClr val="F1F2F2"/>
          </a:solidFill>
        </p:spPr>
        <p:txBody>
          <a:bodyPr wrap="square" lIns="0" tIns="0" rIns="0" bIns="0" rtlCol="0"/>
          <a:lstStyle/>
          <a:p>
            <a:endParaRPr/>
          </a:p>
        </p:txBody>
      </p:sp>
      <p:sp>
        <p:nvSpPr>
          <p:cNvPr id="14" name="object 14"/>
          <p:cNvSpPr/>
          <p:nvPr/>
        </p:nvSpPr>
        <p:spPr>
          <a:xfrm>
            <a:off x="7114002" y="4251364"/>
            <a:ext cx="5908675" cy="4177665"/>
          </a:xfrm>
          <a:custGeom>
            <a:avLst/>
            <a:gdLst/>
            <a:ahLst/>
            <a:cxnLst/>
            <a:rect l="l" t="t" r="r" b="b"/>
            <a:pathLst>
              <a:path w="5908675" h="4177665">
                <a:moveTo>
                  <a:pt x="5908333" y="4037510"/>
                </a:moveTo>
                <a:lnTo>
                  <a:pt x="5901187" y="4081497"/>
                </a:lnTo>
                <a:lnTo>
                  <a:pt x="5881313" y="4119790"/>
                </a:lnTo>
                <a:lnTo>
                  <a:pt x="5851057" y="4150047"/>
                </a:lnTo>
                <a:lnTo>
                  <a:pt x="5812763" y="4169920"/>
                </a:lnTo>
                <a:lnTo>
                  <a:pt x="5768777" y="4177066"/>
                </a:lnTo>
                <a:lnTo>
                  <a:pt x="139545" y="4177066"/>
                </a:lnTo>
                <a:lnTo>
                  <a:pt x="95560" y="4169920"/>
                </a:lnTo>
                <a:lnTo>
                  <a:pt x="57268" y="4150047"/>
                </a:lnTo>
                <a:lnTo>
                  <a:pt x="27015" y="4119790"/>
                </a:lnTo>
                <a:lnTo>
                  <a:pt x="7144" y="4081497"/>
                </a:lnTo>
                <a:lnTo>
                  <a:pt x="0" y="4037510"/>
                </a:lnTo>
                <a:lnTo>
                  <a:pt x="0" y="139555"/>
                </a:lnTo>
                <a:lnTo>
                  <a:pt x="7144" y="95569"/>
                </a:lnTo>
                <a:lnTo>
                  <a:pt x="27015" y="57275"/>
                </a:lnTo>
                <a:lnTo>
                  <a:pt x="57268" y="27019"/>
                </a:lnTo>
                <a:lnTo>
                  <a:pt x="95560" y="7145"/>
                </a:lnTo>
                <a:lnTo>
                  <a:pt x="139545" y="0"/>
                </a:lnTo>
                <a:lnTo>
                  <a:pt x="5768777" y="0"/>
                </a:lnTo>
                <a:lnTo>
                  <a:pt x="5812763" y="7145"/>
                </a:lnTo>
                <a:lnTo>
                  <a:pt x="5851057" y="27019"/>
                </a:lnTo>
                <a:lnTo>
                  <a:pt x="5881313" y="57275"/>
                </a:lnTo>
                <a:lnTo>
                  <a:pt x="5901187" y="95569"/>
                </a:lnTo>
                <a:lnTo>
                  <a:pt x="5908333" y="139555"/>
                </a:lnTo>
                <a:lnTo>
                  <a:pt x="5908333" y="4037510"/>
                </a:lnTo>
                <a:close/>
              </a:path>
            </a:pathLst>
          </a:custGeom>
          <a:ln w="7696">
            <a:solidFill>
              <a:srgbClr val="A7A9AC"/>
            </a:solidFill>
          </a:ln>
        </p:spPr>
        <p:txBody>
          <a:bodyPr wrap="square" lIns="0" tIns="0" rIns="0" bIns="0" rtlCol="0"/>
          <a:lstStyle/>
          <a:p>
            <a:endParaRPr/>
          </a:p>
        </p:txBody>
      </p:sp>
      <p:sp>
        <p:nvSpPr>
          <p:cNvPr id="15" name="object 15"/>
          <p:cNvSpPr txBox="1"/>
          <p:nvPr/>
        </p:nvSpPr>
        <p:spPr>
          <a:xfrm>
            <a:off x="7538073" y="2938576"/>
            <a:ext cx="802640" cy="1111250"/>
          </a:xfrm>
          <a:prstGeom prst="rect">
            <a:avLst/>
          </a:prstGeom>
        </p:spPr>
        <p:txBody>
          <a:bodyPr vert="vert270" wrap="square" lIns="0" tIns="51435" rIns="0" bIns="0" rtlCol="0">
            <a:spAutoFit/>
          </a:bodyPr>
          <a:lstStyle/>
          <a:p>
            <a:pPr marL="12700" marR="5080">
              <a:lnSpc>
                <a:spcPts val="2720"/>
              </a:lnSpc>
              <a:spcBef>
                <a:spcPts val="405"/>
              </a:spcBef>
            </a:pPr>
            <a:r>
              <a:rPr sz="2550" b="1" spc="30" dirty="0">
                <a:solidFill>
                  <a:srgbClr val="093E5E"/>
                </a:solidFill>
                <a:latin typeface="Arial Narrow"/>
                <a:cs typeface="Arial Narrow"/>
              </a:rPr>
              <a:t>Cloud  </a:t>
            </a:r>
            <a:r>
              <a:rPr sz="2550" b="1" spc="-80" dirty="0">
                <a:solidFill>
                  <a:srgbClr val="093E5E"/>
                </a:solidFill>
                <a:latin typeface="Arial Narrow"/>
                <a:cs typeface="Arial Narrow"/>
              </a:rPr>
              <a:t>Enabled</a:t>
            </a:r>
            <a:endParaRPr sz="2550">
              <a:latin typeface="Arial Narrow"/>
              <a:cs typeface="Arial Narrow"/>
            </a:endParaRPr>
          </a:p>
        </p:txBody>
      </p:sp>
      <p:sp>
        <p:nvSpPr>
          <p:cNvPr id="16" name="object 16"/>
          <p:cNvSpPr txBox="1"/>
          <p:nvPr/>
        </p:nvSpPr>
        <p:spPr>
          <a:xfrm>
            <a:off x="9557457" y="2365186"/>
            <a:ext cx="1334770" cy="1684655"/>
          </a:xfrm>
          <a:prstGeom prst="rect">
            <a:avLst/>
          </a:prstGeom>
        </p:spPr>
        <p:txBody>
          <a:bodyPr vert="vert270" wrap="square" lIns="0" tIns="76835" rIns="0" bIns="0" rtlCol="0">
            <a:spAutoFit/>
          </a:bodyPr>
          <a:lstStyle/>
          <a:p>
            <a:pPr marL="12700" marR="196215">
              <a:lnSpc>
                <a:spcPts val="2470"/>
              </a:lnSpc>
              <a:spcBef>
                <a:spcPts val="605"/>
              </a:spcBef>
            </a:pPr>
            <a:r>
              <a:rPr sz="2550" b="1" spc="45" dirty="0">
                <a:solidFill>
                  <a:srgbClr val="093E5E"/>
                </a:solidFill>
                <a:latin typeface="Arial Narrow"/>
                <a:cs typeface="Arial Narrow"/>
              </a:rPr>
              <a:t>External  </a:t>
            </a:r>
            <a:r>
              <a:rPr sz="2550" b="1" spc="-80" dirty="0">
                <a:solidFill>
                  <a:srgbClr val="093E5E"/>
                </a:solidFill>
                <a:latin typeface="Arial Narrow"/>
                <a:cs typeface="Arial Narrow"/>
              </a:rPr>
              <a:t>In</a:t>
            </a:r>
            <a:r>
              <a:rPr sz="2550" b="1" spc="-105" dirty="0">
                <a:solidFill>
                  <a:srgbClr val="093E5E"/>
                </a:solidFill>
                <a:latin typeface="Arial Narrow"/>
                <a:cs typeface="Arial Narrow"/>
              </a:rPr>
              <a:t>te</a:t>
            </a:r>
            <a:r>
              <a:rPr sz="2550" b="1" spc="-80" dirty="0">
                <a:solidFill>
                  <a:srgbClr val="093E5E"/>
                </a:solidFill>
                <a:latin typeface="Arial Narrow"/>
                <a:cs typeface="Arial Narrow"/>
              </a:rPr>
              <a:t>g</a:t>
            </a:r>
            <a:r>
              <a:rPr sz="2550" b="1" spc="-150" dirty="0">
                <a:solidFill>
                  <a:srgbClr val="093E5E"/>
                </a:solidFill>
                <a:latin typeface="Arial Narrow"/>
                <a:cs typeface="Arial Narrow"/>
              </a:rPr>
              <a:t>r</a:t>
            </a:r>
            <a:r>
              <a:rPr sz="2550" b="1" spc="-80" dirty="0">
                <a:solidFill>
                  <a:srgbClr val="093E5E"/>
                </a:solidFill>
                <a:latin typeface="Arial Narrow"/>
                <a:cs typeface="Arial Narrow"/>
              </a:rPr>
              <a:t>ation</a:t>
            </a:r>
            <a:endParaRPr sz="2550">
              <a:latin typeface="Arial Narrow"/>
              <a:cs typeface="Arial Narrow"/>
            </a:endParaRPr>
          </a:p>
          <a:p>
            <a:pPr marL="12700">
              <a:lnSpc>
                <a:spcPts val="2155"/>
              </a:lnSpc>
            </a:pPr>
            <a:r>
              <a:rPr sz="2050" b="1" spc="20" dirty="0">
                <a:solidFill>
                  <a:srgbClr val="093E5E"/>
                </a:solidFill>
                <a:latin typeface="Arial Narrow"/>
                <a:cs typeface="Arial Narrow"/>
              </a:rPr>
              <a:t>Security</a:t>
            </a:r>
            <a:endParaRPr sz="2050">
              <a:latin typeface="Arial Narrow"/>
              <a:cs typeface="Arial Narrow"/>
            </a:endParaRPr>
          </a:p>
          <a:p>
            <a:pPr marL="12700">
              <a:lnSpc>
                <a:spcPts val="2385"/>
              </a:lnSpc>
            </a:pPr>
            <a:r>
              <a:rPr sz="2050" b="1" spc="75" dirty="0">
                <a:solidFill>
                  <a:srgbClr val="093E5E"/>
                </a:solidFill>
                <a:latin typeface="Arial Narrow"/>
                <a:cs typeface="Arial Narrow"/>
              </a:rPr>
              <a:t>Data</a:t>
            </a:r>
            <a:r>
              <a:rPr sz="2050" b="1" spc="-210" dirty="0">
                <a:solidFill>
                  <a:srgbClr val="093E5E"/>
                </a:solidFill>
                <a:latin typeface="Arial Narrow"/>
                <a:cs typeface="Arial Narrow"/>
              </a:rPr>
              <a:t> </a:t>
            </a:r>
            <a:r>
              <a:rPr sz="2050" b="1" spc="-15" dirty="0">
                <a:solidFill>
                  <a:srgbClr val="093E5E"/>
                </a:solidFill>
                <a:latin typeface="Arial Narrow"/>
                <a:cs typeface="Arial Narrow"/>
              </a:rPr>
              <a:t>Exchanges</a:t>
            </a:r>
            <a:endParaRPr sz="2050">
              <a:latin typeface="Arial Narrow"/>
              <a:cs typeface="Arial Narrow"/>
            </a:endParaRPr>
          </a:p>
        </p:txBody>
      </p:sp>
      <p:sp>
        <p:nvSpPr>
          <p:cNvPr id="17" name="object 17"/>
          <p:cNvSpPr txBox="1"/>
          <p:nvPr/>
        </p:nvSpPr>
        <p:spPr>
          <a:xfrm>
            <a:off x="14370392" y="2309567"/>
            <a:ext cx="1370965" cy="339725"/>
          </a:xfrm>
          <a:prstGeom prst="rect">
            <a:avLst/>
          </a:prstGeom>
        </p:spPr>
        <p:txBody>
          <a:bodyPr vert="horz" wrap="square" lIns="0" tIns="13970" rIns="0" bIns="0" rtlCol="0">
            <a:spAutoFit/>
          </a:bodyPr>
          <a:lstStyle/>
          <a:p>
            <a:pPr marL="12700">
              <a:lnSpc>
                <a:spcPct val="100000"/>
              </a:lnSpc>
              <a:spcBef>
                <a:spcPts val="110"/>
              </a:spcBef>
            </a:pPr>
            <a:r>
              <a:rPr sz="2050" b="1" spc="45" dirty="0">
                <a:solidFill>
                  <a:srgbClr val="093E5E"/>
                </a:solidFill>
                <a:latin typeface="Arial Narrow"/>
                <a:cs typeface="Arial Narrow"/>
              </a:rPr>
              <a:t>Tier</a:t>
            </a:r>
            <a:r>
              <a:rPr sz="2050" b="1" spc="-185" dirty="0">
                <a:solidFill>
                  <a:srgbClr val="093E5E"/>
                </a:solidFill>
                <a:latin typeface="Arial Narrow"/>
                <a:cs typeface="Arial Narrow"/>
              </a:rPr>
              <a:t> </a:t>
            </a:r>
            <a:r>
              <a:rPr sz="2050" b="1" spc="120" dirty="0">
                <a:solidFill>
                  <a:srgbClr val="093E5E"/>
                </a:solidFill>
                <a:latin typeface="Arial Narrow"/>
                <a:cs typeface="Arial Narrow"/>
              </a:rPr>
              <a:t>1</a:t>
            </a:r>
            <a:r>
              <a:rPr sz="2050" b="1" spc="-185" dirty="0">
                <a:solidFill>
                  <a:srgbClr val="093E5E"/>
                </a:solidFill>
                <a:latin typeface="Arial Narrow"/>
                <a:cs typeface="Arial Narrow"/>
              </a:rPr>
              <a:t> </a:t>
            </a:r>
            <a:r>
              <a:rPr sz="2050" b="1" spc="240" dirty="0">
                <a:solidFill>
                  <a:srgbClr val="093E5E"/>
                </a:solidFill>
                <a:latin typeface="Arial Narrow"/>
                <a:cs typeface="Arial Narrow"/>
              </a:rPr>
              <a:t>/</a:t>
            </a:r>
            <a:r>
              <a:rPr sz="2050" b="1" spc="-185" dirty="0">
                <a:solidFill>
                  <a:srgbClr val="093E5E"/>
                </a:solidFill>
                <a:latin typeface="Arial Narrow"/>
                <a:cs typeface="Arial Narrow"/>
              </a:rPr>
              <a:t> </a:t>
            </a:r>
            <a:r>
              <a:rPr sz="2050" b="1" spc="45" dirty="0">
                <a:solidFill>
                  <a:srgbClr val="093E5E"/>
                </a:solidFill>
                <a:latin typeface="Arial Narrow"/>
                <a:cs typeface="Arial Narrow"/>
              </a:rPr>
              <a:t>Tier</a:t>
            </a:r>
            <a:r>
              <a:rPr sz="2050" b="1" spc="-185" dirty="0">
                <a:solidFill>
                  <a:srgbClr val="093E5E"/>
                </a:solidFill>
                <a:latin typeface="Arial Narrow"/>
                <a:cs typeface="Arial Narrow"/>
              </a:rPr>
              <a:t> </a:t>
            </a:r>
            <a:r>
              <a:rPr sz="2050" b="1" spc="120" dirty="0">
                <a:solidFill>
                  <a:srgbClr val="093E5E"/>
                </a:solidFill>
                <a:latin typeface="Arial Narrow"/>
                <a:cs typeface="Arial Narrow"/>
              </a:rPr>
              <a:t>2</a:t>
            </a:r>
            <a:endParaRPr sz="2050">
              <a:latin typeface="Arial Narrow"/>
              <a:cs typeface="Arial Narrow"/>
            </a:endParaRPr>
          </a:p>
        </p:txBody>
      </p:sp>
      <p:sp>
        <p:nvSpPr>
          <p:cNvPr id="18" name="object 18"/>
          <p:cNvSpPr txBox="1"/>
          <p:nvPr/>
        </p:nvSpPr>
        <p:spPr>
          <a:xfrm>
            <a:off x="16199656" y="2309567"/>
            <a:ext cx="902335" cy="339725"/>
          </a:xfrm>
          <a:prstGeom prst="rect">
            <a:avLst/>
          </a:prstGeom>
        </p:spPr>
        <p:txBody>
          <a:bodyPr vert="horz" wrap="square" lIns="0" tIns="13970" rIns="0" bIns="0" rtlCol="0">
            <a:spAutoFit/>
          </a:bodyPr>
          <a:lstStyle/>
          <a:p>
            <a:pPr marL="12700">
              <a:lnSpc>
                <a:spcPct val="100000"/>
              </a:lnSpc>
              <a:spcBef>
                <a:spcPts val="110"/>
              </a:spcBef>
            </a:pPr>
            <a:r>
              <a:rPr sz="2050" b="1" spc="15" dirty="0">
                <a:solidFill>
                  <a:srgbClr val="093E5E"/>
                </a:solidFill>
                <a:latin typeface="Arial Narrow"/>
                <a:cs typeface="Arial Narrow"/>
              </a:rPr>
              <a:t>B</a:t>
            </a:r>
            <a:r>
              <a:rPr sz="2050" b="1" spc="-45" dirty="0">
                <a:solidFill>
                  <a:srgbClr val="093E5E"/>
                </a:solidFill>
                <a:latin typeface="Arial Narrow"/>
                <a:cs typeface="Arial Narrow"/>
              </a:rPr>
              <a:t>r</a:t>
            </a:r>
            <a:r>
              <a:rPr sz="2050" b="1" spc="25" dirty="0">
                <a:solidFill>
                  <a:srgbClr val="093E5E"/>
                </a:solidFill>
                <a:latin typeface="Arial Narrow"/>
                <a:cs typeface="Arial Narrow"/>
              </a:rPr>
              <a:t>o</a:t>
            </a:r>
            <a:r>
              <a:rPr sz="2050" b="1" spc="35" dirty="0">
                <a:solidFill>
                  <a:srgbClr val="093E5E"/>
                </a:solidFill>
                <a:latin typeface="Arial Narrow"/>
                <a:cs typeface="Arial Narrow"/>
              </a:rPr>
              <a:t>wser</a:t>
            </a:r>
            <a:endParaRPr sz="2050">
              <a:latin typeface="Arial Narrow"/>
              <a:cs typeface="Arial Narrow"/>
            </a:endParaRPr>
          </a:p>
        </p:txBody>
      </p:sp>
      <p:sp>
        <p:nvSpPr>
          <p:cNvPr id="19" name="object 19"/>
          <p:cNvSpPr txBox="1"/>
          <p:nvPr/>
        </p:nvSpPr>
        <p:spPr>
          <a:xfrm>
            <a:off x="11739653" y="2106833"/>
            <a:ext cx="771525" cy="1943100"/>
          </a:xfrm>
          <a:prstGeom prst="rect">
            <a:avLst/>
          </a:prstGeom>
        </p:spPr>
        <p:txBody>
          <a:bodyPr vert="vert270" wrap="square" lIns="0" tIns="76835" rIns="0" bIns="0" rtlCol="0">
            <a:spAutoFit/>
          </a:bodyPr>
          <a:lstStyle/>
          <a:p>
            <a:pPr marL="12700" marR="5080">
              <a:lnSpc>
                <a:spcPts val="2470"/>
              </a:lnSpc>
              <a:spcBef>
                <a:spcPts val="605"/>
              </a:spcBef>
            </a:pPr>
            <a:r>
              <a:rPr sz="2550" b="1" spc="25" dirty="0">
                <a:solidFill>
                  <a:srgbClr val="093E5E"/>
                </a:solidFill>
                <a:latin typeface="Arial Narrow"/>
                <a:cs typeface="Arial Narrow"/>
              </a:rPr>
              <a:t>DevOps </a:t>
            </a:r>
            <a:r>
              <a:rPr sz="2550" b="1" spc="135" dirty="0">
                <a:solidFill>
                  <a:srgbClr val="093E5E"/>
                </a:solidFill>
                <a:latin typeface="Arial Narrow"/>
                <a:cs typeface="Arial Narrow"/>
              </a:rPr>
              <a:t>&amp;  </a:t>
            </a:r>
            <a:r>
              <a:rPr sz="2550" b="1" spc="45" dirty="0">
                <a:solidFill>
                  <a:srgbClr val="093E5E"/>
                </a:solidFill>
                <a:latin typeface="Arial Narrow"/>
                <a:cs typeface="Arial Narrow"/>
              </a:rPr>
              <a:t>Cloud</a:t>
            </a:r>
            <a:r>
              <a:rPr sz="2550" b="1" spc="-275" dirty="0">
                <a:solidFill>
                  <a:srgbClr val="093E5E"/>
                </a:solidFill>
                <a:latin typeface="Arial Narrow"/>
                <a:cs typeface="Arial Narrow"/>
              </a:rPr>
              <a:t> </a:t>
            </a:r>
            <a:r>
              <a:rPr sz="2550" b="1" spc="55" dirty="0">
                <a:solidFill>
                  <a:srgbClr val="093E5E"/>
                </a:solidFill>
                <a:latin typeface="Arial Narrow"/>
                <a:cs typeface="Arial Narrow"/>
              </a:rPr>
              <a:t>Enabled</a:t>
            </a:r>
            <a:endParaRPr sz="2550">
              <a:latin typeface="Arial Narrow"/>
              <a:cs typeface="Arial Narrow"/>
            </a:endParaRPr>
          </a:p>
        </p:txBody>
      </p:sp>
      <p:sp>
        <p:nvSpPr>
          <p:cNvPr id="20" name="object 20"/>
          <p:cNvSpPr/>
          <p:nvPr/>
        </p:nvSpPr>
        <p:spPr>
          <a:xfrm>
            <a:off x="11096914" y="4893729"/>
            <a:ext cx="352425" cy="233045"/>
          </a:xfrm>
          <a:custGeom>
            <a:avLst/>
            <a:gdLst/>
            <a:ahLst/>
            <a:cxnLst/>
            <a:rect l="l" t="t" r="r" b="b"/>
            <a:pathLst>
              <a:path w="352425" h="233045">
                <a:moveTo>
                  <a:pt x="82663" y="0"/>
                </a:moveTo>
                <a:lnTo>
                  <a:pt x="4499" y="101444"/>
                </a:lnTo>
                <a:lnTo>
                  <a:pt x="0" y="116810"/>
                </a:lnTo>
                <a:lnTo>
                  <a:pt x="1124" y="124989"/>
                </a:lnTo>
                <a:lnTo>
                  <a:pt x="4499" y="132176"/>
                </a:lnTo>
                <a:lnTo>
                  <a:pt x="71272" y="226529"/>
                </a:lnTo>
                <a:lnTo>
                  <a:pt x="76361" y="231300"/>
                </a:lnTo>
                <a:lnTo>
                  <a:pt x="82146" y="232890"/>
                </a:lnTo>
                <a:lnTo>
                  <a:pt x="87932" y="231300"/>
                </a:lnTo>
                <a:lnTo>
                  <a:pt x="93020" y="226529"/>
                </a:lnTo>
                <a:lnTo>
                  <a:pt x="96401" y="219337"/>
                </a:lnTo>
                <a:lnTo>
                  <a:pt x="97528" y="211158"/>
                </a:lnTo>
                <a:lnTo>
                  <a:pt x="96401" y="202979"/>
                </a:lnTo>
                <a:lnTo>
                  <a:pt x="93020" y="195787"/>
                </a:lnTo>
                <a:lnTo>
                  <a:pt x="52257" y="138176"/>
                </a:lnTo>
                <a:lnTo>
                  <a:pt x="342895" y="138176"/>
                </a:lnTo>
                <a:lnTo>
                  <a:pt x="347651" y="131454"/>
                </a:lnTo>
                <a:lnTo>
                  <a:pt x="351032" y="124262"/>
                </a:lnTo>
                <a:lnTo>
                  <a:pt x="352159" y="116082"/>
                </a:lnTo>
                <a:lnTo>
                  <a:pt x="351032" y="107903"/>
                </a:lnTo>
                <a:lnTo>
                  <a:pt x="347651" y="100711"/>
                </a:lnTo>
                <a:lnTo>
                  <a:pt x="343405" y="94711"/>
                </a:lnTo>
                <a:lnTo>
                  <a:pt x="52770" y="94711"/>
                </a:lnTo>
                <a:lnTo>
                  <a:pt x="93533" y="37100"/>
                </a:lnTo>
                <a:lnTo>
                  <a:pt x="96914" y="29909"/>
                </a:lnTo>
                <a:lnTo>
                  <a:pt x="98041" y="21731"/>
                </a:lnTo>
                <a:lnTo>
                  <a:pt x="96914" y="13554"/>
                </a:lnTo>
                <a:lnTo>
                  <a:pt x="93533" y="6368"/>
                </a:lnTo>
                <a:lnTo>
                  <a:pt x="88449" y="1592"/>
                </a:lnTo>
                <a:lnTo>
                  <a:pt x="82663" y="0"/>
                </a:lnTo>
                <a:close/>
              </a:path>
              <a:path w="352425" h="233045">
                <a:moveTo>
                  <a:pt x="342895" y="138176"/>
                </a:moveTo>
                <a:lnTo>
                  <a:pt x="299391" y="138176"/>
                </a:lnTo>
                <a:lnTo>
                  <a:pt x="258617" y="195787"/>
                </a:lnTo>
                <a:lnTo>
                  <a:pt x="255236" y="202979"/>
                </a:lnTo>
                <a:lnTo>
                  <a:pt x="254110" y="211158"/>
                </a:lnTo>
                <a:lnTo>
                  <a:pt x="255236" y="219337"/>
                </a:lnTo>
                <a:lnTo>
                  <a:pt x="258617" y="226529"/>
                </a:lnTo>
                <a:lnTo>
                  <a:pt x="263703" y="231300"/>
                </a:lnTo>
                <a:lnTo>
                  <a:pt x="269493" y="232890"/>
                </a:lnTo>
                <a:lnTo>
                  <a:pt x="275284" y="231300"/>
                </a:lnTo>
                <a:lnTo>
                  <a:pt x="280376" y="226529"/>
                </a:lnTo>
                <a:lnTo>
                  <a:pt x="342895" y="138176"/>
                </a:lnTo>
                <a:close/>
              </a:path>
              <a:path w="352425" h="233045">
                <a:moveTo>
                  <a:pt x="270010" y="0"/>
                </a:moveTo>
                <a:lnTo>
                  <a:pt x="264221" y="1592"/>
                </a:lnTo>
                <a:lnTo>
                  <a:pt x="259130" y="6368"/>
                </a:lnTo>
                <a:lnTo>
                  <a:pt x="255755" y="13554"/>
                </a:lnTo>
                <a:lnTo>
                  <a:pt x="254630" y="21731"/>
                </a:lnTo>
                <a:lnTo>
                  <a:pt x="255755" y="29909"/>
                </a:lnTo>
                <a:lnTo>
                  <a:pt x="259130" y="37100"/>
                </a:lnTo>
                <a:lnTo>
                  <a:pt x="299904" y="94711"/>
                </a:lnTo>
                <a:lnTo>
                  <a:pt x="343405" y="94711"/>
                </a:lnTo>
                <a:lnTo>
                  <a:pt x="280889" y="6368"/>
                </a:lnTo>
                <a:lnTo>
                  <a:pt x="275799" y="1592"/>
                </a:lnTo>
                <a:lnTo>
                  <a:pt x="270010" y="0"/>
                </a:lnTo>
                <a:close/>
              </a:path>
            </a:pathLst>
          </a:custGeom>
          <a:solidFill>
            <a:srgbClr val="838484"/>
          </a:solidFill>
        </p:spPr>
        <p:txBody>
          <a:bodyPr wrap="square" lIns="0" tIns="0" rIns="0" bIns="0" rtlCol="0"/>
          <a:lstStyle/>
          <a:p>
            <a:endParaRPr/>
          </a:p>
        </p:txBody>
      </p:sp>
      <p:sp>
        <p:nvSpPr>
          <p:cNvPr id="21" name="object 21"/>
          <p:cNvSpPr/>
          <p:nvPr/>
        </p:nvSpPr>
        <p:spPr>
          <a:xfrm>
            <a:off x="7114002" y="4251363"/>
            <a:ext cx="5908675" cy="946785"/>
          </a:xfrm>
          <a:custGeom>
            <a:avLst/>
            <a:gdLst/>
            <a:ahLst/>
            <a:cxnLst/>
            <a:rect l="l" t="t" r="r" b="b"/>
            <a:pathLst>
              <a:path w="5908675" h="946785">
                <a:moveTo>
                  <a:pt x="5768777" y="0"/>
                </a:moveTo>
                <a:lnTo>
                  <a:pt x="139545" y="0"/>
                </a:lnTo>
                <a:lnTo>
                  <a:pt x="95560" y="7145"/>
                </a:lnTo>
                <a:lnTo>
                  <a:pt x="57268" y="27019"/>
                </a:lnTo>
                <a:lnTo>
                  <a:pt x="27015" y="57275"/>
                </a:lnTo>
                <a:lnTo>
                  <a:pt x="7144" y="95569"/>
                </a:lnTo>
                <a:lnTo>
                  <a:pt x="0" y="139555"/>
                </a:lnTo>
                <a:lnTo>
                  <a:pt x="0" y="946540"/>
                </a:lnTo>
                <a:lnTo>
                  <a:pt x="5908333" y="946540"/>
                </a:lnTo>
                <a:lnTo>
                  <a:pt x="5908333" y="139555"/>
                </a:lnTo>
                <a:lnTo>
                  <a:pt x="5901187" y="95569"/>
                </a:lnTo>
                <a:lnTo>
                  <a:pt x="5881313" y="57275"/>
                </a:lnTo>
                <a:lnTo>
                  <a:pt x="5851057" y="27019"/>
                </a:lnTo>
                <a:lnTo>
                  <a:pt x="5812763" y="7145"/>
                </a:lnTo>
                <a:lnTo>
                  <a:pt x="5768777" y="0"/>
                </a:lnTo>
                <a:close/>
              </a:path>
            </a:pathLst>
          </a:custGeom>
          <a:solidFill>
            <a:srgbClr val="F89635"/>
          </a:solidFill>
        </p:spPr>
        <p:txBody>
          <a:bodyPr wrap="square" lIns="0" tIns="0" rIns="0" bIns="0" rtlCol="0"/>
          <a:lstStyle/>
          <a:p>
            <a:endParaRPr/>
          </a:p>
        </p:txBody>
      </p:sp>
      <p:sp>
        <p:nvSpPr>
          <p:cNvPr id="22" name="object 22"/>
          <p:cNvSpPr/>
          <p:nvPr/>
        </p:nvSpPr>
        <p:spPr>
          <a:xfrm>
            <a:off x="7114002" y="4251363"/>
            <a:ext cx="5908675" cy="946785"/>
          </a:xfrm>
          <a:custGeom>
            <a:avLst/>
            <a:gdLst/>
            <a:ahLst/>
            <a:cxnLst/>
            <a:rect l="l" t="t" r="r" b="b"/>
            <a:pathLst>
              <a:path w="5908675" h="946785">
                <a:moveTo>
                  <a:pt x="0" y="946540"/>
                </a:moveTo>
                <a:lnTo>
                  <a:pt x="0" y="139555"/>
                </a:lnTo>
                <a:lnTo>
                  <a:pt x="7144" y="95569"/>
                </a:lnTo>
                <a:lnTo>
                  <a:pt x="27015" y="57275"/>
                </a:lnTo>
                <a:lnTo>
                  <a:pt x="57268" y="27019"/>
                </a:lnTo>
                <a:lnTo>
                  <a:pt x="95560" y="7145"/>
                </a:lnTo>
                <a:lnTo>
                  <a:pt x="139545" y="0"/>
                </a:lnTo>
                <a:lnTo>
                  <a:pt x="5768777" y="0"/>
                </a:lnTo>
                <a:lnTo>
                  <a:pt x="5812763" y="7145"/>
                </a:lnTo>
                <a:lnTo>
                  <a:pt x="5851057" y="27019"/>
                </a:lnTo>
                <a:lnTo>
                  <a:pt x="5881313" y="57275"/>
                </a:lnTo>
                <a:lnTo>
                  <a:pt x="5901187" y="95569"/>
                </a:lnTo>
                <a:lnTo>
                  <a:pt x="5908333" y="139555"/>
                </a:lnTo>
                <a:lnTo>
                  <a:pt x="5908333" y="946540"/>
                </a:lnTo>
              </a:path>
            </a:pathLst>
          </a:custGeom>
          <a:ln w="12062">
            <a:solidFill>
              <a:srgbClr val="A7A9AC"/>
            </a:solidFill>
          </a:ln>
        </p:spPr>
        <p:txBody>
          <a:bodyPr wrap="square" lIns="0" tIns="0" rIns="0" bIns="0" rtlCol="0"/>
          <a:lstStyle/>
          <a:p>
            <a:endParaRPr/>
          </a:p>
        </p:txBody>
      </p:sp>
      <p:sp>
        <p:nvSpPr>
          <p:cNvPr id="23" name="object 23"/>
          <p:cNvSpPr txBox="1"/>
          <p:nvPr/>
        </p:nvSpPr>
        <p:spPr>
          <a:xfrm>
            <a:off x="8902213" y="4522723"/>
            <a:ext cx="2300605" cy="415290"/>
          </a:xfrm>
          <a:prstGeom prst="rect">
            <a:avLst/>
          </a:prstGeom>
        </p:spPr>
        <p:txBody>
          <a:bodyPr vert="horz" wrap="square" lIns="0" tIns="13335" rIns="0" bIns="0" rtlCol="0">
            <a:spAutoFit/>
          </a:bodyPr>
          <a:lstStyle/>
          <a:p>
            <a:pPr marL="12700">
              <a:lnSpc>
                <a:spcPct val="100000"/>
              </a:lnSpc>
              <a:spcBef>
                <a:spcPts val="105"/>
              </a:spcBef>
            </a:pPr>
            <a:r>
              <a:rPr sz="2550" b="1" spc="35" dirty="0">
                <a:solidFill>
                  <a:srgbClr val="FFFFFF"/>
                </a:solidFill>
                <a:latin typeface="Arial Narrow"/>
                <a:cs typeface="Arial Narrow"/>
              </a:rPr>
              <a:t>Application</a:t>
            </a:r>
            <a:r>
              <a:rPr sz="2550" b="1" spc="-275" dirty="0">
                <a:solidFill>
                  <a:srgbClr val="FFFFFF"/>
                </a:solidFill>
                <a:latin typeface="Arial Narrow"/>
                <a:cs typeface="Arial Narrow"/>
              </a:rPr>
              <a:t> </a:t>
            </a:r>
            <a:r>
              <a:rPr sz="2550" b="1" spc="25" dirty="0">
                <a:solidFill>
                  <a:srgbClr val="FFFFFF"/>
                </a:solidFill>
                <a:latin typeface="Arial Narrow"/>
                <a:cs typeface="Arial Narrow"/>
              </a:rPr>
              <a:t>Layer</a:t>
            </a:r>
            <a:endParaRPr sz="2550">
              <a:latin typeface="Arial Narrow"/>
              <a:cs typeface="Arial Narrow"/>
            </a:endParaRPr>
          </a:p>
        </p:txBody>
      </p:sp>
      <p:sp>
        <p:nvSpPr>
          <p:cNvPr id="24" name="object 24"/>
          <p:cNvSpPr/>
          <p:nvPr/>
        </p:nvSpPr>
        <p:spPr>
          <a:xfrm>
            <a:off x="3919902" y="8134942"/>
            <a:ext cx="731069" cy="564810"/>
          </a:xfrm>
          <a:prstGeom prst="rect">
            <a:avLst/>
          </a:prstGeom>
          <a:blipFill>
            <a:blip r:embed="rId2" cstate="print"/>
            <a:stretch>
              <a:fillRect/>
            </a:stretch>
          </a:blipFill>
        </p:spPr>
        <p:txBody>
          <a:bodyPr wrap="square" lIns="0" tIns="0" rIns="0" bIns="0" rtlCol="0"/>
          <a:lstStyle/>
          <a:p>
            <a:endParaRPr/>
          </a:p>
        </p:txBody>
      </p:sp>
      <p:sp>
        <p:nvSpPr>
          <p:cNvPr id="25" name="object 25"/>
          <p:cNvSpPr/>
          <p:nvPr/>
        </p:nvSpPr>
        <p:spPr>
          <a:xfrm>
            <a:off x="5035889" y="8175163"/>
            <a:ext cx="774296" cy="442454"/>
          </a:xfrm>
          <a:prstGeom prst="rect">
            <a:avLst/>
          </a:prstGeom>
          <a:blipFill>
            <a:blip r:embed="rId3" cstate="print"/>
            <a:stretch>
              <a:fillRect/>
            </a:stretch>
          </a:blipFill>
        </p:spPr>
        <p:txBody>
          <a:bodyPr wrap="square" lIns="0" tIns="0" rIns="0" bIns="0" rtlCol="0"/>
          <a:lstStyle/>
          <a:p>
            <a:endParaRPr/>
          </a:p>
        </p:txBody>
      </p:sp>
      <p:sp>
        <p:nvSpPr>
          <p:cNvPr id="26" name="object 26"/>
          <p:cNvSpPr/>
          <p:nvPr/>
        </p:nvSpPr>
        <p:spPr>
          <a:xfrm>
            <a:off x="2585965" y="8091682"/>
            <a:ext cx="1121269" cy="692768"/>
          </a:xfrm>
          <a:prstGeom prst="rect">
            <a:avLst/>
          </a:prstGeom>
          <a:blipFill>
            <a:blip r:embed="rId4" cstate="print"/>
            <a:stretch>
              <a:fillRect/>
            </a:stretch>
          </a:blipFill>
        </p:spPr>
        <p:txBody>
          <a:bodyPr wrap="square" lIns="0" tIns="0" rIns="0" bIns="0" rtlCol="0"/>
          <a:lstStyle/>
          <a:p>
            <a:endParaRPr/>
          </a:p>
        </p:txBody>
      </p:sp>
      <p:sp>
        <p:nvSpPr>
          <p:cNvPr id="27" name="object 27"/>
          <p:cNvSpPr/>
          <p:nvPr/>
        </p:nvSpPr>
        <p:spPr>
          <a:xfrm>
            <a:off x="13986733" y="2973053"/>
            <a:ext cx="3638550" cy="5455920"/>
          </a:xfrm>
          <a:custGeom>
            <a:avLst/>
            <a:gdLst/>
            <a:ahLst/>
            <a:cxnLst/>
            <a:rect l="l" t="t" r="r" b="b"/>
            <a:pathLst>
              <a:path w="3638550" h="5455920">
                <a:moveTo>
                  <a:pt x="3505621" y="0"/>
                </a:moveTo>
                <a:lnTo>
                  <a:pt x="132833" y="0"/>
                </a:lnTo>
                <a:lnTo>
                  <a:pt x="90961" y="6801"/>
                </a:lnTo>
                <a:lnTo>
                  <a:pt x="54511" y="25717"/>
                </a:lnTo>
                <a:lnTo>
                  <a:pt x="25714" y="54516"/>
                </a:lnTo>
                <a:lnTo>
                  <a:pt x="6800" y="90965"/>
                </a:lnTo>
                <a:lnTo>
                  <a:pt x="0" y="132833"/>
                </a:lnTo>
                <a:lnTo>
                  <a:pt x="0" y="5322539"/>
                </a:lnTo>
                <a:lnTo>
                  <a:pt x="6800" y="5364407"/>
                </a:lnTo>
                <a:lnTo>
                  <a:pt x="25714" y="5400856"/>
                </a:lnTo>
                <a:lnTo>
                  <a:pt x="54511" y="5429655"/>
                </a:lnTo>
                <a:lnTo>
                  <a:pt x="90961" y="5448571"/>
                </a:lnTo>
                <a:lnTo>
                  <a:pt x="132833" y="5455373"/>
                </a:lnTo>
                <a:lnTo>
                  <a:pt x="3505621" y="5455373"/>
                </a:lnTo>
                <a:lnTo>
                  <a:pt x="3547492" y="5448571"/>
                </a:lnTo>
                <a:lnTo>
                  <a:pt x="3583942" y="5429655"/>
                </a:lnTo>
                <a:lnTo>
                  <a:pt x="3612740" y="5400856"/>
                </a:lnTo>
                <a:lnTo>
                  <a:pt x="3631654" y="5364407"/>
                </a:lnTo>
                <a:lnTo>
                  <a:pt x="3638454" y="5322539"/>
                </a:lnTo>
                <a:lnTo>
                  <a:pt x="3638454" y="132833"/>
                </a:lnTo>
                <a:lnTo>
                  <a:pt x="3631654" y="90965"/>
                </a:lnTo>
                <a:lnTo>
                  <a:pt x="3612740" y="54516"/>
                </a:lnTo>
                <a:lnTo>
                  <a:pt x="3583942" y="25717"/>
                </a:lnTo>
                <a:lnTo>
                  <a:pt x="3547492" y="6801"/>
                </a:lnTo>
                <a:lnTo>
                  <a:pt x="3505621" y="0"/>
                </a:lnTo>
                <a:close/>
              </a:path>
            </a:pathLst>
          </a:custGeom>
          <a:solidFill>
            <a:srgbClr val="F1F2F2"/>
          </a:solidFill>
        </p:spPr>
        <p:txBody>
          <a:bodyPr wrap="square" lIns="0" tIns="0" rIns="0" bIns="0" rtlCol="0"/>
          <a:lstStyle/>
          <a:p>
            <a:endParaRPr/>
          </a:p>
        </p:txBody>
      </p:sp>
      <p:sp>
        <p:nvSpPr>
          <p:cNvPr id="28" name="object 28"/>
          <p:cNvSpPr/>
          <p:nvPr/>
        </p:nvSpPr>
        <p:spPr>
          <a:xfrm>
            <a:off x="13986733" y="2973053"/>
            <a:ext cx="3638550" cy="5455920"/>
          </a:xfrm>
          <a:custGeom>
            <a:avLst/>
            <a:gdLst/>
            <a:ahLst/>
            <a:cxnLst/>
            <a:rect l="l" t="t" r="r" b="b"/>
            <a:pathLst>
              <a:path w="3638550" h="5455920">
                <a:moveTo>
                  <a:pt x="3638454" y="5322539"/>
                </a:moveTo>
                <a:lnTo>
                  <a:pt x="3631654" y="5364407"/>
                </a:lnTo>
                <a:lnTo>
                  <a:pt x="3612740" y="5400856"/>
                </a:lnTo>
                <a:lnTo>
                  <a:pt x="3583942" y="5429655"/>
                </a:lnTo>
                <a:lnTo>
                  <a:pt x="3547492" y="5448571"/>
                </a:lnTo>
                <a:lnTo>
                  <a:pt x="3505621" y="5455373"/>
                </a:lnTo>
                <a:lnTo>
                  <a:pt x="132833" y="5455373"/>
                </a:lnTo>
                <a:lnTo>
                  <a:pt x="90961" y="5448571"/>
                </a:lnTo>
                <a:lnTo>
                  <a:pt x="54511" y="5429655"/>
                </a:lnTo>
                <a:lnTo>
                  <a:pt x="25714" y="5400856"/>
                </a:lnTo>
                <a:lnTo>
                  <a:pt x="6800" y="5364407"/>
                </a:lnTo>
                <a:lnTo>
                  <a:pt x="0" y="5322539"/>
                </a:lnTo>
                <a:lnTo>
                  <a:pt x="0" y="132833"/>
                </a:lnTo>
                <a:lnTo>
                  <a:pt x="6800" y="90965"/>
                </a:lnTo>
                <a:lnTo>
                  <a:pt x="25714" y="54516"/>
                </a:lnTo>
                <a:lnTo>
                  <a:pt x="54511" y="25717"/>
                </a:lnTo>
                <a:lnTo>
                  <a:pt x="90961" y="6801"/>
                </a:lnTo>
                <a:lnTo>
                  <a:pt x="132833" y="0"/>
                </a:lnTo>
                <a:lnTo>
                  <a:pt x="3505621" y="0"/>
                </a:lnTo>
                <a:lnTo>
                  <a:pt x="3547492" y="6801"/>
                </a:lnTo>
                <a:lnTo>
                  <a:pt x="3583942" y="25717"/>
                </a:lnTo>
                <a:lnTo>
                  <a:pt x="3612740" y="54516"/>
                </a:lnTo>
                <a:lnTo>
                  <a:pt x="3631654" y="90965"/>
                </a:lnTo>
                <a:lnTo>
                  <a:pt x="3638454" y="132833"/>
                </a:lnTo>
                <a:lnTo>
                  <a:pt x="3638454" y="5322539"/>
                </a:lnTo>
                <a:close/>
              </a:path>
            </a:pathLst>
          </a:custGeom>
          <a:ln w="7319">
            <a:solidFill>
              <a:srgbClr val="A7A9AC"/>
            </a:solidFill>
          </a:ln>
        </p:spPr>
        <p:txBody>
          <a:bodyPr wrap="square" lIns="0" tIns="0" rIns="0" bIns="0" rtlCol="0"/>
          <a:lstStyle/>
          <a:p>
            <a:endParaRPr/>
          </a:p>
        </p:txBody>
      </p:sp>
      <p:sp>
        <p:nvSpPr>
          <p:cNvPr id="29" name="object 29"/>
          <p:cNvSpPr txBox="1"/>
          <p:nvPr/>
        </p:nvSpPr>
        <p:spPr>
          <a:xfrm>
            <a:off x="14428694" y="4500621"/>
            <a:ext cx="2456180" cy="812165"/>
          </a:xfrm>
          <a:prstGeom prst="rect">
            <a:avLst/>
          </a:prstGeom>
        </p:spPr>
        <p:txBody>
          <a:bodyPr vert="horz" wrap="square" lIns="0" tIns="11430" rIns="0" bIns="0" rtlCol="0">
            <a:spAutoFit/>
          </a:bodyPr>
          <a:lstStyle/>
          <a:p>
            <a:pPr marL="12700" marR="5080">
              <a:lnSpc>
                <a:spcPct val="101200"/>
              </a:lnSpc>
              <a:spcBef>
                <a:spcPts val="90"/>
              </a:spcBef>
            </a:pPr>
            <a:r>
              <a:rPr sz="2550" b="1" spc="40" dirty="0">
                <a:solidFill>
                  <a:srgbClr val="093E5E"/>
                </a:solidFill>
                <a:latin typeface="Arial Narrow"/>
                <a:cs typeface="Arial Narrow"/>
              </a:rPr>
              <a:t>User </a:t>
            </a:r>
            <a:r>
              <a:rPr sz="2550" b="1" spc="30" dirty="0">
                <a:solidFill>
                  <a:srgbClr val="093E5E"/>
                </a:solidFill>
                <a:latin typeface="Arial Narrow"/>
                <a:cs typeface="Arial Narrow"/>
              </a:rPr>
              <a:t>Centric,  </a:t>
            </a:r>
            <a:r>
              <a:rPr sz="2550" b="1" spc="15" dirty="0">
                <a:solidFill>
                  <a:srgbClr val="093E5E"/>
                </a:solidFill>
                <a:latin typeface="Arial Narrow"/>
                <a:cs typeface="Arial Narrow"/>
              </a:rPr>
              <a:t>Responsive</a:t>
            </a:r>
            <a:r>
              <a:rPr sz="2550" b="1" spc="-240" dirty="0">
                <a:solidFill>
                  <a:srgbClr val="093E5E"/>
                </a:solidFill>
                <a:latin typeface="Arial Narrow"/>
                <a:cs typeface="Arial Narrow"/>
              </a:rPr>
              <a:t> </a:t>
            </a:r>
            <a:r>
              <a:rPr sz="2550" b="1" spc="30" dirty="0">
                <a:solidFill>
                  <a:srgbClr val="093E5E"/>
                </a:solidFill>
                <a:latin typeface="Arial Narrow"/>
                <a:cs typeface="Arial Narrow"/>
              </a:rPr>
              <a:t>UX</a:t>
            </a:r>
            <a:r>
              <a:rPr sz="2550" b="1" spc="-240" dirty="0">
                <a:solidFill>
                  <a:srgbClr val="093E5E"/>
                </a:solidFill>
                <a:latin typeface="Arial Narrow"/>
                <a:cs typeface="Arial Narrow"/>
              </a:rPr>
              <a:t> </a:t>
            </a:r>
            <a:r>
              <a:rPr sz="2550" b="1" spc="305" dirty="0">
                <a:solidFill>
                  <a:srgbClr val="093E5E"/>
                </a:solidFill>
                <a:latin typeface="Arial Narrow"/>
                <a:cs typeface="Arial Narrow"/>
              </a:rPr>
              <a:t>/</a:t>
            </a:r>
            <a:r>
              <a:rPr sz="2550" b="1" spc="-240" dirty="0">
                <a:solidFill>
                  <a:srgbClr val="093E5E"/>
                </a:solidFill>
                <a:latin typeface="Arial Narrow"/>
                <a:cs typeface="Arial Narrow"/>
              </a:rPr>
              <a:t> </a:t>
            </a:r>
            <a:r>
              <a:rPr sz="2550" b="1" spc="75" dirty="0">
                <a:solidFill>
                  <a:srgbClr val="093E5E"/>
                </a:solidFill>
                <a:latin typeface="Arial Narrow"/>
                <a:cs typeface="Arial Narrow"/>
              </a:rPr>
              <a:t>UI</a:t>
            </a:r>
            <a:endParaRPr sz="2550">
              <a:latin typeface="Arial Narrow"/>
              <a:cs typeface="Arial Narrow"/>
            </a:endParaRPr>
          </a:p>
        </p:txBody>
      </p:sp>
      <p:sp>
        <p:nvSpPr>
          <p:cNvPr id="30" name="object 30"/>
          <p:cNvSpPr/>
          <p:nvPr/>
        </p:nvSpPr>
        <p:spPr>
          <a:xfrm>
            <a:off x="13994291" y="2973053"/>
            <a:ext cx="3638550" cy="953769"/>
          </a:xfrm>
          <a:custGeom>
            <a:avLst/>
            <a:gdLst/>
            <a:ahLst/>
            <a:cxnLst/>
            <a:rect l="l" t="t" r="r" b="b"/>
            <a:pathLst>
              <a:path w="3638550" h="953770">
                <a:moveTo>
                  <a:pt x="3505621" y="0"/>
                </a:moveTo>
                <a:lnTo>
                  <a:pt x="132833" y="0"/>
                </a:lnTo>
                <a:lnTo>
                  <a:pt x="90965" y="6801"/>
                </a:lnTo>
                <a:lnTo>
                  <a:pt x="54516" y="25717"/>
                </a:lnTo>
                <a:lnTo>
                  <a:pt x="25717" y="54516"/>
                </a:lnTo>
                <a:lnTo>
                  <a:pt x="6801" y="90965"/>
                </a:lnTo>
                <a:lnTo>
                  <a:pt x="0" y="132833"/>
                </a:lnTo>
                <a:lnTo>
                  <a:pt x="0" y="953266"/>
                </a:lnTo>
                <a:lnTo>
                  <a:pt x="3638465" y="953266"/>
                </a:lnTo>
                <a:lnTo>
                  <a:pt x="3638465" y="132833"/>
                </a:lnTo>
                <a:lnTo>
                  <a:pt x="3631663" y="90965"/>
                </a:lnTo>
                <a:lnTo>
                  <a:pt x="3612746" y="54516"/>
                </a:lnTo>
                <a:lnTo>
                  <a:pt x="3583946" y="25717"/>
                </a:lnTo>
                <a:lnTo>
                  <a:pt x="3547494" y="6801"/>
                </a:lnTo>
                <a:lnTo>
                  <a:pt x="3505621" y="0"/>
                </a:lnTo>
                <a:close/>
              </a:path>
            </a:pathLst>
          </a:custGeom>
          <a:solidFill>
            <a:srgbClr val="F89635"/>
          </a:solidFill>
        </p:spPr>
        <p:txBody>
          <a:bodyPr wrap="square" lIns="0" tIns="0" rIns="0" bIns="0" rtlCol="0"/>
          <a:lstStyle/>
          <a:p>
            <a:endParaRPr/>
          </a:p>
        </p:txBody>
      </p:sp>
      <p:sp>
        <p:nvSpPr>
          <p:cNvPr id="31" name="object 31"/>
          <p:cNvSpPr/>
          <p:nvPr/>
        </p:nvSpPr>
        <p:spPr>
          <a:xfrm>
            <a:off x="13994291" y="2973053"/>
            <a:ext cx="3638550" cy="953769"/>
          </a:xfrm>
          <a:custGeom>
            <a:avLst/>
            <a:gdLst/>
            <a:ahLst/>
            <a:cxnLst/>
            <a:rect l="l" t="t" r="r" b="b"/>
            <a:pathLst>
              <a:path w="3638550" h="953770">
                <a:moveTo>
                  <a:pt x="0" y="953266"/>
                </a:moveTo>
                <a:lnTo>
                  <a:pt x="0" y="132833"/>
                </a:lnTo>
                <a:lnTo>
                  <a:pt x="6801" y="90965"/>
                </a:lnTo>
                <a:lnTo>
                  <a:pt x="25717" y="54516"/>
                </a:lnTo>
                <a:lnTo>
                  <a:pt x="54516" y="25717"/>
                </a:lnTo>
                <a:lnTo>
                  <a:pt x="90965" y="6801"/>
                </a:lnTo>
                <a:lnTo>
                  <a:pt x="132833" y="0"/>
                </a:lnTo>
                <a:lnTo>
                  <a:pt x="3505621" y="0"/>
                </a:lnTo>
                <a:lnTo>
                  <a:pt x="3547494" y="6801"/>
                </a:lnTo>
                <a:lnTo>
                  <a:pt x="3583946" y="25717"/>
                </a:lnTo>
                <a:lnTo>
                  <a:pt x="3612746" y="54516"/>
                </a:lnTo>
                <a:lnTo>
                  <a:pt x="3631663" y="90965"/>
                </a:lnTo>
                <a:lnTo>
                  <a:pt x="3638465" y="132833"/>
                </a:lnTo>
                <a:lnTo>
                  <a:pt x="3638465" y="953266"/>
                </a:lnTo>
              </a:path>
            </a:pathLst>
          </a:custGeom>
          <a:ln w="12062">
            <a:solidFill>
              <a:srgbClr val="A7A9AC"/>
            </a:solidFill>
          </a:ln>
        </p:spPr>
        <p:txBody>
          <a:bodyPr wrap="square" lIns="0" tIns="0" rIns="0" bIns="0" rtlCol="0"/>
          <a:lstStyle/>
          <a:p>
            <a:endParaRPr/>
          </a:p>
        </p:txBody>
      </p:sp>
      <p:sp>
        <p:nvSpPr>
          <p:cNvPr id="32" name="object 32"/>
          <p:cNvSpPr txBox="1"/>
          <p:nvPr/>
        </p:nvSpPr>
        <p:spPr>
          <a:xfrm>
            <a:off x="14549155" y="3226583"/>
            <a:ext cx="2496820" cy="415290"/>
          </a:xfrm>
          <a:prstGeom prst="rect">
            <a:avLst/>
          </a:prstGeom>
        </p:spPr>
        <p:txBody>
          <a:bodyPr vert="horz" wrap="square" lIns="0" tIns="13335" rIns="0" bIns="0" rtlCol="0">
            <a:spAutoFit/>
          </a:bodyPr>
          <a:lstStyle/>
          <a:p>
            <a:pPr marL="12700">
              <a:lnSpc>
                <a:spcPct val="100000"/>
              </a:lnSpc>
              <a:spcBef>
                <a:spcPts val="105"/>
              </a:spcBef>
            </a:pPr>
            <a:r>
              <a:rPr sz="2550" b="1" spc="55" dirty="0">
                <a:solidFill>
                  <a:srgbClr val="FFFFFF"/>
                </a:solidFill>
                <a:latin typeface="Arial Narrow"/>
                <a:cs typeface="Arial Narrow"/>
              </a:rPr>
              <a:t>Presentation</a:t>
            </a:r>
            <a:r>
              <a:rPr sz="2550" b="1" spc="-280" dirty="0">
                <a:solidFill>
                  <a:srgbClr val="FFFFFF"/>
                </a:solidFill>
                <a:latin typeface="Arial Narrow"/>
                <a:cs typeface="Arial Narrow"/>
              </a:rPr>
              <a:t> </a:t>
            </a:r>
            <a:r>
              <a:rPr sz="2550" b="1" spc="25" dirty="0">
                <a:solidFill>
                  <a:srgbClr val="FFFFFF"/>
                </a:solidFill>
                <a:latin typeface="Arial Narrow"/>
                <a:cs typeface="Arial Narrow"/>
              </a:rPr>
              <a:t>Layer</a:t>
            </a:r>
            <a:endParaRPr sz="2550">
              <a:latin typeface="Arial Narrow"/>
              <a:cs typeface="Arial Narrow"/>
            </a:endParaRPr>
          </a:p>
        </p:txBody>
      </p:sp>
      <p:sp>
        <p:nvSpPr>
          <p:cNvPr id="33" name="object 33"/>
          <p:cNvSpPr/>
          <p:nvPr/>
        </p:nvSpPr>
        <p:spPr>
          <a:xfrm>
            <a:off x="13325974" y="4998522"/>
            <a:ext cx="352425" cy="233045"/>
          </a:xfrm>
          <a:custGeom>
            <a:avLst/>
            <a:gdLst/>
            <a:ahLst/>
            <a:cxnLst/>
            <a:rect l="l" t="t" r="r" b="b"/>
            <a:pathLst>
              <a:path w="352425" h="233045">
                <a:moveTo>
                  <a:pt x="82663" y="0"/>
                </a:moveTo>
                <a:lnTo>
                  <a:pt x="4499" y="101436"/>
                </a:lnTo>
                <a:lnTo>
                  <a:pt x="0" y="116807"/>
                </a:lnTo>
                <a:lnTo>
                  <a:pt x="1124" y="124987"/>
                </a:lnTo>
                <a:lnTo>
                  <a:pt x="4499" y="132179"/>
                </a:lnTo>
                <a:lnTo>
                  <a:pt x="71262" y="226521"/>
                </a:lnTo>
                <a:lnTo>
                  <a:pt x="76352" y="231298"/>
                </a:lnTo>
                <a:lnTo>
                  <a:pt x="82141" y="232890"/>
                </a:lnTo>
                <a:lnTo>
                  <a:pt x="87930" y="231298"/>
                </a:lnTo>
                <a:lnTo>
                  <a:pt x="93020" y="226521"/>
                </a:lnTo>
                <a:lnTo>
                  <a:pt x="96401" y="219336"/>
                </a:lnTo>
                <a:lnTo>
                  <a:pt x="97528" y="211159"/>
                </a:lnTo>
                <a:lnTo>
                  <a:pt x="96401" y="202981"/>
                </a:lnTo>
                <a:lnTo>
                  <a:pt x="93020" y="195789"/>
                </a:lnTo>
                <a:lnTo>
                  <a:pt x="52247" y="138179"/>
                </a:lnTo>
                <a:lnTo>
                  <a:pt x="342886" y="138179"/>
                </a:lnTo>
                <a:lnTo>
                  <a:pt x="347651" y="131446"/>
                </a:lnTo>
                <a:lnTo>
                  <a:pt x="351032" y="124260"/>
                </a:lnTo>
                <a:lnTo>
                  <a:pt x="352159" y="116084"/>
                </a:lnTo>
                <a:lnTo>
                  <a:pt x="351032" y="107905"/>
                </a:lnTo>
                <a:lnTo>
                  <a:pt x="347651" y="100714"/>
                </a:lnTo>
                <a:lnTo>
                  <a:pt x="343406" y="94714"/>
                </a:lnTo>
                <a:lnTo>
                  <a:pt x="52770" y="94714"/>
                </a:lnTo>
                <a:lnTo>
                  <a:pt x="93533" y="37103"/>
                </a:lnTo>
                <a:lnTo>
                  <a:pt x="96914" y="29911"/>
                </a:lnTo>
                <a:lnTo>
                  <a:pt x="98041" y="21732"/>
                </a:lnTo>
                <a:lnTo>
                  <a:pt x="96914" y="13552"/>
                </a:lnTo>
                <a:lnTo>
                  <a:pt x="93533" y="6361"/>
                </a:lnTo>
                <a:lnTo>
                  <a:pt x="88449" y="1590"/>
                </a:lnTo>
                <a:lnTo>
                  <a:pt x="82663" y="0"/>
                </a:lnTo>
                <a:close/>
              </a:path>
              <a:path w="352425" h="233045">
                <a:moveTo>
                  <a:pt x="342886" y="138179"/>
                </a:moveTo>
                <a:lnTo>
                  <a:pt x="299380" y="138179"/>
                </a:lnTo>
                <a:lnTo>
                  <a:pt x="258617" y="195789"/>
                </a:lnTo>
                <a:lnTo>
                  <a:pt x="255236" y="202981"/>
                </a:lnTo>
                <a:lnTo>
                  <a:pt x="254110" y="211159"/>
                </a:lnTo>
                <a:lnTo>
                  <a:pt x="255236" y="219336"/>
                </a:lnTo>
                <a:lnTo>
                  <a:pt x="258617" y="226521"/>
                </a:lnTo>
                <a:lnTo>
                  <a:pt x="263701" y="231298"/>
                </a:lnTo>
                <a:lnTo>
                  <a:pt x="269487" y="232890"/>
                </a:lnTo>
                <a:lnTo>
                  <a:pt x="275275" y="231298"/>
                </a:lnTo>
                <a:lnTo>
                  <a:pt x="280365" y="226521"/>
                </a:lnTo>
                <a:lnTo>
                  <a:pt x="342886" y="138179"/>
                </a:lnTo>
                <a:close/>
              </a:path>
              <a:path w="352425" h="233045">
                <a:moveTo>
                  <a:pt x="270010" y="0"/>
                </a:moveTo>
                <a:lnTo>
                  <a:pt x="264221" y="1590"/>
                </a:lnTo>
                <a:lnTo>
                  <a:pt x="259130" y="6361"/>
                </a:lnTo>
                <a:lnTo>
                  <a:pt x="255755" y="13552"/>
                </a:lnTo>
                <a:lnTo>
                  <a:pt x="254630" y="21732"/>
                </a:lnTo>
                <a:lnTo>
                  <a:pt x="255755" y="29911"/>
                </a:lnTo>
                <a:lnTo>
                  <a:pt x="259130" y="37103"/>
                </a:lnTo>
                <a:lnTo>
                  <a:pt x="299894" y="94714"/>
                </a:lnTo>
                <a:lnTo>
                  <a:pt x="343406" y="94714"/>
                </a:lnTo>
                <a:lnTo>
                  <a:pt x="280889" y="6361"/>
                </a:lnTo>
                <a:lnTo>
                  <a:pt x="275799" y="1590"/>
                </a:lnTo>
                <a:lnTo>
                  <a:pt x="270010" y="0"/>
                </a:lnTo>
                <a:close/>
              </a:path>
            </a:pathLst>
          </a:custGeom>
          <a:solidFill>
            <a:srgbClr val="838484"/>
          </a:solidFill>
        </p:spPr>
        <p:txBody>
          <a:bodyPr wrap="square" lIns="0" tIns="0" rIns="0" bIns="0" rtlCol="0"/>
          <a:lstStyle/>
          <a:p>
            <a:endParaRPr/>
          </a:p>
        </p:txBody>
      </p:sp>
      <p:sp>
        <p:nvSpPr>
          <p:cNvPr id="34" name="object 34"/>
          <p:cNvSpPr/>
          <p:nvPr/>
        </p:nvSpPr>
        <p:spPr>
          <a:xfrm>
            <a:off x="13325974" y="6824485"/>
            <a:ext cx="352425" cy="233045"/>
          </a:xfrm>
          <a:custGeom>
            <a:avLst/>
            <a:gdLst/>
            <a:ahLst/>
            <a:cxnLst/>
            <a:rect l="l" t="t" r="r" b="b"/>
            <a:pathLst>
              <a:path w="352425" h="233045">
                <a:moveTo>
                  <a:pt x="82663" y="0"/>
                </a:moveTo>
                <a:lnTo>
                  <a:pt x="4499" y="101436"/>
                </a:lnTo>
                <a:lnTo>
                  <a:pt x="0" y="116807"/>
                </a:lnTo>
                <a:lnTo>
                  <a:pt x="1124" y="124987"/>
                </a:lnTo>
                <a:lnTo>
                  <a:pt x="4499" y="132179"/>
                </a:lnTo>
                <a:lnTo>
                  <a:pt x="71262" y="226532"/>
                </a:lnTo>
                <a:lnTo>
                  <a:pt x="76352" y="231303"/>
                </a:lnTo>
                <a:lnTo>
                  <a:pt x="82141" y="232893"/>
                </a:lnTo>
                <a:lnTo>
                  <a:pt x="87930" y="231303"/>
                </a:lnTo>
                <a:lnTo>
                  <a:pt x="93020" y="226532"/>
                </a:lnTo>
                <a:lnTo>
                  <a:pt x="96401" y="219340"/>
                </a:lnTo>
                <a:lnTo>
                  <a:pt x="97528" y="211161"/>
                </a:lnTo>
                <a:lnTo>
                  <a:pt x="96401" y="202981"/>
                </a:lnTo>
                <a:lnTo>
                  <a:pt x="93020" y="195789"/>
                </a:lnTo>
                <a:lnTo>
                  <a:pt x="52247" y="138179"/>
                </a:lnTo>
                <a:lnTo>
                  <a:pt x="342894" y="138179"/>
                </a:lnTo>
                <a:lnTo>
                  <a:pt x="347651" y="131456"/>
                </a:lnTo>
                <a:lnTo>
                  <a:pt x="351032" y="124264"/>
                </a:lnTo>
                <a:lnTo>
                  <a:pt x="352159" y="116085"/>
                </a:lnTo>
                <a:lnTo>
                  <a:pt x="351032" y="107906"/>
                </a:lnTo>
                <a:lnTo>
                  <a:pt x="347651" y="100714"/>
                </a:lnTo>
                <a:lnTo>
                  <a:pt x="343406" y="94714"/>
                </a:lnTo>
                <a:lnTo>
                  <a:pt x="52770" y="94714"/>
                </a:lnTo>
                <a:lnTo>
                  <a:pt x="93533" y="37103"/>
                </a:lnTo>
                <a:lnTo>
                  <a:pt x="96914" y="29911"/>
                </a:lnTo>
                <a:lnTo>
                  <a:pt x="98041" y="21732"/>
                </a:lnTo>
                <a:lnTo>
                  <a:pt x="96914" y="13552"/>
                </a:lnTo>
                <a:lnTo>
                  <a:pt x="93533" y="6361"/>
                </a:lnTo>
                <a:lnTo>
                  <a:pt x="88449" y="1590"/>
                </a:lnTo>
                <a:lnTo>
                  <a:pt x="82663" y="0"/>
                </a:lnTo>
                <a:close/>
              </a:path>
              <a:path w="352425" h="233045">
                <a:moveTo>
                  <a:pt x="342894" y="138179"/>
                </a:moveTo>
                <a:lnTo>
                  <a:pt x="299380" y="138179"/>
                </a:lnTo>
                <a:lnTo>
                  <a:pt x="258617" y="195789"/>
                </a:lnTo>
                <a:lnTo>
                  <a:pt x="255236" y="202981"/>
                </a:lnTo>
                <a:lnTo>
                  <a:pt x="254110" y="211161"/>
                </a:lnTo>
                <a:lnTo>
                  <a:pt x="255236" y="219340"/>
                </a:lnTo>
                <a:lnTo>
                  <a:pt x="258617" y="226532"/>
                </a:lnTo>
                <a:lnTo>
                  <a:pt x="263701" y="231303"/>
                </a:lnTo>
                <a:lnTo>
                  <a:pt x="269487" y="232893"/>
                </a:lnTo>
                <a:lnTo>
                  <a:pt x="275275" y="231303"/>
                </a:lnTo>
                <a:lnTo>
                  <a:pt x="280365" y="226532"/>
                </a:lnTo>
                <a:lnTo>
                  <a:pt x="342894" y="138179"/>
                </a:lnTo>
                <a:close/>
              </a:path>
              <a:path w="352425" h="233045">
                <a:moveTo>
                  <a:pt x="270010" y="0"/>
                </a:moveTo>
                <a:lnTo>
                  <a:pt x="264221" y="1590"/>
                </a:lnTo>
                <a:lnTo>
                  <a:pt x="259130" y="6361"/>
                </a:lnTo>
                <a:lnTo>
                  <a:pt x="255755" y="13552"/>
                </a:lnTo>
                <a:lnTo>
                  <a:pt x="254630" y="21732"/>
                </a:lnTo>
                <a:lnTo>
                  <a:pt x="255755" y="29911"/>
                </a:lnTo>
                <a:lnTo>
                  <a:pt x="259130" y="37103"/>
                </a:lnTo>
                <a:lnTo>
                  <a:pt x="299894" y="94714"/>
                </a:lnTo>
                <a:lnTo>
                  <a:pt x="343406" y="94714"/>
                </a:lnTo>
                <a:lnTo>
                  <a:pt x="280889" y="6361"/>
                </a:lnTo>
                <a:lnTo>
                  <a:pt x="275799" y="1590"/>
                </a:lnTo>
                <a:lnTo>
                  <a:pt x="270010" y="0"/>
                </a:lnTo>
                <a:close/>
              </a:path>
            </a:pathLst>
          </a:custGeom>
          <a:solidFill>
            <a:srgbClr val="838484"/>
          </a:solidFill>
        </p:spPr>
        <p:txBody>
          <a:bodyPr wrap="square" lIns="0" tIns="0" rIns="0" bIns="0" rtlCol="0"/>
          <a:lstStyle/>
          <a:p>
            <a:endParaRPr/>
          </a:p>
        </p:txBody>
      </p:sp>
      <p:sp>
        <p:nvSpPr>
          <p:cNvPr id="35" name="object 35"/>
          <p:cNvSpPr/>
          <p:nvPr/>
        </p:nvSpPr>
        <p:spPr>
          <a:xfrm>
            <a:off x="15474286" y="8134942"/>
            <a:ext cx="731069" cy="564810"/>
          </a:xfrm>
          <a:prstGeom prst="rect">
            <a:avLst/>
          </a:prstGeom>
          <a:blipFill>
            <a:blip r:embed="rId2" cstate="print"/>
            <a:stretch>
              <a:fillRect/>
            </a:stretch>
          </a:blipFill>
        </p:spPr>
        <p:txBody>
          <a:bodyPr wrap="square" lIns="0" tIns="0" rIns="0" bIns="0" rtlCol="0"/>
          <a:lstStyle/>
          <a:p>
            <a:endParaRPr/>
          </a:p>
        </p:txBody>
      </p:sp>
      <p:sp>
        <p:nvSpPr>
          <p:cNvPr id="36" name="object 36"/>
          <p:cNvSpPr/>
          <p:nvPr/>
        </p:nvSpPr>
        <p:spPr>
          <a:xfrm>
            <a:off x="7971738" y="8134942"/>
            <a:ext cx="731069" cy="564810"/>
          </a:xfrm>
          <a:prstGeom prst="rect">
            <a:avLst/>
          </a:prstGeom>
          <a:blipFill>
            <a:blip r:embed="rId2" cstate="print"/>
            <a:stretch>
              <a:fillRect/>
            </a:stretch>
          </a:blipFill>
        </p:spPr>
        <p:txBody>
          <a:bodyPr wrap="square" lIns="0" tIns="0" rIns="0" bIns="0" rtlCol="0"/>
          <a:lstStyle/>
          <a:p>
            <a:endParaRPr/>
          </a:p>
        </p:txBody>
      </p:sp>
      <p:sp>
        <p:nvSpPr>
          <p:cNvPr id="37" name="object 37"/>
          <p:cNvSpPr/>
          <p:nvPr/>
        </p:nvSpPr>
        <p:spPr>
          <a:xfrm>
            <a:off x="16590275" y="8175163"/>
            <a:ext cx="774296" cy="442454"/>
          </a:xfrm>
          <a:prstGeom prst="rect">
            <a:avLst/>
          </a:prstGeom>
          <a:blipFill>
            <a:blip r:embed="rId3" cstate="print"/>
            <a:stretch>
              <a:fillRect/>
            </a:stretch>
          </a:blipFill>
        </p:spPr>
        <p:txBody>
          <a:bodyPr wrap="square" lIns="0" tIns="0" rIns="0" bIns="0" rtlCol="0"/>
          <a:lstStyle/>
          <a:p>
            <a:endParaRPr/>
          </a:p>
        </p:txBody>
      </p:sp>
      <p:sp>
        <p:nvSpPr>
          <p:cNvPr id="38" name="object 38"/>
          <p:cNvSpPr/>
          <p:nvPr/>
        </p:nvSpPr>
        <p:spPr>
          <a:xfrm>
            <a:off x="9836075" y="8175163"/>
            <a:ext cx="774296" cy="442454"/>
          </a:xfrm>
          <a:prstGeom prst="rect">
            <a:avLst/>
          </a:prstGeom>
          <a:blipFill>
            <a:blip r:embed="rId3" cstate="print"/>
            <a:stretch>
              <a:fillRect/>
            </a:stretch>
          </a:blipFill>
        </p:spPr>
        <p:txBody>
          <a:bodyPr wrap="square" lIns="0" tIns="0" rIns="0" bIns="0" rtlCol="0"/>
          <a:lstStyle/>
          <a:p>
            <a:endParaRPr/>
          </a:p>
        </p:txBody>
      </p:sp>
      <p:sp>
        <p:nvSpPr>
          <p:cNvPr id="39" name="object 39"/>
          <p:cNvSpPr/>
          <p:nvPr/>
        </p:nvSpPr>
        <p:spPr>
          <a:xfrm>
            <a:off x="14140349" y="8091682"/>
            <a:ext cx="1121269" cy="692768"/>
          </a:xfrm>
          <a:prstGeom prst="rect">
            <a:avLst/>
          </a:prstGeom>
          <a:blipFill>
            <a:blip r:embed="rId4" cstate="print"/>
            <a:stretch>
              <a:fillRect/>
            </a:stretch>
          </a:blipFill>
        </p:spPr>
        <p:txBody>
          <a:bodyPr wrap="square" lIns="0" tIns="0" rIns="0" bIns="0" rtlCol="0"/>
          <a:lstStyle/>
          <a:p>
            <a:endParaRPr/>
          </a:p>
        </p:txBody>
      </p:sp>
      <p:sp>
        <p:nvSpPr>
          <p:cNvPr id="40" name="object 40"/>
          <p:cNvSpPr/>
          <p:nvPr/>
        </p:nvSpPr>
        <p:spPr>
          <a:xfrm>
            <a:off x="11548540" y="8091682"/>
            <a:ext cx="1121269" cy="692768"/>
          </a:xfrm>
          <a:prstGeom prst="rect">
            <a:avLst/>
          </a:prstGeom>
          <a:blipFill>
            <a:blip r:embed="rId4" cstate="print"/>
            <a:stretch>
              <a:fillRect/>
            </a:stretch>
          </a:blipFill>
        </p:spPr>
        <p:txBody>
          <a:bodyPr wrap="square" lIns="0" tIns="0" rIns="0" bIns="0" rtlCol="0"/>
          <a:lstStyle/>
          <a:p>
            <a:endParaRPr/>
          </a:p>
        </p:txBody>
      </p:sp>
      <p:sp>
        <p:nvSpPr>
          <p:cNvPr id="41" name="object 41"/>
          <p:cNvSpPr txBox="1"/>
          <p:nvPr/>
        </p:nvSpPr>
        <p:spPr>
          <a:xfrm>
            <a:off x="7454947" y="9071060"/>
            <a:ext cx="5151755" cy="327025"/>
          </a:xfrm>
          <a:prstGeom prst="rect">
            <a:avLst/>
          </a:prstGeom>
        </p:spPr>
        <p:txBody>
          <a:bodyPr vert="horz" wrap="square" lIns="0" tIns="15875" rIns="0" bIns="0" rtlCol="0">
            <a:spAutoFit/>
          </a:bodyPr>
          <a:lstStyle/>
          <a:p>
            <a:pPr marL="12700">
              <a:lnSpc>
                <a:spcPct val="100000"/>
              </a:lnSpc>
              <a:spcBef>
                <a:spcPts val="125"/>
              </a:spcBef>
            </a:pPr>
            <a:r>
              <a:rPr sz="1950" b="1" spc="40" dirty="0">
                <a:solidFill>
                  <a:srgbClr val="093E5E"/>
                </a:solidFill>
                <a:latin typeface="Arial Narrow"/>
                <a:cs typeface="Arial Narrow"/>
              </a:rPr>
              <a:t>Decomposition </a:t>
            </a:r>
            <a:r>
              <a:rPr sz="1950" b="1" spc="55" dirty="0">
                <a:solidFill>
                  <a:srgbClr val="093E5E"/>
                </a:solidFill>
                <a:latin typeface="Arial Narrow"/>
                <a:cs typeface="Arial Narrow"/>
              </a:rPr>
              <a:t>| </a:t>
            </a:r>
            <a:r>
              <a:rPr sz="1950" b="1" spc="40" dirty="0">
                <a:solidFill>
                  <a:srgbClr val="093E5E"/>
                </a:solidFill>
                <a:latin typeface="Arial Narrow"/>
                <a:cs typeface="Arial Narrow"/>
              </a:rPr>
              <a:t>Micro </a:t>
            </a:r>
            <a:r>
              <a:rPr sz="1950" b="1" spc="5" dirty="0">
                <a:solidFill>
                  <a:srgbClr val="093E5E"/>
                </a:solidFill>
                <a:latin typeface="Arial Narrow"/>
                <a:cs typeface="Arial Narrow"/>
              </a:rPr>
              <a:t>Services </a:t>
            </a:r>
            <a:r>
              <a:rPr sz="1950" b="1" spc="55" dirty="0">
                <a:solidFill>
                  <a:srgbClr val="093E5E"/>
                </a:solidFill>
                <a:latin typeface="Arial Narrow"/>
                <a:cs typeface="Arial Narrow"/>
              </a:rPr>
              <a:t>|</a:t>
            </a:r>
            <a:r>
              <a:rPr sz="1950" b="1" spc="-10" dirty="0">
                <a:solidFill>
                  <a:srgbClr val="093E5E"/>
                </a:solidFill>
                <a:latin typeface="Arial Narrow"/>
                <a:cs typeface="Arial Narrow"/>
              </a:rPr>
              <a:t> </a:t>
            </a:r>
            <a:r>
              <a:rPr sz="1950" b="1" spc="45" dirty="0">
                <a:solidFill>
                  <a:srgbClr val="093E5E"/>
                </a:solidFill>
                <a:latin typeface="Arial Narrow"/>
                <a:cs typeface="Arial Narrow"/>
              </a:rPr>
              <a:t>Containerization</a:t>
            </a:r>
            <a:endParaRPr sz="1950">
              <a:latin typeface="Arial Narrow"/>
              <a:cs typeface="Arial Narrow"/>
            </a:endParaRPr>
          </a:p>
        </p:txBody>
      </p:sp>
      <p:sp>
        <p:nvSpPr>
          <p:cNvPr id="42" name="object 42"/>
          <p:cNvSpPr/>
          <p:nvPr/>
        </p:nvSpPr>
        <p:spPr>
          <a:xfrm>
            <a:off x="12763041" y="9035826"/>
            <a:ext cx="480146" cy="410124"/>
          </a:xfrm>
          <a:prstGeom prst="rect">
            <a:avLst/>
          </a:prstGeom>
          <a:blipFill>
            <a:blip r:embed="rId5" cstate="print"/>
            <a:stretch>
              <a:fillRect/>
            </a:stretch>
          </a:blipFill>
        </p:spPr>
        <p:txBody>
          <a:bodyPr wrap="square" lIns="0" tIns="0" rIns="0" bIns="0" rtlCol="0"/>
          <a:lstStyle/>
          <a:p>
            <a:endParaRPr/>
          </a:p>
        </p:txBody>
      </p:sp>
      <p:sp>
        <p:nvSpPr>
          <p:cNvPr id="43" name="object 43"/>
          <p:cNvSpPr/>
          <p:nvPr/>
        </p:nvSpPr>
        <p:spPr>
          <a:xfrm>
            <a:off x="2466089" y="9256506"/>
            <a:ext cx="4846320" cy="0"/>
          </a:xfrm>
          <a:custGeom>
            <a:avLst/>
            <a:gdLst/>
            <a:ahLst/>
            <a:cxnLst/>
            <a:rect l="l" t="t" r="r" b="b"/>
            <a:pathLst>
              <a:path w="4846320">
                <a:moveTo>
                  <a:pt x="4846260" y="0"/>
                </a:moveTo>
                <a:lnTo>
                  <a:pt x="0" y="0"/>
                </a:lnTo>
              </a:path>
            </a:pathLst>
          </a:custGeom>
          <a:ln w="37695">
            <a:solidFill>
              <a:srgbClr val="838484"/>
            </a:solidFill>
          </a:ln>
        </p:spPr>
        <p:txBody>
          <a:bodyPr wrap="square" lIns="0" tIns="0" rIns="0" bIns="0" rtlCol="0"/>
          <a:lstStyle/>
          <a:p>
            <a:endParaRPr/>
          </a:p>
        </p:txBody>
      </p:sp>
      <p:sp>
        <p:nvSpPr>
          <p:cNvPr id="44" name="object 44"/>
          <p:cNvSpPr/>
          <p:nvPr/>
        </p:nvSpPr>
        <p:spPr>
          <a:xfrm>
            <a:off x="13371236" y="9256506"/>
            <a:ext cx="4232275" cy="0"/>
          </a:xfrm>
          <a:custGeom>
            <a:avLst/>
            <a:gdLst/>
            <a:ahLst/>
            <a:cxnLst/>
            <a:rect l="l" t="t" r="r" b="b"/>
            <a:pathLst>
              <a:path w="4232275">
                <a:moveTo>
                  <a:pt x="4231693" y="0"/>
                </a:moveTo>
                <a:lnTo>
                  <a:pt x="0" y="0"/>
                </a:lnTo>
              </a:path>
            </a:pathLst>
          </a:custGeom>
          <a:ln w="37695">
            <a:solidFill>
              <a:srgbClr val="838484"/>
            </a:solidFill>
          </a:ln>
        </p:spPr>
        <p:txBody>
          <a:bodyPr wrap="square" lIns="0" tIns="0" rIns="0" bIns="0" rtlCol="0"/>
          <a:lstStyle/>
          <a:p>
            <a:endParaRPr/>
          </a:p>
        </p:txBody>
      </p:sp>
      <p:sp>
        <p:nvSpPr>
          <p:cNvPr id="45" name="object 45"/>
          <p:cNvSpPr/>
          <p:nvPr/>
        </p:nvSpPr>
        <p:spPr>
          <a:xfrm>
            <a:off x="2476462" y="9132005"/>
            <a:ext cx="0" cy="249554"/>
          </a:xfrm>
          <a:custGeom>
            <a:avLst/>
            <a:gdLst/>
            <a:ahLst/>
            <a:cxnLst/>
            <a:rect l="l" t="t" r="r" b="b"/>
            <a:pathLst>
              <a:path h="249554">
                <a:moveTo>
                  <a:pt x="0" y="0"/>
                </a:moveTo>
                <a:lnTo>
                  <a:pt x="0" y="248997"/>
                </a:lnTo>
              </a:path>
            </a:pathLst>
          </a:custGeom>
          <a:ln w="37695">
            <a:solidFill>
              <a:srgbClr val="838484"/>
            </a:solidFill>
          </a:ln>
        </p:spPr>
        <p:txBody>
          <a:bodyPr wrap="square" lIns="0" tIns="0" rIns="0" bIns="0" rtlCol="0"/>
          <a:lstStyle/>
          <a:p>
            <a:endParaRPr/>
          </a:p>
        </p:txBody>
      </p:sp>
      <p:sp>
        <p:nvSpPr>
          <p:cNvPr id="46" name="object 46"/>
          <p:cNvSpPr/>
          <p:nvPr/>
        </p:nvSpPr>
        <p:spPr>
          <a:xfrm>
            <a:off x="17602928" y="9132005"/>
            <a:ext cx="0" cy="249554"/>
          </a:xfrm>
          <a:custGeom>
            <a:avLst/>
            <a:gdLst/>
            <a:ahLst/>
            <a:cxnLst/>
            <a:rect l="l" t="t" r="r" b="b"/>
            <a:pathLst>
              <a:path h="249554">
                <a:moveTo>
                  <a:pt x="0" y="0"/>
                </a:moveTo>
                <a:lnTo>
                  <a:pt x="0" y="248997"/>
                </a:lnTo>
              </a:path>
            </a:pathLst>
          </a:custGeom>
          <a:ln w="37695">
            <a:solidFill>
              <a:srgbClr val="838484"/>
            </a:solidFill>
          </a:ln>
        </p:spPr>
        <p:txBody>
          <a:bodyPr wrap="square" lIns="0" tIns="0" rIns="0" bIns="0" rtlCol="0"/>
          <a:lstStyle/>
          <a:p>
            <a:endParaRPr/>
          </a:p>
        </p:txBody>
      </p:sp>
      <p:sp>
        <p:nvSpPr>
          <p:cNvPr id="47" name="object 47"/>
          <p:cNvSpPr/>
          <p:nvPr/>
        </p:nvSpPr>
        <p:spPr>
          <a:xfrm>
            <a:off x="15362798" y="6739628"/>
            <a:ext cx="705486" cy="705486"/>
          </a:xfrm>
          <a:prstGeom prst="rect">
            <a:avLst/>
          </a:prstGeom>
          <a:blipFill>
            <a:blip r:embed="rId6" cstate="print"/>
            <a:stretch>
              <a:fillRect/>
            </a:stretch>
          </a:blipFill>
        </p:spPr>
        <p:txBody>
          <a:bodyPr wrap="square" lIns="0" tIns="0" rIns="0" bIns="0" rtlCol="0"/>
          <a:lstStyle/>
          <a:p>
            <a:endParaRPr/>
          </a:p>
        </p:txBody>
      </p:sp>
      <p:sp>
        <p:nvSpPr>
          <p:cNvPr id="48" name="object 48"/>
          <p:cNvSpPr/>
          <p:nvPr/>
        </p:nvSpPr>
        <p:spPr>
          <a:xfrm>
            <a:off x="15638623" y="6077357"/>
            <a:ext cx="1870267" cy="532766"/>
          </a:xfrm>
          <a:prstGeom prst="rect">
            <a:avLst/>
          </a:prstGeom>
          <a:blipFill>
            <a:blip r:embed="rId7" cstate="print"/>
            <a:stretch>
              <a:fillRect/>
            </a:stretch>
          </a:blipFill>
        </p:spPr>
        <p:txBody>
          <a:bodyPr wrap="square" lIns="0" tIns="0" rIns="0" bIns="0" rtlCol="0"/>
          <a:lstStyle/>
          <a:p>
            <a:endParaRPr/>
          </a:p>
        </p:txBody>
      </p:sp>
      <p:sp>
        <p:nvSpPr>
          <p:cNvPr id="49" name="object 49"/>
          <p:cNvSpPr/>
          <p:nvPr/>
        </p:nvSpPr>
        <p:spPr>
          <a:xfrm>
            <a:off x="16236884" y="6834158"/>
            <a:ext cx="1076606" cy="516430"/>
          </a:xfrm>
          <a:prstGeom prst="rect">
            <a:avLst/>
          </a:prstGeom>
          <a:blipFill>
            <a:blip r:embed="rId8" cstate="print"/>
            <a:stretch>
              <a:fillRect/>
            </a:stretch>
          </a:blipFill>
        </p:spPr>
        <p:txBody>
          <a:bodyPr wrap="square" lIns="0" tIns="0" rIns="0" bIns="0" rtlCol="0"/>
          <a:lstStyle/>
          <a:p>
            <a:endParaRPr/>
          </a:p>
        </p:txBody>
      </p:sp>
      <p:sp>
        <p:nvSpPr>
          <p:cNvPr id="50" name="object 50"/>
          <p:cNvSpPr/>
          <p:nvPr/>
        </p:nvSpPr>
        <p:spPr>
          <a:xfrm>
            <a:off x="9117165" y="3197964"/>
            <a:ext cx="389890" cy="610235"/>
          </a:xfrm>
          <a:custGeom>
            <a:avLst/>
            <a:gdLst/>
            <a:ahLst/>
            <a:cxnLst/>
            <a:rect l="l" t="t" r="r" b="b"/>
            <a:pathLst>
              <a:path w="389890" h="610235">
                <a:moveTo>
                  <a:pt x="249144" y="0"/>
                </a:moveTo>
                <a:lnTo>
                  <a:pt x="204793" y="7174"/>
                </a:lnTo>
                <a:lnTo>
                  <a:pt x="166240" y="27141"/>
                </a:lnTo>
                <a:lnTo>
                  <a:pt x="135815" y="57569"/>
                </a:lnTo>
                <a:lnTo>
                  <a:pt x="115850" y="96125"/>
                </a:lnTo>
                <a:lnTo>
                  <a:pt x="108677" y="140477"/>
                </a:lnTo>
                <a:lnTo>
                  <a:pt x="108792" y="144362"/>
                </a:lnTo>
                <a:lnTo>
                  <a:pt x="102677" y="146393"/>
                </a:lnTo>
                <a:lnTo>
                  <a:pt x="53362" y="176287"/>
                </a:lnTo>
                <a:lnTo>
                  <a:pt x="24724" y="210095"/>
                </a:lnTo>
                <a:lnTo>
                  <a:pt x="6433" y="250441"/>
                </a:lnTo>
                <a:lnTo>
                  <a:pt x="0" y="294933"/>
                </a:lnTo>
                <a:lnTo>
                  <a:pt x="7642" y="343552"/>
                </a:lnTo>
                <a:lnTo>
                  <a:pt x="29207" y="386638"/>
                </a:lnTo>
                <a:lnTo>
                  <a:pt x="62652" y="421308"/>
                </a:lnTo>
                <a:lnTo>
                  <a:pt x="105933" y="444677"/>
                </a:lnTo>
                <a:lnTo>
                  <a:pt x="147115" y="453190"/>
                </a:lnTo>
                <a:lnTo>
                  <a:pt x="145582" y="460690"/>
                </a:lnTo>
                <a:lnTo>
                  <a:pt x="144414" y="468754"/>
                </a:lnTo>
                <a:lnTo>
                  <a:pt x="143670" y="477419"/>
                </a:lnTo>
                <a:lnTo>
                  <a:pt x="143409" y="486728"/>
                </a:lnTo>
                <a:lnTo>
                  <a:pt x="153098" y="534602"/>
                </a:lnTo>
                <a:lnTo>
                  <a:pt x="179505" y="573737"/>
                </a:lnTo>
                <a:lnTo>
                  <a:pt x="218637" y="600145"/>
                </a:lnTo>
                <a:lnTo>
                  <a:pt x="266504" y="609834"/>
                </a:lnTo>
                <a:lnTo>
                  <a:pt x="314376" y="600145"/>
                </a:lnTo>
                <a:lnTo>
                  <a:pt x="330399" y="589332"/>
                </a:lnTo>
                <a:lnTo>
                  <a:pt x="266504" y="589332"/>
                </a:lnTo>
                <a:lnTo>
                  <a:pt x="226607" y="581258"/>
                </a:lnTo>
                <a:lnTo>
                  <a:pt x="193992" y="559249"/>
                </a:lnTo>
                <a:lnTo>
                  <a:pt x="171985" y="526632"/>
                </a:lnTo>
                <a:lnTo>
                  <a:pt x="163911" y="486728"/>
                </a:lnTo>
                <a:lnTo>
                  <a:pt x="165829" y="463939"/>
                </a:lnTo>
                <a:lnTo>
                  <a:pt x="170733" y="445710"/>
                </a:lnTo>
                <a:lnTo>
                  <a:pt x="176456" y="432971"/>
                </a:lnTo>
                <a:lnTo>
                  <a:pt x="153712" y="432971"/>
                </a:lnTo>
                <a:lnTo>
                  <a:pt x="112750" y="425348"/>
                </a:lnTo>
                <a:lnTo>
                  <a:pt x="75061" y="404993"/>
                </a:lnTo>
                <a:lnTo>
                  <a:pt x="45937" y="374798"/>
                </a:lnTo>
                <a:lnTo>
                  <a:pt x="27157" y="337275"/>
                </a:lnTo>
                <a:lnTo>
                  <a:pt x="20501" y="294933"/>
                </a:lnTo>
                <a:lnTo>
                  <a:pt x="26105" y="256183"/>
                </a:lnTo>
                <a:lnTo>
                  <a:pt x="42036" y="221045"/>
                </a:lnTo>
                <a:lnTo>
                  <a:pt x="66977" y="191601"/>
                </a:lnTo>
                <a:lnTo>
                  <a:pt x="99609" y="169931"/>
                </a:lnTo>
                <a:lnTo>
                  <a:pt x="110844" y="165251"/>
                </a:lnTo>
                <a:lnTo>
                  <a:pt x="131852" y="165251"/>
                </a:lnTo>
                <a:lnTo>
                  <a:pt x="129976" y="154503"/>
                </a:lnTo>
                <a:lnTo>
                  <a:pt x="138622" y="93826"/>
                </a:lnTo>
                <a:lnTo>
                  <a:pt x="164357" y="55685"/>
                </a:lnTo>
                <a:lnTo>
                  <a:pt x="202494" y="29946"/>
                </a:lnTo>
                <a:lnTo>
                  <a:pt x="249144" y="20501"/>
                </a:lnTo>
                <a:lnTo>
                  <a:pt x="319221" y="20501"/>
                </a:lnTo>
                <a:lnTo>
                  <a:pt x="293489" y="7174"/>
                </a:lnTo>
                <a:lnTo>
                  <a:pt x="249144" y="0"/>
                </a:lnTo>
                <a:close/>
              </a:path>
              <a:path w="389890" h="610235">
                <a:moveTo>
                  <a:pt x="385014" y="454488"/>
                </a:moveTo>
                <a:lnTo>
                  <a:pt x="373695" y="454488"/>
                </a:lnTo>
                <a:lnTo>
                  <a:pt x="369098" y="459085"/>
                </a:lnTo>
                <a:lnTo>
                  <a:pt x="369098" y="486728"/>
                </a:lnTo>
                <a:lnTo>
                  <a:pt x="361024" y="526632"/>
                </a:lnTo>
                <a:lnTo>
                  <a:pt x="339017" y="559249"/>
                </a:lnTo>
                <a:lnTo>
                  <a:pt x="306402" y="581258"/>
                </a:lnTo>
                <a:lnTo>
                  <a:pt x="266504" y="589332"/>
                </a:lnTo>
                <a:lnTo>
                  <a:pt x="330399" y="589332"/>
                </a:lnTo>
                <a:lnTo>
                  <a:pt x="353508" y="573737"/>
                </a:lnTo>
                <a:lnTo>
                  <a:pt x="379913" y="534602"/>
                </a:lnTo>
                <a:lnTo>
                  <a:pt x="389600" y="486728"/>
                </a:lnTo>
                <a:lnTo>
                  <a:pt x="389600" y="459085"/>
                </a:lnTo>
                <a:lnTo>
                  <a:pt x="385014" y="454488"/>
                </a:lnTo>
                <a:close/>
              </a:path>
              <a:path w="389890" h="610235">
                <a:moveTo>
                  <a:pt x="178622" y="397213"/>
                </a:moveTo>
                <a:lnTo>
                  <a:pt x="172340" y="398846"/>
                </a:lnTo>
                <a:lnTo>
                  <a:pt x="169471" y="403725"/>
                </a:lnTo>
                <a:lnTo>
                  <a:pt x="163616" y="413562"/>
                </a:lnTo>
                <a:lnTo>
                  <a:pt x="160280" y="419451"/>
                </a:lnTo>
                <a:lnTo>
                  <a:pt x="156940" y="425896"/>
                </a:lnTo>
                <a:lnTo>
                  <a:pt x="153712" y="432971"/>
                </a:lnTo>
                <a:lnTo>
                  <a:pt x="176456" y="432971"/>
                </a:lnTo>
                <a:lnTo>
                  <a:pt x="177348" y="430985"/>
                </a:lnTo>
                <a:lnTo>
                  <a:pt x="184402" y="418709"/>
                </a:lnTo>
                <a:lnTo>
                  <a:pt x="187146" y="414113"/>
                </a:lnTo>
                <a:lnTo>
                  <a:pt x="190015" y="409212"/>
                </a:lnTo>
                <a:lnTo>
                  <a:pt x="188381" y="402940"/>
                </a:lnTo>
                <a:lnTo>
                  <a:pt x="178622" y="397213"/>
                </a:lnTo>
                <a:close/>
              </a:path>
              <a:path w="389890" h="610235">
                <a:moveTo>
                  <a:pt x="131852" y="165251"/>
                </a:moveTo>
                <a:lnTo>
                  <a:pt x="110844" y="165251"/>
                </a:lnTo>
                <a:lnTo>
                  <a:pt x="112952" y="175083"/>
                </a:lnTo>
                <a:lnTo>
                  <a:pt x="132236" y="210527"/>
                </a:lnTo>
                <a:lnTo>
                  <a:pt x="142351" y="205449"/>
                </a:lnTo>
                <a:lnTo>
                  <a:pt x="144393" y="199281"/>
                </a:lnTo>
                <a:lnTo>
                  <a:pt x="141830" y="194181"/>
                </a:lnTo>
                <a:lnTo>
                  <a:pt x="136322" y="181423"/>
                </a:lnTo>
                <a:lnTo>
                  <a:pt x="132361" y="168167"/>
                </a:lnTo>
                <a:lnTo>
                  <a:pt x="131852" y="165251"/>
                </a:lnTo>
                <a:close/>
              </a:path>
              <a:path w="389890" h="610235">
                <a:moveTo>
                  <a:pt x="319221" y="20501"/>
                </a:moveTo>
                <a:lnTo>
                  <a:pt x="249144" y="20501"/>
                </a:lnTo>
                <a:lnTo>
                  <a:pt x="295791" y="29946"/>
                </a:lnTo>
                <a:lnTo>
                  <a:pt x="333925" y="55685"/>
                </a:lnTo>
                <a:lnTo>
                  <a:pt x="359657" y="93826"/>
                </a:lnTo>
                <a:lnTo>
                  <a:pt x="369098" y="140477"/>
                </a:lnTo>
                <a:lnTo>
                  <a:pt x="369098" y="146142"/>
                </a:lnTo>
                <a:lnTo>
                  <a:pt x="373695" y="150728"/>
                </a:lnTo>
                <a:lnTo>
                  <a:pt x="385014" y="150728"/>
                </a:lnTo>
                <a:lnTo>
                  <a:pt x="389600" y="146142"/>
                </a:lnTo>
                <a:lnTo>
                  <a:pt x="389600" y="140477"/>
                </a:lnTo>
                <a:lnTo>
                  <a:pt x="382427" y="96125"/>
                </a:lnTo>
                <a:lnTo>
                  <a:pt x="362463" y="57569"/>
                </a:lnTo>
                <a:lnTo>
                  <a:pt x="332040" y="27141"/>
                </a:lnTo>
                <a:lnTo>
                  <a:pt x="319221" y="20501"/>
                </a:lnTo>
                <a:close/>
              </a:path>
            </a:pathLst>
          </a:custGeom>
          <a:solidFill>
            <a:srgbClr val="838484"/>
          </a:solidFill>
        </p:spPr>
        <p:txBody>
          <a:bodyPr wrap="square" lIns="0" tIns="0" rIns="0" bIns="0" rtlCol="0"/>
          <a:lstStyle/>
          <a:p>
            <a:endParaRPr/>
          </a:p>
        </p:txBody>
      </p:sp>
      <p:sp>
        <p:nvSpPr>
          <p:cNvPr id="51" name="object 51"/>
          <p:cNvSpPr/>
          <p:nvPr/>
        </p:nvSpPr>
        <p:spPr>
          <a:xfrm>
            <a:off x="9496414" y="3341141"/>
            <a:ext cx="1905" cy="325120"/>
          </a:xfrm>
          <a:custGeom>
            <a:avLst/>
            <a:gdLst/>
            <a:ahLst/>
            <a:cxnLst/>
            <a:rect l="l" t="t" r="r" b="b"/>
            <a:pathLst>
              <a:path w="1904" h="325120">
                <a:moveTo>
                  <a:pt x="1727" y="0"/>
                </a:moveTo>
                <a:lnTo>
                  <a:pt x="0" y="325068"/>
                </a:lnTo>
              </a:path>
            </a:pathLst>
          </a:custGeom>
          <a:ln w="18847">
            <a:solidFill>
              <a:srgbClr val="838484"/>
            </a:solidFill>
          </a:ln>
        </p:spPr>
        <p:txBody>
          <a:bodyPr wrap="square" lIns="0" tIns="0" rIns="0" bIns="0" rtlCol="0"/>
          <a:lstStyle/>
          <a:p>
            <a:endParaRPr/>
          </a:p>
        </p:txBody>
      </p:sp>
      <p:sp>
        <p:nvSpPr>
          <p:cNvPr id="52" name="object 52"/>
          <p:cNvSpPr/>
          <p:nvPr/>
        </p:nvSpPr>
        <p:spPr>
          <a:xfrm>
            <a:off x="14307380" y="6891584"/>
            <a:ext cx="469265" cy="532130"/>
          </a:xfrm>
          <a:custGeom>
            <a:avLst/>
            <a:gdLst/>
            <a:ahLst/>
            <a:cxnLst/>
            <a:rect l="l" t="t" r="r" b="b"/>
            <a:pathLst>
              <a:path w="469265" h="532129">
                <a:moveTo>
                  <a:pt x="468729" y="0"/>
                </a:moveTo>
                <a:lnTo>
                  <a:pt x="0" y="0"/>
                </a:lnTo>
                <a:lnTo>
                  <a:pt x="42647" y="478456"/>
                </a:lnTo>
                <a:lnTo>
                  <a:pt x="234076" y="531596"/>
                </a:lnTo>
                <a:lnTo>
                  <a:pt x="426028" y="478383"/>
                </a:lnTo>
                <a:lnTo>
                  <a:pt x="468729" y="0"/>
                </a:lnTo>
                <a:close/>
              </a:path>
            </a:pathLst>
          </a:custGeom>
          <a:solidFill>
            <a:srgbClr val="435BA9"/>
          </a:solidFill>
        </p:spPr>
        <p:txBody>
          <a:bodyPr wrap="square" lIns="0" tIns="0" rIns="0" bIns="0" rtlCol="0"/>
          <a:lstStyle/>
          <a:p>
            <a:endParaRPr/>
          </a:p>
        </p:txBody>
      </p:sp>
      <p:sp>
        <p:nvSpPr>
          <p:cNvPr id="53" name="object 53"/>
          <p:cNvSpPr/>
          <p:nvPr/>
        </p:nvSpPr>
        <p:spPr>
          <a:xfrm>
            <a:off x="14541743" y="6930701"/>
            <a:ext cx="191770" cy="452120"/>
          </a:xfrm>
          <a:custGeom>
            <a:avLst/>
            <a:gdLst/>
            <a:ahLst/>
            <a:cxnLst/>
            <a:rect l="l" t="t" r="r" b="b"/>
            <a:pathLst>
              <a:path w="191769" h="452120">
                <a:moveTo>
                  <a:pt x="191596" y="0"/>
                </a:moveTo>
                <a:lnTo>
                  <a:pt x="0" y="0"/>
                </a:lnTo>
                <a:lnTo>
                  <a:pt x="0" y="451797"/>
                </a:lnTo>
                <a:lnTo>
                  <a:pt x="155105" y="408804"/>
                </a:lnTo>
                <a:lnTo>
                  <a:pt x="191596" y="0"/>
                </a:lnTo>
                <a:close/>
              </a:path>
            </a:pathLst>
          </a:custGeom>
          <a:solidFill>
            <a:srgbClr val="4767B0"/>
          </a:solidFill>
        </p:spPr>
        <p:txBody>
          <a:bodyPr wrap="square" lIns="0" tIns="0" rIns="0" bIns="0" rtlCol="0"/>
          <a:lstStyle/>
          <a:p>
            <a:endParaRPr/>
          </a:p>
        </p:txBody>
      </p:sp>
      <p:sp>
        <p:nvSpPr>
          <p:cNvPr id="54" name="object 54"/>
          <p:cNvSpPr/>
          <p:nvPr/>
        </p:nvSpPr>
        <p:spPr>
          <a:xfrm>
            <a:off x="14405167" y="7108159"/>
            <a:ext cx="137160" cy="59055"/>
          </a:xfrm>
          <a:custGeom>
            <a:avLst/>
            <a:gdLst/>
            <a:ahLst/>
            <a:cxnLst/>
            <a:rect l="l" t="t" r="r" b="b"/>
            <a:pathLst>
              <a:path w="137159" h="59054">
                <a:moveTo>
                  <a:pt x="136571" y="0"/>
                </a:moveTo>
                <a:lnTo>
                  <a:pt x="0" y="0"/>
                </a:lnTo>
                <a:lnTo>
                  <a:pt x="5256" y="58678"/>
                </a:lnTo>
                <a:lnTo>
                  <a:pt x="136571" y="58678"/>
                </a:lnTo>
                <a:lnTo>
                  <a:pt x="136571" y="0"/>
                </a:lnTo>
                <a:close/>
              </a:path>
            </a:pathLst>
          </a:custGeom>
          <a:solidFill>
            <a:srgbClr val="EBEBEB"/>
          </a:solidFill>
        </p:spPr>
        <p:txBody>
          <a:bodyPr wrap="square" lIns="0" tIns="0" rIns="0" bIns="0" rtlCol="0"/>
          <a:lstStyle/>
          <a:p>
            <a:endParaRPr/>
          </a:p>
        </p:txBody>
      </p:sp>
      <p:sp>
        <p:nvSpPr>
          <p:cNvPr id="55" name="object 55"/>
          <p:cNvSpPr/>
          <p:nvPr/>
        </p:nvSpPr>
        <p:spPr>
          <a:xfrm>
            <a:off x="14394598" y="6989391"/>
            <a:ext cx="147320" cy="59055"/>
          </a:xfrm>
          <a:custGeom>
            <a:avLst/>
            <a:gdLst/>
            <a:ahLst/>
            <a:cxnLst/>
            <a:rect l="l" t="t" r="r" b="b"/>
            <a:pathLst>
              <a:path w="147319" h="59054">
                <a:moveTo>
                  <a:pt x="147147" y="0"/>
                </a:moveTo>
                <a:lnTo>
                  <a:pt x="0" y="0"/>
                </a:lnTo>
                <a:lnTo>
                  <a:pt x="5329" y="58678"/>
                </a:lnTo>
                <a:lnTo>
                  <a:pt x="147147" y="58678"/>
                </a:lnTo>
                <a:lnTo>
                  <a:pt x="147147" y="0"/>
                </a:lnTo>
                <a:close/>
              </a:path>
            </a:pathLst>
          </a:custGeom>
          <a:solidFill>
            <a:srgbClr val="EBEBEB"/>
          </a:solidFill>
        </p:spPr>
        <p:txBody>
          <a:bodyPr wrap="square" lIns="0" tIns="0" rIns="0" bIns="0" rtlCol="0"/>
          <a:lstStyle/>
          <a:p>
            <a:endParaRPr/>
          </a:p>
        </p:txBody>
      </p:sp>
      <p:sp>
        <p:nvSpPr>
          <p:cNvPr id="56" name="object 56"/>
          <p:cNvSpPr/>
          <p:nvPr/>
        </p:nvSpPr>
        <p:spPr>
          <a:xfrm>
            <a:off x="14413045" y="7196184"/>
            <a:ext cx="128697" cy="125504"/>
          </a:xfrm>
          <a:prstGeom prst="rect">
            <a:avLst/>
          </a:prstGeom>
          <a:blipFill>
            <a:blip r:embed="rId9" cstate="print"/>
            <a:stretch>
              <a:fillRect/>
            </a:stretch>
          </a:blipFill>
        </p:spPr>
        <p:txBody>
          <a:bodyPr wrap="square" lIns="0" tIns="0" rIns="0" bIns="0" rtlCol="0"/>
          <a:lstStyle/>
          <a:p>
            <a:endParaRPr/>
          </a:p>
        </p:txBody>
      </p:sp>
      <p:sp>
        <p:nvSpPr>
          <p:cNvPr id="57" name="object 57"/>
          <p:cNvSpPr/>
          <p:nvPr/>
        </p:nvSpPr>
        <p:spPr>
          <a:xfrm>
            <a:off x="14417688" y="6761562"/>
            <a:ext cx="241652" cy="90457"/>
          </a:xfrm>
          <a:prstGeom prst="rect">
            <a:avLst/>
          </a:prstGeom>
          <a:blipFill>
            <a:blip r:embed="rId10" cstate="print"/>
            <a:stretch>
              <a:fillRect/>
            </a:stretch>
          </a:blipFill>
        </p:spPr>
        <p:txBody>
          <a:bodyPr wrap="square" lIns="0" tIns="0" rIns="0" bIns="0" rtlCol="0"/>
          <a:lstStyle/>
          <a:p>
            <a:endParaRPr/>
          </a:p>
        </p:txBody>
      </p:sp>
      <p:sp>
        <p:nvSpPr>
          <p:cNvPr id="58" name="object 58"/>
          <p:cNvSpPr/>
          <p:nvPr/>
        </p:nvSpPr>
        <p:spPr>
          <a:xfrm>
            <a:off x="14541537" y="6989388"/>
            <a:ext cx="147320" cy="332740"/>
          </a:xfrm>
          <a:custGeom>
            <a:avLst/>
            <a:gdLst/>
            <a:ahLst/>
            <a:cxnLst/>
            <a:rect l="l" t="t" r="r" b="b"/>
            <a:pathLst>
              <a:path w="147319" h="332740">
                <a:moveTo>
                  <a:pt x="147000" y="0"/>
                </a:moveTo>
                <a:lnTo>
                  <a:pt x="0" y="0"/>
                </a:lnTo>
                <a:lnTo>
                  <a:pt x="0" y="58678"/>
                </a:lnTo>
                <a:lnTo>
                  <a:pt x="82688" y="58678"/>
                </a:lnTo>
                <a:lnTo>
                  <a:pt x="77348" y="118771"/>
                </a:lnTo>
                <a:lnTo>
                  <a:pt x="0" y="118771"/>
                </a:lnTo>
                <a:lnTo>
                  <a:pt x="0" y="177450"/>
                </a:lnTo>
                <a:lnTo>
                  <a:pt x="72259" y="177450"/>
                </a:lnTo>
                <a:lnTo>
                  <a:pt x="65453" y="253552"/>
                </a:lnTo>
                <a:lnTo>
                  <a:pt x="0" y="271216"/>
                </a:lnTo>
                <a:lnTo>
                  <a:pt x="0" y="332272"/>
                </a:lnTo>
                <a:lnTo>
                  <a:pt x="120300" y="298933"/>
                </a:lnTo>
                <a:lnTo>
                  <a:pt x="134969" y="134529"/>
                </a:lnTo>
                <a:lnTo>
                  <a:pt x="136404" y="118771"/>
                </a:lnTo>
                <a:lnTo>
                  <a:pt x="147000" y="0"/>
                </a:lnTo>
                <a:close/>
              </a:path>
            </a:pathLst>
          </a:custGeom>
          <a:solidFill>
            <a:srgbClr val="FFFFFF"/>
          </a:solidFill>
        </p:spPr>
        <p:txBody>
          <a:bodyPr wrap="square" lIns="0" tIns="0" rIns="0" bIns="0" rtlCol="0"/>
          <a:lstStyle/>
          <a:p>
            <a:endParaRPr/>
          </a:p>
        </p:txBody>
      </p:sp>
      <p:sp>
        <p:nvSpPr>
          <p:cNvPr id="59" name="object 59"/>
          <p:cNvSpPr/>
          <p:nvPr/>
        </p:nvSpPr>
        <p:spPr>
          <a:xfrm>
            <a:off x="14861189" y="6891589"/>
            <a:ext cx="469265" cy="532130"/>
          </a:xfrm>
          <a:custGeom>
            <a:avLst/>
            <a:gdLst/>
            <a:ahLst/>
            <a:cxnLst/>
            <a:rect l="l" t="t" r="r" b="b"/>
            <a:pathLst>
              <a:path w="469265" h="532129">
                <a:moveTo>
                  <a:pt x="468729" y="0"/>
                </a:moveTo>
                <a:lnTo>
                  <a:pt x="0" y="0"/>
                </a:lnTo>
                <a:lnTo>
                  <a:pt x="42658" y="478446"/>
                </a:lnTo>
                <a:lnTo>
                  <a:pt x="234076" y="531596"/>
                </a:lnTo>
                <a:lnTo>
                  <a:pt x="426028" y="478383"/>
                </a:lnTo>
                <a:lnTo>
                  <a:pt x="468729" y="0"/>
                </a:lnTo>
                <a:close/>
              </a:path>
            </a:pathLst>
          </a:custGeom>
          <a:solidFill>
            <a:srgbClr val="E34F26"/>
          </a:solidFill>
        </p:spPr>
        <p:txBody>
          <a:bodyPr wrap="square" lIns="0" tIns="0" rIns="0" bIns="0" rtlCol="0"/>
          <a:lstStyle/>
          <a:p>
            <a:endParaRPr/>
          </a:p>
        </p:txBody>
      </p:sp>
      <p:sp>
        <p:nvSpPr>
          <p:cNvPr id="60" name="object 60"/>
          <p:cNvSpPr/>
          <p:nvPr/>
        </p:nvSpPr>
        <p:spPr>
          <a:xfrm>
            <a:off x="15095549" y="6930706"/>
            <a:ext cx="191770" cy="452120"/>
          </a:xfrm>
          <a:custGeom>
            <a:avLst/>
            <a:gdLst/>
            <a:ahLst/>
            <a:cxnLst/>
            <a:rect l="l" t="t" r="r" b="b"/>
            <a:pathLst>
              <a:path w="191769" h="452120">
                <a:moveTo>
                  <a:pt x="191596" y="0"/>
                </a:moveTo>
                <a:lnTo>
                  <a:pt x="0" y="0"/>
                </a:lnTo>
                <a:lnTo>
                  <a:pt x="0" y="451797"/>
                </a:lnTo>
                <a:lnTo>
                  <a:pt x="155105" y="408804"/>
                </a:lnTo>
                <a:lnTo>
                  <a:pt x="191596" y="0"/>
                </a:lnTo>
                <a:close/>
              </a:path>
            </a:pathLst>
          </a:custGeom>
          <a:solidFill>
            <a:srgbClr val="F1672A"/>
          </a:solidFill>
        </p:spPr>
        <p:txBody>
          <a:bodyPr wrap="square" lIns="0" tIns="0" rIns="0" bIns="0" rtlCol="0"/>
          <a:lstStyle/>
          <a:p>
            <a:endParaRPr/>
          </a:p>
        </p:txBody>
      </p:sp>
      <p:sp>
        <p:nvSpPr>
          <p:cNvPr id="61" name="object 61"/>
          <p:cNvSpPr/>
          <p:nvPr/>
        </p:nvSpPr>
        <p:spPr>
          <a:xfrm>
            <a:off x="14948405" y="6989391"/>
            <a:ext cx="147320" cy="177800"/>
          </a:xfrm>
          <a:custGeom>
            <a:avLst/>
            <a:gdLst/>
            <a:ahLst/>
            <a:cxnLst/>
            <a:rect l="l" t="t" r="r" b="b"/>
            <a:pathLst>
              <a:path w="147319" h="177800">
                <a:moveTo>
                  <a:pt x="147147" y="0"/>
                </a:moveTo>
                <a:lnTo>
                  <a:pt x="0" y="0"/>
                </a:lnTo>
                <a:lnTo>
                  <a:pt x="15831" y="177450"/>
                </a:lnTo>
                <a:lnTo>
                  <a:pt x="147147" y="177450"/>
                </a:lnTo>
                <a:lnTo>
                  <a:pt x="147147" y="118771"/>
                </a:lnTo>
                <a:lnTo>
                  <a:pt x="69495" y="118771"/>
                </a:lnTo>
                <a:lnTo>
                  <a:pt x="64134" y="58678"/>
                </a:lnTo>
                <a:lnTo>
                  <a:pt x="147147" y="58678"/>
                </a:lnTo>
                <a:lnTo>
                  <a:pt x="147147" y="0"/>
                </a:lnTo>
                <a:close/>
              </a:path>
            </a:pathLst>
          </a:custGeom>
          <a:solidFill>
            <a:srgbClr val="EBEBEB"/>
          </a:solidFill>
        </p:spPr>
        <p:txBody>
          <a:bodyPr wrap="square" lIns="0" tIns="0" rIns="0" bIns="0" rtlCol="0"/>
          <a:lstStyle/>
          <a:p>
            <a:endParaRPr/>
          </a:p>
        </p:txBody>
      </p:sp>
      <p:sp>
        <p:nvSpPr>
          <p:cNvPr id="62" name="object 62"/>
          <p:cNvSpPr/>
          <p:nvPr/>
        </p:nvSpPr>
        <p:spPr>
          <a:xfrm>
            <a:off x="14966856" y="7196180"/>
            <a:ext cx="128905" cy="125730"/>
          </a:xfrm>
          <a:custGeom>
            <a:avLst/>
            <a:gdLst/>
            <a:ahLst/>
            <a:cxnLst/>
            <a:rect l="l" t="t" r="r" b="b"/>
            <a:pathLst>
              <a:path w="128905" h="125729">
                <a:moveTo>
                  <a:pt x="58909" y="0"/>
                </a:moveTo>
                <a:lnTo>
                  <a:pt x="0" y="0"/>
                </a:lnTo>
                <a:lnTo>
                  <a:pt x="8219" y="92133"/>
                </a:lnTo>
                <a:lnTo>
                  <a:pt x="128425" y="125504"/>
                </a:lnTo>
                <a:lnTo>
                  <a:pt x="128697" y="125430"/>
                </a:lnTo>
                <a:lnTo>
                  <a:pt x="128697" y="64448"/>
                </a:lnTo>
                <a:lnTo>
                  <a:pt x="128435" y="64448"/>
                </a:lnTo>
                <a:lnTo>
                  <a:pt x="63087" y="46804"/>
                </a:lnTo>
                <a:lnTo>
                  <a:pt x="58909" y="0"/>
                </a:lnTo>
                <a:close/>
              </a:path>
              <a:path w="128905" h="125729">
                <a:moveTo>
                  <a:pt x="128697" y="64375"/>
                </a:moveTo>
                <a:lnTo>
                  <a:pt x="128435" y="64448"/>
                </a:lnTo>
                <a:lnTo>
                  <a:pt x="128697" y="64448"/>
                </a:lnTo>
                <a:close/>
              </a:path>
            </a:pathLst>
          </a:custGeom>
          <a:solidFill>
            <a:srgbClr val="EBEBEB"/>
          </a:solidFill>
        </p:spPr>
        <p:txBody>
          <a:bodyPr wrap="square" lIns="0" tIns="0" rIns="0" bIns="0" rtlCol="0"/>
          <a:lstStyle/>
          <a:p>
            <a:endParaRPr/>
          </a:p>
        </p:txBody>
      </p:sp>
      <p:sp>
        <p:nvSpPr>
          <p:cNvPr id="63" name="object 63"/>
          <p:cNvSpPr/>
          <p:nvPr/>
        </p:nvSpPr>
        <p:spPr>
          <a:xfrm>
            <a:off x="14904800" y="6761558"/>
            <a:ext cx="382334" cy="89226"/>
          </a:xfrm>
          <a:prstGeom prst="rect">
            <a:avLst/>
          </a:prstGeom>
          <a:blipFill>
            <a:blip r:embed="rId11" cstate="print"/>
            <a:stretch>
              <a:fillRect/>
            </a:stretch>
          </a:blipFill>
        </p:spPr>
        <p:txBody>
          <a:bodyPr wrap="square" lIns="0" tIns="0" rIns="0" bIns="0" rtlCol="0"/>
          <a:lstStyle/>
          <a:p>
            <a:endParaRPr/>
          </a:p>
        </p:txBody>
      </p:sp>
      <p:sp>
        <p:nvSpPr>
          <p:cNvPr id="64" name="object 64"/>
          <p:cNvSpPr/>
          <p:nvPr/>
        </p:nvSpPr>
        <p:spPr>
          <a:xfrm>
            <a:off x="15095351" y="7108159"/>
            <a:ext cx="136525" cy="213995"/>
          </a:xfrm>
          <a:custGeom>
            <a:avLst/>
            <a:gdLst/>
            <a:ahLst/>
            <a:cxnLst/>
            <a:rect l="l" t="t" r="r" b="b"/>
            <a:pathLst>
              <a:path w="136525" h="213995">
                <a:moveTo>
                  <a:pt x="136393" y="0"/>
                </a:moveTo>
                <a:lnTo>
                  <a:pt x="0" y="0"/>
                </a:lnTo>
                <a:lnTo>
                  <a:pt x="0" y="58678"/>
                </a:lnTo>
                <a:lnTo>
                  <a:pt x="72259" y="58678"/>
                </a:lnTo>
                <a:lnTo>
                  <a:pt x="65443" y="134781"/>
                </a:lnTo>
                <a:lnTo>
                  <a:pt x="0" y="152445"/>
                </a:lnTo>
                <a:lnTo>
                  <a:pt x="0" y="213501"/>
                </a:lnTo>
                <a:lnTo>
                  <a:pt x="120300" y="180162"/>
                </a:lnTo>
                <a:lnTo>
                  <a:pt x="134969" y="15758"/>
                </a:lnTo>
                <a:lnTo>
                  <a:pt x="136393" y="0"/>
                </a:lnTo>
                <a:close/>
              </a:path>
            </a:pathLst>
          </a:custGeom>
          <a:solidFill>
            <a:srgbClr val="FFFFFF"/>
          </a:solidFill>
        </p:spPr>
        <p:txBody>
          <a:bodyPr wrap="square" lIns="0" tIns="0" rIns="0" bIns="0" rtlCol="0"/>
          <a:lstStyle/>
          <a:p>
            <a:endParaRPr/>
          </a:p>
        </p:txBody>
      </p:sp>
      <p:sp>
        <p:nvSpPr>
          <p:cNvPr id="65" name="object 65"/>
          <p:cNvSpPr/>
          <p:nvPr/>
        </p:nvSpPr>
        <p:spPr>
          <a:xfrm>
            <a:off x="15095351" y="6989394"/>
            <a:ext cx="147320" cy="59055"/>
          </a:xfrm>
          <a:custGeom>
            <a:avLst/>
            <a:gdLst/>
            <a:ahLst/>
            <a:cxnLst/>
            <a:rect l="l" t="t" r="r" b="b"/>
            <a:pathLst>
              <a:path w="147319" h="59054">
                <a:moveTo>
                  <a:pt x="146990" y="0"/>
                </a:moveTo>
                <a:lnTo>
                  <a:pt x="0" y="0"/>
                </a:lnTo>
                <a:lnTo>
                  <a:pt x="0" y="58678"/>
                </a:lnTo>
                <a:lnTo>
                  <a:pt x="141744" y="58678"/>
                </a:lnTo>
                <a:lnTo>
                  <a:pt x="146990" y="0"/>
                </a:lnTo>
                <a:close/>
              </a:path>
            </a:pathLst>
          </a:custGeom>
          <a:solidFill>
            <a:srgbClr val="FFFFFF"/>
          </a:solidFill>
        </p:spPr>
        <p:txBody>
          <a:bodyPr wrap="square" lIns="0" tIns="0" rIns="0" bIns="0" rtlCol="0"/>
          <a:lstStyle/>
          <a:p>
            <a:endParaRPr/>
          </a:p>
        </p:txBody>
      </p:sp>
      <p:sp>
        <p:nvSpPr>
          <p:cNvPr id="66" name="object 66"/>
          <p:cNvSpPr/>
          <p:nvPr/>
        </p:nvSpPr>
        <p:spPr>
          <a:xfrm>
            <a:off x="14878625" y="6083856"/>
            <a:ext cx="517638" cy="519764"/>
          </a:xfrm>
          <a:prstGeom prst="rect">
            <a:avLst/>
          </a:prstGeom>
          <a:blipFill>
            <a:blip r:embed="rId12" cstate="print"/>
            <a:stretch>
              <a:fillRect/>
            </a:stretch>
          </a:blipFill>
        </p:spPr>
        <p:txBody>
          <a:bodyPr wrap="square" lIns="0" tIns="0" rIns="0" bIns="0" rtlCol="0"/>
          <a:lstStyle/>
          <a:p>
            <a:endParaRPr/>
          </a:p>
        </p:txBody>
      </p:sp>
      <p:sp>
        <p:nvSpPr>
          <p:cNvPr id="67" name="object 67"/>
          <p:cNvSpPr/>
          <p:nvPr/>
        </p:nvSpPr>
        <p:spPr>
          <a:xfrm>
            <a:off x="15011048" y="6182974"/>
            <a:ext cx="267970" cy="322580"/>
          </a:xfrm>
          <a:custGeom>
            <a:avLst/>
            <a:gdLst/>
            <a:ahLst/>
            <a:cxnLst/>
            <a:rect l="l" t="t" r="r" b="b"/>
            <a:pathLst>
              <a:path w="267969" h="322579">
                <a:moveTo>
                  <a:pt x="125943" y="0"/>
                </a:moveTo>
                <a:lnTo>
                  <a:pt x="0" y="0"/>
                </a:lnTo>
                <a:lnTo>
                  <a:pt x="0" y="321969"/>
                </a:lnTo>
                <a:lnTo>
                  <a:pt x="139241" y="321969"/>
                </a:lnTo>
                <a:lnTo>
                  <a:pt x="169637" y="320540"/>
                </a:lnTo>
                <a:lnTo>
                  <a:pt x="218012" y="309110"/>
                </a:lnTo>
                <a:lnTo>
                  <a:pt x="249908" y="286196"/>
                </a:lnTo>
                <a:lnTo>
                  <a:pt x="261385" y="265468"/>
                </a:lnTo>
                <a:lnTo>
                  <a:pt x="83892" y="265468"/>
                </a:lnTo>
                <a:lnTo>
                  <a:pt x="83892" y="181146"/>
                </a:lnTo>
                <a:lnTo>
                  <a:pt x="254632" y="181146"/>
                </a:lnTo>
                <a:lnTo>
                  <a:pt x="252987" y="178340"/>
                </a:lnTo>
                <a:lnTo>
                  <a:pt x="244813" y="168703"/>
                </a:lnTo>
                <a:lnTo>
                  <a:pt x="235117" y="160713"/>
                </a:lnTo>
                <a:lnTo>
                  <a:pt x="223895" y="154366"/>
                </a:lnTo>
                <a:lnTo>
                  <a:pt x="211145" y="149660"/>
                </a:lnTo>
                <a:lnTo>
                  <a:pt x="221089" y="145144"/>
                </a:lnTo>
                <a:lnTo>
                  <a:pt x="229779" y="139578"/>
                </a:lnTo>
                <a:lnTo>
                  <a:pt x="237215" y="132961"/>
                </a:lnTo>
                <a:lnTo>
                  <a:pt x="243395" y="125294"/>
                </a:lnTo>
                <a:lnTo>
                  <a:pt x="243757" y="124645"/>
                </a:lnTo>
                <a:lnTo>
                  <a:pt x="83892" y="124645"/>
                </a:lnTo>
                <a:lnTo>
                  <a:pt x="83892" y="56500"/>
                </a:lnTo>
                <a:lnTo>
                  <a:pt x="250065" y="56500"/>
                </a:lnTo>
                <a:lnTo>
                  <a:pt x="246885" y="46636"/>
                </a:lnTo>
                <a:lnTo>
                  <a:pt x="206514" y="11401"/>
                </a:lnTo>
                <a:lnTo>
                  <a:pt x="157486" y="1266"/>
                </a:lnTo>
                <a:lnTo>
                  <a:pt x="125943" y="0"/>
                </a:lnTo>
                <a:close/>
              </a:path>
              <a:path w="267969" h="322579">
                <a:moveTo>
                  <a:pt x="254632" y="181146"/>
                </a:moveTo>
                <a:lnTo>
                  <a:pt x="133137" y="181146"/>
                </a:lnTo>
                <a:lnTo>
                  <a:pt x="145080" y="181806"/>
                </a:lnTo>
                <a:lnTo>
                  <a:pt x="155416" y="183786"/>
                </a:lnTo>
                <a:lnTo>
                  <a:pt x="183121" y="213182"/>
                </a:lnTo>
                <a:lnTo>
                  <a:pt x="183910" y="222977"/>
                </a:lnTo>
                <a:lnTo>
                  <a:pt x="183107" y="232982"/>
                </a:lnTo>
                <a:lnTo>
                  <a:pt x="155251" y="262828"/>
                </a:lnTo>
                <a:lnTo>
                  <a:pt x="133137" y="265468"/>
                </a:lnTo>
                <a:lnTo>
                  <a:pt x="261385" y="265468"/>
                </a:lnTo>
                <a:lnTo>
                  <a:pt x="265814" y="251476"/>
                </a:lnTo>
                <a:lnTo>
                  <a:pt x="267803" y="229668"/>
                </a:lnTo>
                <a:lnTo>
                  <a:pt x="266876" y="215057"/>
                </a:lnTo>
                <a:lnTo>
                  <a:pt x="264097" y="201632"/>
                </a:lnTo>
                <a:lnTo>
                  <a:pt x="259467" y="189393"/>
                </a:lnTo>
                <a:lnTo>
                  <a:pt x="254632" y="181146"/>
                </a:lnTo>
                <a:close/>
              </a:path>
              <a:path w="267969" h="322579">
                <a:moveTo>
                  <a:pt x="250065" y="56500"/>
                </a:moveTo>
                <a:lnTo>
                  <a:pt x="130310" y="56500"/>
                </a:lnTo>
                <a:lnTo>
                  <a:pt x="139623" y="57052"/>
                </a:lnTo>
                <a:lnTo>
                  <a:pt x="147740" y="58708"/>
                </a:lnTo>
                <a:lnTo>
                  <a:pt x="170612" y="90573"/>
                </a:lnTo>
                <a:lnTo>
                  <a:pt x="169972" y="98471"/>
                </a:lnTo>
                <a:lnTo>
                  <a:pt x="139623" y="124105"/>
                </a:lnTo>
                <a:lnTo>
                  <a:pt x="130310" y="124645"/>
                </a:lnTo>
                <a:lnTo>
                  <a:pt x="243757" y="124645"/>
                </a:lnTo>
                <a:lnTo>
                  <a:pt x="248260" y="116561"/>
                </a:lnTo>
                <a:lnTo>
                  <a:pt x="251735" y="106965"/>
                </a:lnTo>
                <a:lnTo>
                  <a:pt x="253820" y="96504"/>
                </a:lnTo>
                <a:lnTo>
                  <a:pt x="254515" y="85180"/>
                </a:lnTo>
                <a:lnTo>
                  <a:pt x="252607" y="64385"/>
                </a:lnTo>
                <a:lnTo>
                  <a:pt x="250065" y="56500"/>
                </a:lnTo>
                <a:close/>
              </a:path>
            </a:pathLst>
          </a:custGeom>
          <a:solidFill>
            <a:srgbClr val="FFFFFF"/>
          </a:solidFill>
        </p:spPr>
        <p:txBody>
          <a:bodyPr wrap="square" lIns="0" tIns="0" rIns="0" bIns="0" rtlCol="0"/>
          <a:lstStyle/>
          <a:p>
            <a:endParaRPr/>
          </a:p>
        </p:txBody>
      </p:sp>
      <p:sp>
        <p:nvSpPr>
          <p:cNvPr id="68" name="object 68"/>
          <p:cNvSpPr/>
          <p:nvPr/>
        </p:nvSpPr>
        <p:spPr>
          <a:xfrm>
            <a:off x="16396526" y="1869702"/>
            <a:ext cx="512445" cy="92710"/>
          </a:xfrm>
          <a:custGeom>
            <a:avLst/>
            <a:gdLst/>
            <a:ahLst/>
            <a:cxnLst/>
            <a:rect l="l" t="t" r="r" b="b"/>
            <a:pathLst>
              <a:path w="512444" h="92710">
                <a:moveTo>
                  <a:pt x="511816" y="92217"/>
                </a:moveTo>
                <a:lnTo>
                  <a:pt x="0" y="92217"/>
                </a:lnTo>
                <a:lnTo>
                  <a:pt x="0" y="0"/>
                </a:lnTo>
                <a:lnTo>
                  <a:pt x="511816" y="0"/>
                </a:lnTo>
                <a:lnTo>
                  <a:pt x="511816" y="92217"/>
                </a:lnTo>
                <a:close/>
              </a:path>
            </a:pathLst>
          </a:custGeom>
          <a:solidFill>
            <a:srgbClr val="093E5E"/>
          </a:solidFill>
        </p:spPr>
        <p:txBody>
          <a:bodyPr wrap="square" lIns="0" tIns="0" rIns="0" bIns="0" rtlCol="0"/>
          <a:lstStyle/>
          <a:p>
            <a:endParaRPr/>
          </a:p>
        </p:txBody>
      </p:sp>
      <p:sp>
        <p:nvSpPr>
          <p:cNvPr id="69" name="object 69"/>
          <p:cNvSpPr/>
          <p:nvPr/>
        </p:nvSpPr>
        <p:spPr>
          <a:xfrm>
            <a:off x="16408610" y="1964741"/>
            <a:ext cx="493395" cy="0"/>
          </a:xfrm>
          <a:custGeom>
            <a:avLst/>
            <a:gdLst/>
            <a:ahLst/>
            <a:cxnLst/>
            <a:rect l="l" t="t" r="r" b="b"/>
            <a:pathLst>
              <a:path w="493394">
                <a:moveTo>
                  <a:pt x="0" y="0"/>
                </a:moveTo>
                <a:lnTo>
                  <a:pt x="493220" y="0"/>
                </a:lnTo>
              </a:path>
            </a:pathLst>
          </a:custGeom>
          <a:ln w="20491">
            <a:solidFill>
              <a:srgbClr val="838484"/>
            </a:solidFill>
          </a:ln>
        </p:spPr>
        <p:txBody>
          <a:bodyPr wrap="square" lIns="0" tIns="0" rIns="0" bIns="0" rtlCol="0"/>
          <a:lstStyle/>
          <a:p>
            <a:endParaRPr/>
          </a:p>
        </p:txBody>
      </p:sp>
      <p:sp>
        <p:nvSpPr>
          <p:cNvPr id="70" name="object 70"/>
          <p:cNvSpPr/>
          <p:nvPr/>
        </p:nvSpPr>
        <p:spPr>
          <a:xfrm>
            <a:off x="16387788" y="1858791"/>
            <a:ext cx="534670" cy="427990"/>
          </a:xfrm>
          <a:custGeom>
            <a:avLst/>
            <a:gdLst/>
            <a:ahLst/>
            <a:cxnLst/>
            <a:rect l="l" t="t" r="r" b="b"/>
            <a:pathLst>
              <a:path w="534669" h="427989">
                <a:moveTo>
                  <a:pt x="498079" y="0"/>
                </a:moveTo>
                <a:lnTo>
                  <a:pt x="35737" y="0"/>
                </a:lnTo>
                <a:lnTo>
                  <a:pt x="28685" y="691"/>
                </a:lnTo>
                <a:lnTo>
                  <a:pt x="651" y="28882"/>
                </a:lnTo>
                <a:lnTo>
                  <a:pt x="0" y="391862"/>
                </a:lnTo>
                <a:lnTo>
                  <a:pt x="3185" y="405736"/>
                </a:lnTo>
                <a:lnTo>
                  <a:pt x="11578" y="417077"/>
                </a:lnTo>
                <a:lnTo>
                  <a:pt x="23641" y="424729"/>
                </a:lnTo>
                <a:lnTo>
                  <a:pt x="37841" y="427536"/>
                </a:lnTo>
                <a:lnTo>
                  <a:pt x="500393" y="427536"/>
                </a:lnTo>
                <a:lnTo>
                  <a:pt x="530454" y="407034"/>
                </a:lnTo>
                <a:lnTo>
                  <a:pt x="29402" y="407034"/>
                </a:lnTo>
                <a:lnTo>
                  <a:pt x="20533" y="400186"/>
                </a:lnTo>
                <a:lnTo>
                  <a:pt x="20481" y="31747"/>
                </a:lnTo>
                <a:lnTo>
                  <a:pt x="22051" y="27894"/>
                </a:lnTo>
                <a:lnTo>
                  <a:pt x="27810" y="22104"/>
                </a:lnTo>
                <a:lnTo>
                  <a:pt x="31643" y="20501"/>
                </a:lnTo>
                <a:lnTo>
                  <a:pt x="530259" y="20501"/>
                </a:lnTo>
                <a:lnTo>
                  <a:pt x="523459" y="10504"/>
                </a:lnTo>
                <a:lnTo>
                  <a:pt x="512028" y="2819"/>
                </a:lnTo>
                <a:lnTo>
                  <a:pt x="498079" y="0"/>
                </a:lnTo>
                <a:close/>
              </a:path>
              <a:path w="534669" h="427989">
                <a:moveTo>
                  <a:pt x="530259" y="20501"/>
                </a:moveTo>
                <a:lnTo>
                  <a:pt x="506591" y="20501"/>
                </a:lnTo>
                <a:lnTo>
                  <a:pt x="513544" y="27423"/>
                </a:lnTo>
                <a:lnTo>
                  <a:pt x="513617" y="392762"/>
                </a:lnTo>
                <a:lnTo>
                  <a:pt x="514005" y="396637"/>
                </a:lnTo>
                <a:lnTo>
                  <a:pt x="508235" y="402469"/>
                </a:lnTo>
                <a:lnTo>
                  <a:pt x="504372" y="407013"/>
                </a:lnTo>
                <a:lnTo>
                  <a:pt x="500277" y="407034"/>
                </a:lnTo>
                <a:lnTo>
                  <a:pt x="530454" y="407034"/>
                </a:lnTo>
                <a:lnTo>
                  <a:pt x="532439" y="402299"/>
                </a:lnTo>
                <a:lnTo>
                  <a:pt x="533754" y="395604"/>
                </a:lnTo>
                <a:lnTo>
                  <a:pt x="534093" y="388658"/>
                </a:lnTo>
                <a:lnTo>
                  <a:pt x="534098" y="35820"/>
                </a:lnTo>
                <a:lnTo>
                  <a:pt x="531205" y="21892"/>
                </a:lnTo>
                <a:lnTo>
                  <a:pt x="530259" y="20501"/>
                </a:lnTo>
                <a:close/>
              </a:path>
            </a:pathLst>
          </a:custGeom>
          <a:solidFill>
            <a:srgbClr val="838484"/>
          </a:solidFill>
        </p:spPr>
        <p:txBody>
          <a:bodyPr wrap="square" lIns="0" tIns="0" rIns="0" bIns="0" rtlCol="0"/>
          <a:lstStyle/>
          <a:p>
            <a:endParaRPr/>
          </a:p>
        </p:txBody>
      </p:sp>
      <p:sp>
        <p:nvSpPr>
          <p:cNvPr id="71" name="object 71"/>
          <p:cNvSpPr/>
          <p:nvPr/>
        </p:nvSpPr>
        <p:spPr>
          <a:xfrm>
            <a:off x="16575378" y="1899245"/>
            <a:ext cx="33655" cy="33655"/>
          </a:xfrm>
          <a:custGeom>
            <a:avLst/>
            <a:gdLst/>
            <a:ahLst/>
            <a:cxnLst/>
            <a:rect l="l" t="t" r="r" b="b"/>
            <a:pathLst>
              <a:path w="33655" h="33655">
                <a:moveTo>
                  <a:pt x="25800" y="0"/>
                </a:moveTo>
                <a:lnTo>
                  <a:pt x="7444" y="0"/>
                </a:lnTo>
                <a:lnTo>
                  <a:pt x="0" y="7444"/>
                </a:lnTo>
                <a:lnTo>
                  <a:pt x="0" y="25800"/>
                </a:lnTo>
                <a:lnTo>
                  <a:pt x="7444" y="33234"/>
                </a:lnTo>
                <a:lnTo>
                  <a:pt x="25800" y="33234"/>
                </a:lnTo>
                <a:lnTo>
                  <a:pt x="33245" y="25800"/>
                </a:lnTo>
                <a:lnTo>
                  <a:pt x="33245" y="7444"/>
                </a:lnTo>
                <a:lnTo>
                  <a:pt x="25800" y="0"/>
                </a:lnTo>
                <a:close/>
              </a:path>
            </a:pathLst>
          </a:custGeom>
          <a:solidFill>
            <a:srgbClr val="838484"/>
          </a:solidFill>
        </p:spPr>
        <p:txBody>
          <a:bodyPr wrap="square" lIns="0" tIns="0" rIns="0" bIns="0" rtlCol="0"/>
          <a:lstStyle/>
          <a:p>
            <a:endParaRPr/>
          </a:p>
        </p:txBody>
      </p:sp>
      <p:sp>
        <p:nvSpPr>
          <p:cNvPr id="72" name="object 72"/>
          <p:cNvSpPr/>
          <p:nvPr/>
        </p:nvSpPr>
        <p:spPr>
          <a:xfrm>
            <a:off x="16512993" y="1899245"/>
            <a:ext cx="33655" cy="33655"/>
          </a:xfrm>
          <a:custGeom>
            <a:avLst/>
            <a:gdLst/>
            <a:ahLst/>
            <a:cxnLst/>
            <a:rect l="l" t="t" r="r" b="b"/>
            <a:pathLst>
              <a:path w="33655" h="33655">
                <a:moveTo>
                  <a:pt x="25789" y="0"/>
                </a:moveTo>
                <a:lnTo>
                  <a:pt x="7444" y="0"/>
                </a:lnTo>
                <a:lnTo>
                  <a:pt x="0" y="7444"/>
                </a:lnTo>
                <a:lnTo>
                  <a:pt x="0" y="25800"/>
                </a:lnTo>
                <a:lnTo>
                  <a:pt x="7444" y="33234"/>
                </a:lnTo>
                <a:lnTo>
                  <a:pt x="25789" y="33234"/>
                </a:lnTo>
                <a:lnTo>
                  <a:pt x="33234" y="25800"/>
                </a:lnTo>
                <a:lnTo>
                  <a:pt x="33234" y="7444"/>
                </a:lnTo>
                <a:lnTo>
                  <a:pt x="25789" y="0"/>
                </a:lnTo>
                <a:close/>
              </a:path>
            </a:pathLst>
          </a:custGeom>
          <a:solidFill>
            <a:srgbClr val="838484"/>
          </a:solidFill>
        </p:spPr>
        <p:txBody>
          <a:bodyPr wrap="square" lIns="0" tIns="0" rIns="0" bIns="0" rtlCol="0"/>
          <a:lstStyle/>
          <a:p>
            <a:endParaRPr/>
          </a:p>
        </p:txBody>
      </p:sp>
      <p:sp>
        <p:nvSpPr>
          <p:cNvPr id="73" name="object 73"/>
          <p:cNvSpPr/>
          <p:nvPr/>
        </p:nvSpPr>
        <p:spPr>
          <a:xfrm>
            <a:off x="16450597" y="1899245"/>
            <a:ext cx="33655" cy="33655"/>
          </a:xfrm>
          <a:custGeom>
            <a:avLst/>
            <a:gdLst/>
            <a:ahLst/>
            <a:cxnLst/>
            <a:rect l="l" t="t" r="r" b="b"/>
            <a:pathLst>
              <a:path w="33655" h="33655">
                <a:moveTo>
                  <a:pt x="25800" y="0"/>
                </a:moveTo>
                <a:lnTo>
                  <a:pt x="7444" y="0"/>
                </a:lnTo>
                <a:lnTo>
                  <a:pt x="0" y="7444"/>
                </a:lnTo>
                <a:lnTo>
                  <a:pt x="0" y="25800"/>
                </a:lnTo>
                <a:lnTo>
                  <a:pt x="7444" y="33234"/>
                </a:lnTo>
                <a:lnTo>
                  <a:pt x="25800" y="33234"/>
                </a:lnTo>
                <a:lnTo>
                  <a:pt x="33234" y="25800"/>
                </a:lnTo>
                <a:lnTo>
                  <a:pt x="33234" y="7444"/>
                </a:lnTo>
                <a:lnTo>
                  <a:pt x="25800" y="0"/>
                </a:lnTo>
                <a:close/>
              </a:path>
            </a:pathLst>
          </a:custGeom>
          <a:solidFill>
            <a:srgbClr val="838484"/>
          </a:solidFill>
        </p:spPr>
        <p:txBody>
          <a:bodyPr wrap="square" lIns="0" tIns="0" rIns="0" bIns="0" rtlCol="0"/>
          <a:lstStyle/>
          <a:p>
            <a:endParaRPr/>
          </a:p>
        </p:txBody>
      </p:sp>
      <p:sp>
        <p:nvSpPr>
          <p:cNvPr id="74" name="object 74"/>
          <p:cNvSpPr/>
          <p:nvPr/>
        </p:nvSpPr>
        <p:spPr>
          <a:xfrm>
            <a:off x="16594173" y="2654045"/>
            <a:ext cx="123825" cy="277495"/>
          </a:xfrm>
          <a:custGeom>
            <a:avLst/>
            <a:gdLst/>
            <a:ahLst/>
            <a:cxnLst/>
            <a:rect l="l" t="t" r="r" b="b"/>
            <a:pathLst>
              <a:path w="123825" h="277494">
                <a:moveTo>
                  <a:pt x="16020" y="203061"/>
                </a:moveTo>
                <a:lnTo>
                  <a:pt x="8847" y="203061"/>
                </a:lnTo>
                <a:lnTo>
                  <a:pt x="0" y="211909"/>
                </a:lnTo>
                <a:lnTo>
                  <a:pt x="0" y="219082"/>
                </a:lnTo>
                <a:lnTo>
                  <a:pt x="58406" y="277499"/>
                </a:lnTo>
                <a:lnTo>
                  <a:pt x="65589" y="277499"/>
                </a:lnTo>
                <a:lnTo>
                  <a:pt x="105183" y="237898"/>
                </a:lnTo>
                <a:lnTo>
                  <a:pt x="73139" y="237898"/>
                </a:lnTo>
                <a:lnTo>
                  <a:pt x="73139" y="237521"/>
                </a:lnTo>
                <a:lnTo>
                  <a:pt x="50480" y="237521"/>
                </a:lnTo>
                <a:lnTo>
                  <a:pt x="16020" y="203061"/>
                </a:lnTo>
                <a:close/>
              </a:path>
              <a:path w="123825" h="277494">
                <a:moveTo>
                  <a:pt x="114771" y="203438"/>
                </a:moveTo>
                <a:lnTo>
                  <a:pt x="107598" y="203438"/>
                </a:lnTo>
                <a:lnTo>
                  <a:pt x="73139" y="237898"/>
                </a:lnTo>
                <a:lnTo>
                  <a:pt x="105183" y="237898"/>
                </a:lnTo>
                <a:lnTo>
                  <a:pt x="123619" y="219459"/>
                </a:lnTo>
                <a:lnTo>
                  <a:pt x="123619" y="212286"/>
                </a:lnTo>
                <a:lnTo>
                  <a:pt x="114771" y="203438"/>
                </a:lnTo>
                <a:close/>
              </a:path>
              <a:path w="123825" h="277494">
                <a:moveTo>
                  <a:pt x="68060" y="0"/>
                </a:moveTo>
                <a:lnTo>
                  <a:pt x="55548" y="0"/>
                </a:lnTo>
                <a:lnTo>
                  <a:pt x="50480" y="5078"/>
                </a:lnTo>
                <a:lnTo>
                  <a:pt x="50480" y="237521"/>
                </a:lnTo>
                <a:lnTo>
                  <a:pt x="73139" y="237521"/>
                </a:lnTo>
                <a:lnTo>
                  <a:pt x="73139" y="5078"/>
                </a:lnTo>
                <a:lnTo>
                  <a:pt x="68060" y="0"/>
                </a:lnTo>
                <a:close/>
              </a:path>
            </a:pathLst>
          </a:custGeom>
          <a:solidFill>
            <a:srgbClr val="838484"/>
          </a:solidFill>
        </p:spPr>
        <p:txBody>
          <a:bodyPr wrap="square" lIns="0" tIns="0" rIns="0" bIns="0" rtlCol="0"/>
          <a:lstStyle/>
          <a:p>
            <a:endParaRPr/>
          </a:p>
        </p:txBody>
      </p:sp>
      <p:sp>
        <p:nvSpPr>
          <p:cNvPr id="75" name="object 75"/>
          <p:cNvSpPr/>
          <p:nvPr/>
        </p:nvSpPr>
        <p:spPr>
          <a:xfrm>
            <a:off x="14939216" y="2654045"/>
            <a:ext cx="123825" cy="277495"/>
          </a:xfrm>
          <a:custGeom>
            <a:avLst/>
            <a:gdLst/>
            <a:ahLst/>
            <a:cxnLst/>
            <a:rect l="l" t="t" r="r" b="b"/>
            <a:pathLst>
              <a:path w="123825" h="277494">
                <a:moveTo>
                  <a:pt x="16020" y="203061"/>
                </a:moveTo>
                <a:lnTo>
                  <a:pt x="8837" y="203061"/>
                </a:lnTo>
                <a:lnTo>
                  <a:pt x="0" y="211909"/>
                </a:lnTo>
                <a:lnTo>
                  <a:pt x="0" y="219082"/>
                </a:lnTo>
                <a:lnTo>
                  <a:pt x="58406" y="277499"/>
                </a:lnTo>
                <a:lnTo>
                  <a:pt x="65579" y="277499"/>
                </a:lnTo>
                <a:lnTo>
                  <a:pt x="105172" y="237898"/>
                </a:lnTo>
                <a:lnTo>
                  <a:pt x="73139" y="237898"/>
                </a:lnTo>
                <a:lnTo>
                  <a:pt x="73139" y="237521"/>
                </a:lnTo>
                <a:lnTo>
                  <a:pt x="50480" y="237521"/>
                </a:lnTo>
                <a:lnTo>
                  <a:pt x="16020" y="203061"/>
                </a:lnTo>
                <a:close/>
              </a:path>
              <a:path w="123825" h="277494">
                <a:moveTo>
                  <a:pt x="114760" y="203438"/>
                </a:moveTo>
                <a:lnTo>
                  <a:pt x="107588" y="203438"/>
                </a:lnTo>
                <a:lnTo>
                  <a:pt x="73139" y="237898"/>
                </a:lnTo>
                <a:lnTo>
                  <a:pt x="105172" y="237898"/>
                </a:lnTo>
                <a:lnTo>
                  <a:pt x="123608" y="219459"/>
                </a:lnTo>
                <a:lnTo>
                  <a:pt x="123608" y="212286"/>
                </a:lnTo>
                <a:lnTo>
                  <a:pt x="114760" y="203438"/>
                </a:lnTo>
                <a:close/>
              </a:path>
              <a:path w="123825" h="277494">
                <a:moveTo>
                  <a:pt x="68060" y="0"/>
                </a:moveTo>
                <a:lnTo>
                  <a:pt x="55548" y="0"/>
                </a:lnTo>
                <a:lnTo>
                  <a:pt x="50480" y="5078"/>
                </a:lnTo>
                <a:lnTo>
                  <a:pt x="50480" y="237521"/>
                </a:lnTo>
                <a:lnTo>
                  <a:pt x="73139" y="237521"/>
                </a:lnTo>
                <a:lnTo>
                  <a:pt x="73139" y="5078"/>
                </a:lnTo>
                <a:lnTo>
                  <a:pt x="68060" y="0"/>
                </a:lnTo>
                <a:close/>
              </a:path>
            </a:pathLst>
          </a:custGeom>
          <a:solidFill>
            <a:srgbClr val="838484"/>
          </a:solidFill>
        </p:spPr>
        <p:txBody>
          <a:bodyPr wrap="square" lIns="0" tIns="0" rIns="0" bIns="0" rtlCol="0"/>
          <a:lstStyle/>
          <a:p>
            <a:endParaRPr/>
          </a:p>
        </p:txBody>
      </p:sp>
      <p:sp>
        <p:nvSpPr>
          <p:cNvPr id="76" name="object 76"/>
          <p:cNvSpPr/>
          <p:nvPr/>
        </p:nvSpPr>
        <p:spPr>
          <a:xfrm>
            <a:off x="14872134" y="3822993"/>
            <a:ext cx="512445" cy="92710"/>
          </a:xfrm>
          <a:custGeom>
            <a:avLst/>
            <a:gdLst/>
            <a:ahLst/>
            <a:cxnLst/>
            <a:rect l="l" t="t" r="r" b="b"/>
            <a:pathLst>
              <a:path w="512444" h="92710">
                <a:moveTo>
                  <a:pt x="511816" y="92217"/>
                </a:moveTo>
                <a:lnTo>
                  <a:pt x="0" y="92217"/>
                </a:lnTo>
                <a:lnTo>
                  <a:pt x="0" y="0"/>
                </a:lnTo>
                <a:lnTo>
                  <a:pt x="511816" y="0"/>
                </a:lnTo>
                <a:lnTo>
                  <a:pt x="511816" y="92217"/>
                </a:lnTo>
                <a:close/>
              </a:path>
            </a:pathLst>
          </a:custGeom>
          <a:solidFill>
            <a:srgbClr val="093E5E"/>
          </a:solidFill>
        </p:spPr>
        <p:txBody>
          <a:bodyPr wrap="square" lIns="0" tIns="0" rIns="0" bIns="0" rtlCol="0"/>
          <a:lstStyle/>
          <a:p>
            <a:endParaRPr/>
          </a:p>
        </p:txBody>
      </p:sp>
      <p:sp>
        <p:nvSpPr>
          <p:cNvPr id="77" name="object 77"/>
          <p:cNvSpPr/>
          <p:nvPr/>
        </p:nvSpPr>
        <p:spPr>
          <a:xfrm>
            <a:off x="14876552" y="3917514"/>
            <a:ext cx="507365" cy="309245"/>
          </a:xfrm>
          <a:custGeom>
            <a:avLst/>
            <a:gdLst/>
            <a:ahLst/>
            <a:cxnLst/>
            <a:rect l="l" t="t" r="r" b="b"/>
            <a:pathLst>
              <a:path w="507365" h="309245">
                <a:moveTo>
                  <a:pt x="507209" y="308943"/>
                </a:moveTo>
                <a:lnTo>
                  <a:pt x="0" y="308943"/>
                </a:lnTo>
                <a:lnTo>
                  <a:pt x="0" y="0"/>
                </a:lnTo>
                <a:lnTo>
                  <a:pt x="507209" y="0"/>
                </a:lnTo>
                <a:lnTo>
                  <a:pt x="507209" y="308943"/>
                </a:lnTo>
                <a:close/>
              </a:path>
            </a:pathLst>
          </a:custGeom>
          <a:solidFill>
            <a:srgbClr val="FFFFFF"/>
          </a:solidFill>
        </p:spPr>
        <p:txBody>
          <a:bodyPr wrap="square" lIns="0" tIns="0" rIns="0" bIns="0" rtlCol="0"/>
          <a:lstStyle/>
          <a:p>
            <a:endParaRPr/>
          </a:p>
        </p:txBody>
      </p:sp>
      <p:sp>
        <p:nvSpPr>
          <p:cNvPr id="78" name="object 78"/>
          <p:cNvSpPr/>
          <p:nvPr/>
        </p:nvSpPr>
        <p:spPr>
          <a:xfrm>
            <a:off x="14884217" y="3907786"/>
            <a:ext cx="493395" cy="20955"/>
          </a:xfrm>
          <a:custGeom>
            <a:avLst/>
            <a:gdLst/>
            <a:ahLst/>
            <a:cxnLst/>
            <a:rect l="l" t="t" r="r" b="b"/>
            <a:pathLst>
              <a:path w="493394" h="20954">
                <a:moveTo>
                  <a:pt x="0" y="20491"/>
                </a:moveTo>
                <a:lnTo>
                  <a:pt x="493220" y="20491"/>
                </a:lnTo>
                <a:lnTo>
                  <a:pt x="493220" y="0"/>
                </a:lnTo>
                <a:lnTo>
                  <a:pt x="0" y="0"/>
                </a:lnTo>
                <a:lnTo>
                  <a:pt x="0" y="20491"/>
                </a:lnTo>
                <a:close/>
              </a:path>
            </a:pathLst>
          </a:custGeom>
          <a:solidFill>
            <a:srgbClr val="838484"/>
          </a:solidFill>
        </p:spPr>
        <p:txBody>
          <a:bodyPr wrap="square" lIns="0" tIns="0" rIns="0" bIns="0" rtlCol="0"/>
          <a:lstStyle/>
          <a:p>
            <a:endParaRPr/>
          </a:p>
        </p:txBody>
      </p:sp>
      <p:sp>
        <p:nvSpPr>
          <p:cNvPr id="79" name="object 79"/>
          <p:cNvSpPr/>
          <p:nvPr/>
        </p:nvSpPr>
        <p:spPr>
          <a:xfrm>
            <a:off x="14863390" y="3812077"/>
            <a:ext cx="534670" cy="427990"/>
          </a:xfrm>
          <a:custGeom>
            <a:avLst/>
            <a:gdLst/>
            <a:ahLst/>
            <a:cxnLst/>
            <a:rect l="l" t="t" r="r" b="b"/>
            <a:pathLst>
              <a:path w="534669" h="427989">
                <a:moveTo>
                  <a:pt x="498089" y="0"/>
                </a:moveTo>
                <a:lnTo>
                  <a:pt x="35737" y="0"/>
                </a:lnTo>
                <a:lnTo>
                  <a:pt x="28691" y="691"/>
                </a:lnTo>
                <a:lnTo>
                  <a:pt x="652" y="28882"/>
                </a:lnTo>
                <a:lnTo>
                  <a:pt x="0" y="391862"/>
                </a:lnTo>
                <a:lnTo>
                  <a:pt x="3190" y="405738"/>
                </a:lnTo>
                <a:lnTo>
                  <a:pt x="11583" y="417082"/>
                </a:lnTo>
                <a:lnTo>
                  <a:pt x="23647" y="424738"/>
                </a:lnTo>
                <a:lnTo>
                  <a:pt x="37852" y="427547"/>
                </a:lnTo>
                <a:lnTo>
                  <a:pt x="500393" y="427547"/>
                </a:lnTo>
                <a:lnTo>
                  <a:pt x="530464" y="407034"/>
                </a:lnTo>
                <a:lnTo>
                  <a:pt x="29399" y="407024"/>
                </a:lnTo>
                <a:lnTo>
                  <a:pt x="20543" y="400186"/>
                </a:lnTo>
                <a:lnTo>
                  <a:pt x="20481" y="31747"/>
                </a:lnTo>
                <a:lnTo>
                  <a:pt x="22051" y="27894"/>
                </a:lnTo>
                <a:lnTo>
                  <a:pt x="27821" y="22104"/>
                </a:lnTo>
                <a:lnTo>
                  <a:pt x="31653" y="20512"/>
                </a:lnTo>
                <a:lnTo>
                  <a:pt x="530276" y="20512"/>
                </a:lnTo>
                <a:lnTo>
                  <a:pt x="523469" y="10504"/>
                </a:lnTo>
                <a:lnTo>
                  <a:pt x="512038" y="2819"/>
                </a:lnTo>
                <a:lnTo>
                  <a:pt x="498089" y="0"/>
                </a:lnTo>
                <a:close/>
              </a:path>
              <a:path w="534669" h="427989">
                <a:moveTo>
                  <a:pt x="530276" y="20512"/>
                </a:moveTo>
                <a:lnTo>
                  <a:pt x="506602" y="20512"/>
                </a:lnTo>
                <a:lnTo>
                  <a:pt x="513555" y="27423"/>
                </a:lnTo>
                <a:lnTo>
                  <a:pt x="513628" y="392762"/>
                </a:lnTo>
                <a:lnTo>
                  <a:pt x="514015" y="396637"/>
                </a:lnTo>
                <a:lnTo>
                  <a:pt x="508246" y="402479"/>
                </a:lnTo>
                <a:lnTo>
                  <a:pt x="504382" y="407024"/>
                </a:lnTo>
                <a:lnTo>
                  <a:pt x="500277" y="407034"/>
                </a:lnTo>
                <a:lnTo>
                  <a:pt x="530469" y="407024"/>
                </a:lnTo>
                <a:lnTo>
                  <a:pt x="532449" y="402299"/>
                </a:lnTo>
                <a:lnTo>
                  <a:pt x="533764" y="395604"/>
                </a:lnTo>
                <a:lnTo>
                  <a:pt x="534103" y="388658"/>
                </a:lnTo>
                <a:lnTo>
                  <a:pt x="534109" y="35820"/>
                </a:lnTo>
                <a:lnTo>
                  <a:pt x="531215" y="21892"/>
                </a:lnTo>
                <a:lnTo>
                  <a:pt x="530276" y="20512"/>
                </a:lnTo>
                <a:close/>
              </a:path>
            </a:pathLst>
          </a:custGeom>
          <a:solidFill>
            <a:srgbClr val="838484"/>
          </a:solidFill>
        </p:spPr>
        <p:txBody>
          <a:bodyPr wrap="square" lIns="0" tIns="0" rIns="0" bIns="0" rtlCol="0"/>
          <a:lstStyle/>
          <a:p>
            <a:endParaRPr/>
          </a:p>
        </p:txBody>
      </p:sp>
      <p:sp>
        <p:nvSpPr>
          <p:cNvPr id="80" name="object 80"/>
          <p:cNvSpPr/>
          <p:nvPr/>
        </p:nvSpPr>
        <p:spPr>
          <a:xfrm>
            <a:off x="15050996" y="3852531"/>
            <a:ext cx="33655" cy="33655"/>
          </a:xfrm>
          <a:custGeom>
            <a:avLst/>
            <a:gdLst/>
            <a:ahLst/>
            <a:cxnLst/>
            <a:rect l="l" t="t" r="r" b="b"/>
            <a:pathLst>
              <a:path w="33655" h="33654">
                <a:moveTo>
                  <a:pt x="25800" y="0"/>
                </a:moveTo>
                <a:lnTo>
                  <a:pt x="7444" y="0"/>
                </a:lnTo>
                <a:lnTo>
                  <a:pt x="0" y="7455"/>
                </a:lnTo>
                <a:lnTo>
                  <a:pt x="0" y="25800"/>
                </a:lnTo>
                <a:lnTo>
                  <a:pt x="7444" y="33234"/>
                </a:lnTo>
                <a:lnTo>
                  <a:pt x="25800" y="33234"/>
                </a:lnTo>
                <a:lnTo>
                  <a:pt x="33234" y="25800"/>
                </a:lnTo>
                <a:lnTo>
                  <a:pt x="33234" y="7455"/>
                </a:lnTo>
                <a:lnTo>
                  <a:pt x="25800" y="0"/>
                </a:lnTo>
                <a:close/>
              </a:path>
            </a:pathLst>
          </a:custGeom>
          <a:solidFill>
            <a:srgbClr val="838484"/>
          </a:solidFill>
        </p:spPr>
        <p:txBody>
          <a:bodyPr wrap="square" lIns="0" tIns="0" rIns="0" bIns="0" rtlCol="0"/>
          <a:lstStyle/>
          <a:p>
            <a:endParaRPr/>
          </a:p>
        </p:txBody>
      </p:sp>
      <p:sp>
        <p:nvSpPr>
          <p:cNvPr id="81" name="object 81"/>
          <p:cNvSpPr/>
          <p:nvPr/>
        </p:nvSpPr>
        <p:spPr>
          <a:xfrm>
            <a:off x="14988610" y="3852531"/>
            <a:ext cx="33655" cy="33655"/>
          </a:xfrm>
          <a:custGeom>
            <a:avLst/>
            <a:gdLst/>
            <a:ahLst/>
            <a:cxnLst/>
            <a:rect l="l" t="t" r="r" b="b"/>
            <a:pathLst>
              <a:path w="33655" h="33654">
                <a:moveTo>
                  <a:pt x="25789" y="0"/>
                </a:moveTo>
                <a:lnTo>
                  <a:pt x="7434" y="0"/>
                </a:lnTo>
                <a:lnTo>
                  <a:pt x="0" y="7455"/>
                </a:lnTo>
                <a:lnTo>
                  <a:pt x="0" y="25800"/>
                </a:lnTo>
                <a:lnTo>
                  <a:pt x="7434" y="33234"/>
                </a:lnTo>
                <a:lnTo>
                  <a:pt x="25789" y="33234"/>
                </a:lnTo>
                <a:lnTo>
                  <a:pt x="33224" y="25800"/>
                </a:lnTo>
                <a:lnTo>
                  <a:pt x="33224" y="7455"/>
                </a:lnTo>
                <a:lnTo>
                  <a:pt x="25789" y="0"/>
                </a:lnTo>
                <a:close/>
              </a:path>
            </a:pathLst>
          </a:custGeom>
          <a:solidFill>
            <a:srgbClr val="838484"/>
          </a:solidFill>
        </p:spPr>
        <p:txBody>
          <a:bodyPr wrap="square" lIns="0" tIns="0" rIns="0" bIns="0" rtlCol="0"/>
          <a:lstStyle/>
          <a:p>
            <a:endParaRPr/>
          </a:p>
        </p:txBody>
      </p:sp>
      <p:sp>
        <p:nvSpPr>
          <p:cNvPr id="82" name="object 82"/>
          <p:cNvSpPr/>
          <p:nvPr/>
        </p:nvSpPr>
        <p:spPr>
          <a:xfrm>
            <a:off x="14926209" y="3852531"/>
            <a:ext cx="33655" cy="33655"/>
          </a:xfrm>
          <a:custGeom>
            <a:avLst/>
            <a:gdLst/>
            <a:ahLst/>
            <a:cxnLst/>
            <a:rect l="l" t="t" r="r" b="b"/>
            <a:pathLst>
              <a:path w="33655" h="33654">
                <a:moveTo>
                  <a:pt x="25800" y="0"/>
                </a:moveTo>
                <a:lnTo>
                  <a:pt x="7444" y="0"/>
                </a:lnTo>
                <a:lnTo>
                  <a:pt x="0" y="7455"/>
                </a:lnTo>
                <a:lnTo>
                  <a:pt x="0" y="25800"/>
                </a:lnTo>
                <a:lnTo>
                  <a:pt x="7444" y="33234"/>
                </a:lnTo>
                <a:lnTo>
                  <a:pt x="25800" y="33234"/>
                </a:lnTo>
                <a:lnTo>
                  <a:pt x="33234" y="25800"/>
                </a:lnTo>
                <a:lnTo>
                  <a:pt x="33234" y="7455"/>
                </a:lnTo>
                <a:lnTo>
                  <a:pt x="25800" y="0"/>
                </a:lnTo>
                <a:close/>
              </a:path>
            </a:pathLst>
          </a:custGeom>
          <a:solidFill>
            <a:srgbClr val="838484"/>
          </a:solidFill>
        </p:spPr>
        <p:txBody>
          <a:bodyPr wrap="square" lIns="0" tIns="0" rIns="0" bIns="0" rtlCol="0"/>
          <a:lstStyle/>
          <a:p>
            <a:endParaRPr/>
          </a:p>
        </p:txBody>
      </p:sp>
      <p:sp>
        <p:nvSpPr>
          <p:cNvPr id="83" name="object 83"/>
          <p:cNvSpPr/>
          <p:nvPr/>
        </p:nvSpPr>
        <p:spPr>
          <a:xfrm>
            <a:off x="15055981" y="3977459"/>
            <a:ext cx="149225" cy="309245"/>
          </a:xfrm>
          <a:custGeom>
            <a:avLst/>
            <a:gdLst/>
            <a:ahLst/>
            <a:cxnLst/>
            <a:rect l="l" t="t" r="r" b="b"/>
            <a:pathLst>
              <a:path w="149225" h="309245">
                <a:moveTo>
                  <a:pt x="148728" y="308933"/>
                </a:moveTo>
                <a:lnTo>
                  <a:pt x="0" y="308933"/>
                </a:lnTo>
                <a:lnTo>
                  <a:pt x="0" y="0"/>
                </a:lnTo>
                <a:lnTo>
                  <a:pt x="148728" y="0"/>
                </a:lnTo>
                <a:lnTo>
                  <a:pt x="148728" y="308933"/>
                </a:lnTo>
                <a:close/>
              </a:path>
            </a:pathLst>
          </a:custGeom>
          <a:solidFill>
            <a:srgbClr val="FFFFFF"/>
          </a:solidFill>
        </p:spPr>
        <p:txBody>
          <a:bodyPr wrap="square" lIns="0" tIns="0" rIns="0" bIns="0" rtlCol="0"/>
          <a:lstStyle/>
          <a:p>
            <a:endParaRPr/>
          </a:p>
        </p:txBody>
      </p:sp>
      <p:sp>
        <p:nvSpPr>
          <p:cNvPr id="84" name="object 84"/>
          <p:cNvSpPr/>
          <p:nvPr/>
        </p:nvSpPr>
        <p:spPr>
          <a:xfrm>
            <a:off x="15040778" y="4068708"/>
            <a:ext cx="170696" cy="230375"/>
          </a:xfrm>
          <a:prstGeom prst="rect">
            <a:avLst/>
          </a:prstGeom>
          <a:blipFill>
            <a:blip r:embed="rId13" cstate="print"/>
            <a:stretch>
              <a:fillRect/>
            </a:stretch>
          </a:blipFill>
        </p:spPr>
        <p:txBody>
          <a:bodyPr wrap="square" lIns="0" tIns="0" rIns="0" bIns="0" rtlCol="0"/>
          <a:lstStyle/>
          <a:p>
            <a:endParaRPr/>
          </a:p>
        </p:txBody>
      </p:sp>
      <p:sp>
        <p:nvSpPr>
          <p:cNvPr id="85" name="object 85"/>
          <p:cNvSpPr/>
          <p:nvPr/>
        </p:nvSpPr>
        <p:spPr>
          <a:xfrm>
            <a:off x="16218543" y="3822993"/>
            <a:ext cx="512445" cy="92710"/>
          </a:xfrm>
          <a:custGeom>
            <a:avLst/>
            <a:gdLst/>
            <a:ahLst/>
            <a:cxnLst/>
            <a:rect l="l" t="t" r="r" b="b"/>
            <a:pathLst>
              <a:path w="512444" h="92710">
                <a:moveTo>
                  <a:pt x="511827" y="92217"/>
                </a:moveTo>
                <a:lnTo>
                  <a:pt x="0" y="92217"/>
                </a:lnTo>
                <a:lnTo>
                  <a:pt x="0" y="0"/>
                </a:lnTo>
                <a:lnTo>
                  <a:pt x="511827" y="0"/>
                </a:lnTo>
                <a:lnTo>
                  <a:pt x="511827" y="92217"/>
                </a:lnTo>
                <a:close/>
              </a:path>
            </a:pathLst>
          </a:custGeom>
          <a:solidFill>
            <a:srgbClr val="093E5E"/>
          </a:solidFill>
        </p:spPr>
        <p:txBody>
          <a:bodyPr wrap="square" lIns="0" tIns="0" rIns="0" bIns="0" rtlCol="0"/>
          <a:lstStyle/>
          <a:p>
            <a:endParaRPr/>
          </a:p>
        </p:txBody>
      </p:sp>
      <p:sp>
        <p:nvSpPr>
          <p:cNvPr id="86" name="object 86"/>
          <p:cNvSpPr/>
          <p:nvPr/>
        </p:nvSpPr>
        <p:spPr>
          <a:xfrm>
            <a:off x="16222972" y="3917514"/>
            <a:ext cx="507365" cy="309245"/>
          </a:xfrm>
          <a:custGeom>
            <a:avLst/>
            <a:gdLst/>
            <a:ahLst/>
            <a:cxnLst/>
            <a:rect l="l" t="t" r="r" b="b"/>
            <a:pathLst>
              <a:path w="507365" h="309245">
                <a:moveTo>
                  <a:pt x="507209" y="308943"/>
                </a:moveTo>
                <a:lnTo>
                  <a:pt x="0" y="308943"/>
                </a:lnTo>
                <a:lnTo>
                  <a:pt x="0" y="0"/>
                </a:lnTo>
                <a:lnTo>
                  <a:pt x="507209" y="0"/>
                </a:lnTo>
                <a:lnTo>
                  <a:pt x="507209" y="308943"/>
                </a:lnTo>
                <a:close/>
              </a:path>
            </a:pathLst>
          </a:custGeom>
          <a:solidFill>
            <a:srgbClr val="FFFFFF"/>
          </a:solidFill>
        </p:spPr>
        <p:txBody>
          <a:bodyPr wrap="square" lIns="0" tIns="0" rIns="0" bIns="0" rtlCol="0"/>
          <a:lstStyle/>
          <a:p>
            <a:endParaRPr/>
          </a:p>
        </p:txBody>
      </p:sp>
      <p:sp>
        <p:nvSpPr>
          <p:cNvPr id="87" name="object 87"/>
          <p:cNvSpPr/>
          <p:nvPr/>
        </p:nvSpPr>
        <p:spPr>
          <a:xfrm>
            <a:off x="16230637" y="3907786"/>
            <a:ext cx="493395" cy="20955"/>
          </a:xfrm>
          <a:custGeom>
            <a:avLst/>
            <a:gdLst/>
            <a:ahLst/>
            <a:cxnLst/>
            <a:rect l="l" t="t" r="r" b="b"/>
            <a:pathLst>
              <a:path w="493394" h="20954">
                <a:moveTo>
                  <a:pt x="0" y="20491"/>
                </a:moveTo>
                <a:lnTo>
                  <a:pt x="493220" y="20491"/>
                </a:lnTo>
                <a:lnTo>
                  <a:pt x="493220" y="0"/>
                </a:lnTo>
                <a:lnTo>
                  <a:pt x="0" y="0"/>
                </a:lnTo>
                <a:lnTo>
                  <a:pt x="0" y="20491"/>
                </a:lnTo>
                <a:close/>
              </a:path>
            </a:pathLst>
          </a:custGeom>
          <a:solidFill>
            <a:srgbClr val="838484"/>
          </a:solidFill>
        </p:spPr>
        <p:txBody>
          <a:bodyPr wrap="square" lIns="0" tIns="0" rIns="0" bIns="0" rtlCol="0"/>
          <a:lstStyle/>
          <a:p>
            <a:endParaRPr/>
          </a:p>
        </p:txBody>
      </p:sp>
      <p:sp>
        <p:nvSpPr>
          <p:cNvPr id="88" name="object 88"/>
          <p:cNvSpPr/>
          <p:nvPr/>
        </p:nvSpPr>
        <p:spPr>
          <a:xfrm>
            <a:off x="16209815" y="3812077"/>
            <a:ext cx="534670" cy="427990"/>
          </a:xfrm>
          <a:custGeom>
            <a:avLst/>
            <a:gdLst/>
            <a:ahLst/>
            <a:cxnLst/>
            <a:rect l="l" t="t" r="r" b="b"/>
            <a:pathLst>
              <a:path w="534669" h="427989">
                <a:moveTo>
                  <a:pt x="498089" y="0"/>
                </a:moveTo>
                <a:lnTo>
                  <a:pt x="35737" y="0"/>
                </a:lnTo>
                <a:lnTo>
                  <a:pt x="28685" y="691"/>
                </a:lnTo>
                <a:lnTo>
                  <a:pt x="651" y="28882"/>
                </a:lnTo>
                <a:lnTo>
                  <a:pt x="0" y="391862"/>
                </a:lnTo>
                <a:lnTo>
                  <a:pt x="3185" y="405738"/>
                </a:lnTo>
                <a:lnTo>
                  <a:pt x="11578" y="417082"/>
                </a:lnTo>
                <a:lnTo>
                  <a:pt x="23641" y="424738"/>
                </a:lnTo>
                <a:lnTo>
                  <a:pt x="37841" y="427547"/>
                </a:lnTo>
                <a:lnTo>
                  <a:pt x="500393" y="427547"/>
                </a:lnTo>
                <a:lnTo>
                  <a:pt x="530462" y="407034"/>
                </a:lnTo>
                <a:lnTo>
                  <a:pt x="29388" y="407024"/>
                </a:lnTo>
                <a:lnTo>
                  <a:pt x="20543" y="400186"/>
                </a:lnTo>
                <a:lnTo>
                  <a:pt x="20481" y="31747"/>
                </a:lnTo>
                <a:lnTo>
                  <a:pt x="22051" y="27894"/>
                </a:lnTo>
                <a:lnTo>
                  <a:pt x="27821" y="22104"/>
                </a:lnTo>
                <a:lnTo>
                  <a:pt x="31653" y="20512"/>
                </a:lnTo>
                <a:lnTo>
                  <a:pt x="530266" y="20512"/>
                </a:lnTo>
                <a:lnTo>
                  <a:pt x="523460" y="10504"/>
                </a:lnTo>
                <a:lnTo>
                  <a:pt x="512032" y="2819"/>
                </a:lnTo>
                <a:lnTo>
                  <a:pt x="498089" y="0"/>
                </a:lnTo>
                <a:close/>
              </a:path>
              <a:path w="534669" h="427989">
                <a:moveTo>
                  <a:pt x="530266" y="20512"/>
                </a:moveTo>
                <a:lnTo>
                  <a:pt x="506591" y="20512"/>
                </a:lnTo>
                <a:lnTo>
                  <a:pt x="513544" y="27423"/>
                </a:lnTo>
                <a:lnTo>
                  <a:pt x="513617" y="392762"/>
                </a:lnTo>
                <a:lnTo>
                  <a:pt x="514005" y="396637"/>
                </a:lnTo>
                <a:lnTo>
                  <a:pt x="508235" y="402479"/>
                </a:lnTo>
                <a:lnTo>
                  <a:pt x="504372" y="407024"/>
                </a:lnTo>
                <a:lnTo>
                  <a:pt x="500277" y="407034"/>
                </a:lnTo>
                <a:lnTo>
                  <a:pt x="530466" y="407024"/>
                </a:lnTo>
                <a:lnTo>
                  <a:pt x="532444" y="402299"/>
                </a:lnTo>
                <a:lnTo>
                  <a:pt x="533755" y="395604"/>
                </a:lnTo>
                <a:lnTo>
                  <a:pt x="534093" y="388658"/>
                </a:lnTo>
                <a:lnTo>
                  <a:pt x="534098" y="35820"/>
                </a:lnTo>
                <a:lnTo>
                  <a:pt x="531205" y="21892"/>
                </a:lnTo>
                <a:lnTo>
                  <a:pt x="530266" y="20512"/>
                </a:lnTo>
                <a:close/>
              </a:path>
            </a:pathLst>
          </a:custGeom>
          <a:solidFill>
            <a:srgbClr val="838484"/>
          </a:solidFill>
        </p:spPr>
        <p:txBody>
          <a:bodyPr wrap="square" lIns="0" tIns="0" rIns="0" bIns="0" rtlCol="0"/>
          <a:lstStyle/>
          <a:p>
            <a:endParaRPr/>
          </a:p>
        </p:txBody>
      </p:sp>
      <p:sp>
        <p:nvSpPr>
          <p:cNvPr id="89" name="object 89"/>
          <p:cNvSpPr/>
          <p:nvPr/>
        </p:nvSpPr>
        <p:spPr>
          <a:xfrm>
            <a:off x="16397414" y="3852531"/>
            <a:ext cx="33655" cy="33655"/>
          </a:xfrm>
          <a:custGeom>
            <a:avLst/>
            <a:gdLst/>
            <a:ahLst/>
            <a:cxnLst/>
            <a:rect l="l" t="t" r="r" b="b"/>
            <a:pathLst>
              <a:path w="33655" h="33654">
                <a:moveTo>
                  <a:pt x="25800" y="0"/>
                </a:moveTo>
                <a:lnTo>
                  <a:pt x="7444" y="0"/>
                </a:lnTo>
                <a:lnTo>
                  <a:pt x="0" y="7455"/>
                </a:lnTo>
                <a:lnTo>
                  <a:pt x="0" y="25800"/>
                </a:lnTo>
                <a:lnTo>
                  <a:pt x="7444" y="33234"/>
                </a:lnTo>
                <a:lnTo>
                  <a:pt x="25800" y="33234"/>
                </a:lnTo>
                <a:lnTo>
                  <a:pt x="33234" y="25800"/>
                </a:lnTo>
                <a:lnTo>
                  <a:pt x="33234" y="7455"/>
                </a:lnTo>
                <a:lnTo>
                  <a:pt x="25800" y="0"/>
                </a:lnTo>
                <a:close/>
              </a:path>
            </a:pathLst>
          </a:custGeom>
          <a:solidFill>
            <a:srgbClr val="838484"/>
          </a:solidFill>
        </p:spPr>
        <p:txBody>
          <a:bodyPr wrap="square" lIns="0" tIns="0" rIns="0" bIns="0" rtlCol="0"/>
          <a:lstStyle/>
          <a:p>
            <a:endParaRPr/>
          </a:p>
        </p:txBody>
      </p:sp>
      <p:sp>
        <p:nvSpPr>
          <p:cNvPr id="90" name="object 90"/>
          <p:cNvSpPr/>
          <p:nvPr/>
        </p:nvSpPr>
        <p:spPr>
          <a:xfrm>
            <a:off x="16335029" y="3852531"/>
            <a:ext cx="33655" cy="33655"/>
          </a:xfrm>
          <a:custGeom>
            <a:avLst/>
            <a:gdLst/>
            <a:ahLst/>
            <a:cxnLst/>
            <a:rect l="l" t="t" r="r" b="b"/>
            <a:pathLst>
              <a:path w="33655" h="33654">
                <a:moveTo>
                  <a:pt x="25779" y="0"/>
                </a:moveTo>
                <a:lnTo>
                  <a:pt x="7434" y="0"/>
                </a:lnTo>
                <a:lnTo>
                  <a:pt x="0" y="7455"/>
                </a:lnTo>
                <a:lnTo>
                  <a:pt x="0" y="25800"/>
                </a:lnTo>
                <a:lnTo>
                  <a:pt x="7434" y="33234"/>
                </a:lnTo>
                <a:lnTo>
                  <a:pt x="25779" y="33234"/>
                </a:lnTo>
                <a:lnTo>
                  <a:pt x="33224" y="25800"/>
                </a:lnTo>
                <a:lnTo>
                  <a:pt x="33224" y="7455"/>
                </a:lnTo>
                <a:lnTo>
                  <a:pt x="25779" y="0"/>
                </a:lnTo>
                <a:close/>
              </a:path>
            </a:pathLst>
          </a:custGeom>
          <a:solidFill>
            <a:srgbClr val="838484"/>
          </a:solidFill>
        </p:spPr>
        <p:txBody>
          <a:bodyPr wrap="square" lIns="0" tIns="0" rIns="0" bIns="0" rtlCol="0"/>
          <a:lstStyle/>
          <a:p>
            <a:endParaRPr/>
          </a:p>
        </p:txBody>
      </p:sp>
      <p:sp>
        <p:nvSpPr>
          <p:cNvPr id="91" name="object 91"/>
          <p:cNvSpPr/>
          <p:nvPr/>
        </p:nvSpPr>
        <p:spPr>
          <a:xfrm>
            <a:off x="16272622" y="3852531"/>
            <a:ext cx="33655" cy="33655"/>
          </a:xfrm>
          <a:custGeom>
            <a:avLst/>
            <a:gdLst/>
            <a:ahLst/>
            <a:cxnLst/>
            <a:rect l="l" t="t" r="r" b="b"/>
            <a:pathLst>
              <a:path w="33655" h="33654">
                <a:moveTo>
                  <a:pt x="25800" y="0"/>
                </a:moveTo>
                <a:lnTo>
                  <a:pt x="7444" y="0"/>
                </a:lnTo>
                <a:lnTo>
                  <a:pt x="0" y="7455"/>
                </a:lnTo>
                <a:lnTo>
                  <a:pt x="0" y="25800"/>
                </a:lnTo>
                <a:lnTo>
                  <a:pt x="7444" y="33234"/>
                </a:lnTo>
                <a:lnTo>
                  <a:pt x="25800" y="33234"/>
                </a:lnTo>
                <a:lnTo>
                  <a:pt x="33245" y="25800"/>
                </a:lnTo>
                <a:lnTo>
                  <a:pt x="33245" y="7455"/>
                </a:lnTo>
                <a:lnTo>
                  <a:pt x="25800" y="0"/>
                </a:lnTo>
                <a:close/>
              </a:path>
            </a:pathLst>
          </a:custGeom>
          <a:solidFill>
            <a:srgbClr val="838484"/>
          </a:solidFill>
        </p:spPr>
        <p:txBody>
          <a:bodyPr wrap="square" lIns="0" tIns="0" rIns="0" bIns="0" rtlCol="0"/>
          <a:lstStyle/>
          <a:p>
            <a:endParaRPr/>
          </a:p>
        </p:txBody>
      </p:sp>
      <p:sp>
        <p:nvSpPr>
          <p:cNvPr id="92" name="object 92"/>
          <p:cNvSpPr/>
          <p:nvPr/>
        </p:nvSpPr>
        <p:spPr>
          <a:xfrm>
            <a:off x="16402400" y="3977459"/>
            <a:ext cx="149225" cy="309245"/>
          </a:xfrm>
          <a:custGeom>
            <a:avLst/>
            <a:gdLst/>
            <a:ahLst/>
            <a:cxnLst/>
            <a:rect l="l" t="t" r="r" b="b"/>
            <a:pathLst>
              <a:path w="149225" h="309245">
                <a:moveTo>
                  <a:pt x="148717" y="308933"/>
                </a:moveTo>
                <a:lnTo>
                  <a:pt x="0" y="308933"/>
                </a:lnTo>
                <a:lnTo>
                  <a:pt x="0" y="0"/>
                </a:lnTo>
                <a:lnTo>
                  <a:pt x="148717" y="0"/>
                </a:lnTo>
                <a:lnTo>
                  <a:pt x="148717" y="308933"/>
                </a:lnTo>
                <a:close/>
              </a:path>
            </a:pathLst>
          </a:custGeom>
          <a:solidFill>
            <a:srgbClr val="FFFFFF"/>
          </a:solidFill>
        </p:spPr>
        <p:txBody>
          <a:bodyPr wrap="square" lIns="0" tIns="0" rIns="0" bIns="0" rtlCol="0"/>
          <a:lstStyle/>
          <a:p>
            <a:endParaRPr/>
          </a:p>
        </p:txBody>
      </p:sp>
      <p:sp>
        <p:nvSpPr>
          <p:cNvPr id="93" name="object 93"/>
          <p:cNvSpPr/>
          <p:nvPr/>
        </p:nvSpPr>
        <p:spPr>
          <a:xfrm>
            <a:off x="16387196" y="4068708"/>
            <a:ext cx="170685" cy="230375"/>
          </a:xfrm>
          <a:prstGeom prst="rect">
            <a:avLst/>
          </a:prstGeom>
          <a:blipFill>
            <a:blip r:embed="rId14" cstate="print"/>
            <a:stretch>
              <a:fillRect/>
            </a:stretch>
          </a:blipFill>
        </p:spPr>
        <p:txBody>
          <a:bodyPr wrap="square" lIns="0" tIns="0" rIns="0" bIns="0" rtlCol="0"/>
          <a:lstStyle/>
          <a:p>
            <a:endParaRPr/>
          </a:p>
        </p:txBody>
      </p:sp>
      <p:sp>
        <p:nvSpPr>
          <p:cNvPr id="94" name="object 94"/>
          <p:cNvSpPr/>
          <p:nvPr/>
        </p:nvSpPr>
        <p:spPr>
          <a:xfrm>
            <a:off x="14409895" y="1948275"/>
            <a:ext cx="363220" cy="65405"/>
          </a:xfrm>
          <a:custGeom>
            <a:avLst/>
            <a:gdLst/>
            <a:ahLst/>
            <a:cxnLst/>
            <a:rect l="l" t="t" r="r" b="b"/>
            <a:pathLst>
              <a:path w="363219" h="65405">
                <a:moveTo>
                  <a:pt x="0" y="65390"/>
                </a:moveTo>
                <a:lnTo>
                  <a:pt x="362899" y="65390"/>
                </a:lnTo>
                <a:lnTo>
                  <a:pt x="362899" y="0"/>
                </a:lnTo>
                <a:lnTo>
                  <a:pt x="0" y="0"/>
                </a:lnTo>
                <a:lnTo>
                  <a:pt x="0" y="65390"/>
                </a:lnTo>
                <a:close/>
              </a:path>
            </a:pathLst>
          </a:custGeom>
          <a:solidFill>
            <a:srgbClr val="093E5E"/>
          </a:solidFill>
        </p:spPr>
        <p:txBody>
          <a:bodyPr wrap="square" lIns="0" tIns="0" rIns="0" bIns="0" rtlCol="0"/>
          <a:lstStyle/>
          <a:p>
            <a:endParaRPr/>
          </a:p>
        </p:txBody>
      </p:sp>
      <p:sp>
        <p:nvSpPr>
          <p:cNvPr id="95" name="object 95"/>
          <p:cNvSpPr/>
          <p:nvPr/>
        </p:nvSpPr>
        <p:spPr>
          <a:xfrm>
            <a:off x="14418471" y="2008399"/>
            <a:ext cx="349885" cy="14604"/>
          </a:xfrm>
          <a:custGeom>
            <a:avLst/>
            <a:gdLst/>
            <a:ahLst/>
            <a:cxnLst/>
            <a:rect l="l" t="t" r="r" b="b"/>
            <a:pathLst>
              <a:path w="349884" h="14605">
                <a:moveTo>
                  <a:pt x="0" y="14523"/>
                </a:moveTo>
                <a:lnTo>
                  <a:pt x="349717" y="14523"/>
                </a:lnTo>
                <a:lnTo>
                  <a:pt x="349717" y="0"/>
                </a:lnTo>
                <a:lnTo>
                  <a:pt x="0" y="0"/>
                </a:lnTo>
                <a:lnTo>
                  <a:pt x="0" y="14523"/>
                </a:lnTo>
                <a:close/>
              </a:path>
            </a:pathLst>
          </a:custGeom>
          <a:solidFill>
            <a:srgbClr val="838484"/>
          </a:solidFill>
        </p:spPr>
        <p:txBody>
          <a:bodyPr wrap="square" lIns="0" tIns="0" rIns="0" bIns="0" rtlCol="0"/>
          <a:lstStyle/>
          <a:p>
            <a:endParaRPr/>
          </a:p>
        </p:txBody>
      </p:sp>
      <p:sp>
        <p:nvSpPr>
          <p:cNvPr id="96" name="object 96"/>
          <p:cNvSpPr/>
          <p:nvPr/>
        </p:nvSpPr>
        <p:spPr>
          <a:xfrm>
            <a:off x="14403671" y="1940538"/>
            <a:ext cx="379095" cy="303530"/>
          </a:xfrm>
          <a:custGeom>
            <a:avLst/>
            <a:gdLst/>
            <a:ahLst/>
            <a:cxnLst/>
            <a:rect l="l" t="t" r="r" b="b"/>
            <a:pathLst>
              <a:path w="379094" h="303530">
                <a:moveTo>
                  <a:pt x="353203" y="0"/>
                </a:moveTo>
                <a:lnTo>
                  <a:pt x="18585" y="0"/>
                </a:lnTo>
                <a:lnTo>
                  <a:pt x="12198" y="2649"/>
                </a:lnTo>
                <a:lnTo>
                  <a:pt x="2617" y="12292"/>
                </a:lnTo>
                <a:lnTo>
                  <a:pt x="0" y="18690"/>
                </a:lnTo>
                <a:lnTo>
                  <a:pt x="31" y="277844"/>
                </a:lnTo>
                <a:lnTo>
                  <a:pt x="2294" y="287681"/>
                </a:lnTo>
                <a:lnTo>
                  <a:pt x="8247" y="295723"/>
                </a:lnTo>
                <a:lnTo>
                  <a:pt x="16801" y="301151"/>
                </a:lnTo>
                <a:lnTo>
                  <a:pt x="26868" y="303142"/>
                </a:lnTo>
                <a:lnTo>
                  <a:pt x="354826" y="303142"/>
                </a:lnTo>
                <a:lnTo>
                  <a:pt x="361622" y="303111"/>
                </a:lnTo>
                <a:lnTo>
                  <a:pt x="367999" y="298346"/>
                </a:lnTo>
                <a:lnTo>
                  <a:pt x="377548" y="288692"/>
                </a:lnTo>
                <a:lnTo>
                  <a:pt x="20889" y="288609"/>
                </a:lnTo>
                <a:lnTo>
                  <a:pt x="14606" y="283740"/>
                </a:lnTo>
                <a:lnTo>
                  <a:pt x="14554" y="22501"/>
                </a:lnTo>
                <a:lnTo>
                  <a:pt x="15674" y="19779"/>
                </a:lnTo>
                <a:lnTo>
                  <a:pt x="19758" y="15664"/>
                </a:lnTo>
                <a:lnTo>
                  <a:pt x="22480" y="14544"/>
                </a:lnTo>
                <a:lnTo>
                  <a:pt x="376019" y="14544"/>
                </a:lnTo>
                <a:lnTo>
                  <a:pt x="371191" y="7447"/>
                </a:lnTo>
                <a:lnTo>
                  <a:pt x="363088" y="1998"/>
                </a:lnTo>
                <a:lnTo>
                  <a:pt x="353203" y="0"/>
                </a:lnTo>
                <a:close/>
              </a:path>
              <a:path w="379094" h="303530">
                <a:moveTo>
                  <a:pt x="376019" y="14544"/>
                </a:moveTo>
                <a:lnTo>
                  <a:pt x="359235" y="14544"/>
                </a:lnTo>
                <a:lnTo>
                  <a:pt x="364166" y="19444"/>
                </a:lnTo>
                <a:lnTo>
                  <a:pt x="364208" y="278483"/>
                </a:lnTo>
                <a:lnTo>
                  <a:pt x="364491" y="281227"/>
                </a:lnTo>
                <a:lnTo>
                  <a:pt x="360397" y="285373"/>
                </a:lnTo>
                <a:lnTo>
                  <a:pt x="357664" y="288588"/>
                </a:lnTo>
                <a:lnTo>
                  <a:pt x="354753" y="288609"/>
                </a:lnTo>
                <a:lnTo>
                  <a:pt x="377564" y="288609"/>
                </a:lnTo>
                <a:lnTo>
                  <a:pt x="378773" y="282284"/>
                </a:lnTo>
                <a:lnTo>
                  <a:pt x="378742" y="25402"/>
                </a:lnTo>
                <a:lnTo>
                  <a:pt x="376685" y="15522"/>
                </a:lnTo>
                <a:lnTo>
                  <a:pt x="376019" y="14544"/>
                </a:lnTo>
                <a:close/>
              </a:path>
            </a:pathLst>
          </a:custGeom>
          <a:solidFill>
            <a:srgbClr val="838484"/>
          </a:solidFill>
        </p:spPr>
        <p:txBody>
          <a:bodyPr wrap="square" lIns="0" tIns="0" rIns="0" bIns="0" rtlCol="0"/>
          <a:lstStyle/>
          <a:p>
            <a:endParaRPr/>
          </a:p>
        </p:txBody>
      </p:sp>
      <p:sp>
        <p:nvSpPr>
          <p:cNvPr id="97" name="object 97"/>
          <p:cNvSpPr/>
          <p:nvPr/>
        </p:nvSpPr>
        <p:spPr>
          <a:xfrm>
            <a:off x="14536728" y="1969214"/>
            <a:ext cx="24130" cy="24130"/>
          </a:xfrm>
          <a:custGeom>
            <a:avLst/>
            <a:gdLst/>
            <a:ahLst/>
            <a:cxnLst/>
            <a:rect l="l" t="t" r="r" b="b"/>
            <a:pathLst>
              <a:path w="24130" h="24130">
                <a:moveTo>
                  <a:pt x="18292" y="0"/>
                </a:moveTo>
                <a:lnTo>
                  <a:pt x="5266" y="0"/>
                </a:lnTo>
                <a:lnTo>
                  <a:pt x="0" y="5287"/>
                </a:lnTo>
                <a:lnTo>
                  <a:pt x="0" y="18303"/>
                </a:lnTo>
                <a:lnTo>
                  <a:pt x="5266" y="23569"/>
                </a:lnTo>
                <a:lnTo>
                  <a:pt x="18292" y="23569"/>
                </a:lnTo>
                <a:lnTo>
                  <a:pt x="23559" y="18303"/>
                </a:lnTo>
                <a:lnTo>
                  <a:pt x="23559" y="5287"/>
                </a:lnTo>
                <a:lnTo>
                  <a:pt x="18292" y="0"/>
                </a:lnTo>
                <a:close/>
              </a:path>
            </a:pathLst>
          </a:custGeom>
          <a:solidFill>
            <a:srgbClr val="838484"/>
          </a:solidFill>
        </p:spPr>
        <p:txBody>
          <a:bodyPr wrap="square" lIns="0" tIns="0" rIns="0" bIns="0" rtlCol="0"/>
          <a:lstStyle/>
          <a:p>
            <a:endParaRPr/>
          </a:p>
        </p:txBody>
      </p:sp>
      <p:sp>
        <p:nvSpPr>
          <p:cNvPr id="98" name="object 98"/>
          <p:cNvSpPr/>
          <p:nvPr/>
        </p:nvSpPr>
        <p:spPr>
          <a:xfrm>
            <a:off x="14492487" y="1969214"/>
            <a:ext cx="24130" cy="24130"/>
          </a:xfrm>
          <a:custGeom>
            <a:avLst/>
            <a:gdLst/>
            <a:ahLst/>
            <a:cxnLst/>
            <a:rect l="l" t="t" r="r" b="b"/>
            <a:pathLst>
              <a:path w="24130" h="24130">
                <a:moveTo>
                  <a:pt x="18282" y="0"/>
                </a:moveTo>
                <a:lnTo>
                  <a:pt x="5277" y="0"/>
                </a:lnTo>
                <a:lnTo>
                  <a:pt x="0" y="5287"/>
                </a:lnTo>
                <a:lnTo>
                  <a:pt x="0" y="18303"/>
                </a:lnTo>
                <a:lnTo>
                  <a:pt x="5277" y="23569"/>
                </a:lnTo>
                <a:lnTo>
                  <a:pt x="18282" y="23569"/>
                </a:lnTo>
                <a:lnTo>
                  <a:pt x="23559" y="18303"/>
                </a:lnTo>
                <a:lnTo>
                  <a:pt x="23559" y="5287"/>
                </a:lnTo>
                <a:lnTo>
                  <a:pt x="18282" y="0"/>
                </a:lnTo>
                <a:close/>
              </a:path>
            </a:pathLst>
          </a:custGeom>
          <a:solidFill>
            <a:srgbClr val="838484"/>
          </a:solidFill>
        </p:spPr>
        <p:txBody>
          <a:bodyPr wrap="square" lIns="0" tIns="0" rIns="0" bIns="0" rtlCol="0"/>
          <a:lstStyle/>
          <a:p>
            <a:endParaRPr/>
          </a:p>
        </p:txBody>
      </p:sp>
      <p:sp>
        <p:nvSpPr>
          <p:cNvPr id="99" name="object 99"/>
          <p:cNvSpPr/>
          <p:nvPr/>
        </p:nvSpPr>
        <p:spPr>
          <a:xfrm>
            <a:off x="14448252" y="1969214"/>
            <a:ext cx="24130" cy="24130"/>
          </a:xfrm>
          <a:custGeom>
            <a:avLst/>
            <a:gdLst/>
            <a:ahLst/>
            <a:cxnLst/>
            <a:rect l="l" t="t" r="r" b="b"/>
            <a:pathLst>
              <a:path w="24130" h="24130">
                <a:moveTo>
                  <a:pt x="18282" y="0"/>
                </a:moveTo>
                <a:lnTo>
                  <a:pt x="5266" y="0"/>
                </a:lnTo>
                <a:lnTo>
                  <a:pt x="0" y="5287"/>
                </a:lnTo>
                <a:lnTo>
                  <a:pt x="0" y="18303"/>
                </a:lnTo>
                <a:lnTo>
                  <a:pt x="5266" y="23569"/>
                </a:lnTo>
                <a:lnTo>
                  <a:pt x="18282" y="23569"/>
                </a:lnTo>
                <a:lnTo>
                  <a:pt x="23559" y="18303"/>
                </a:lnTo>
                <a:lnTo>
                  <a:pt x="23559" y="5287"/>
                </a:lnTo>
                <a:lnTo>
                  <a:pt x="18282" y="0"/>
                </a:lnTo>
                <a:close/>
              </a:path>
            </a:pathLst>
          </a:custGeom>
          <a:solidFill>
            <a:srgbClr val="838484"/>
          </a:solidFill>
        </p:spPr>
        <p:txBody>
          <a:bodyPr wrap="square" lIns="0" tIns="0" rIns="0" bIns="0" rtlCol="0"/>
          <a:lstStyle/>
          <a:p>
            <a:endParaRPr/>
          </a:p>
        </p:txBody>
      </p:sp>
      <p:sp>
        <p:nvSpPr>
          <p:cNvPr id="100" name="object 100"/>
          <p:cNvSpPr/>
          <p:nvPr/>
        </p:nvSpPr>
        <p:spPr>
          <a:xfrm>
            <a:off x="14612872" y="1922201"/>
            <a:ext cx="360680" cy="388620"/>
          </a:xfrm>
          <a:custGeom>
            <a:avLst/>
            <a:gdLst/>
            <a:ahLst/>
            <a:cxnLst/>
            <a:rect l="l" t="t" r="r" b="b"/>
            <a:pathLst>
              <a:path w="360680" h="388619">
                <a:moveTo>
                  <a:pt x="94520" y="282420"/>
                </a:moveTo>
                <a:lnTo>
                  <a:pt x="48406" y="300870"/>
                </a:lnTo>
                <a:lnTo>
                  <a:pt x="21905" y="323927"/>
                </a:lnTo>
                <a:lnTo>
                  <a:pt x="2303" y="355046"/>
                </a:lnTo>
                <a:lnTo>
                  <a:pt x="0" y="374648"/>
                </a:lnTo>
                <a:lnTo>
                  <a:pt x="12680" y="388480"/>
                </a:lnTo>
                <a:lnTo>
                  <a:pt x="350439" y="387328"/>
                </a:lnTo>
                <a:lnTo>
                  <a:pt x="360271" y="377004"/>
                </a:lnTo>
                <a:lnTo>
                  <a:pt x="357350" y="348135"/>
                </a:lnTo>
                <a:lnTo>
                  <a:pt x="224788" y="299718"/>
                </a:lnTo>
                <a:lnTo>
                  <a:pt x="219922" y="284734"/>
                </a:lnTo>
                <a:lnTo>
                  <a:pt x="126226" y="284734"/>
                </a:lnTo>
                <a:lnTo>
                  <a:pt x="94520" y="282420"/>
                </a:lnTo>
                <a:close/>
              </a:path>
              <a:path w="360680" h="388619">
                <a:moveTo>
                  <a:pt x="87892" y="115273"/>
                </a:moveTo>
                <a:lnTo>
                  <a:pt x="83285" y="139199"/>
                </a:lnTo>
                <a:lnTo>
                  <a:pt x="93368" y="159084"/>
                </a:lnTo>
                <a:lnTo>
                  <a:pt x="108918" y="163502"/>
                </a:lnTo>
                <a:lnTo>
                  <a:pt x="118729" y="200580"/>
                </a:lnTo>
                <a:lnTo>
                  <a:pt x="147262" y="237469"/>
                </a:lnTo>
                <a:lnTo>
                  <a:pt x="146393" y="268012"/>
                </a:lnTo>
                <a:lnTo>
                  <a:pt x="126226" y="284734"/>
                </a:lnTo>
                <a:lnTo>
                  <a:pt x="219922" y="284734"/>
                </a:lnTo>
                <a:lnTo>
                  <a:pt x="195962" y="210956"/>
                </a:lnTo>
                <a:lnTo>
                  <a:pt x="195407" y="119881"/>
                </a:lnTo>
                <a:lnTo>
                  <a:pt x="95672" y="119881"/>
                </a:lnTo>
                <a:lnTo>
                  <a:pt x="87892" y="115273"/>
                </a:lnTo>
                <a:close/>
              </a:path>
              <a:path w="360680" h="388619">
                <a:moveTo>
                  <a:pt x="130257" y="0"/>
                </a:moveTo>
                <a:lnTo>
                  <a:pt x="97823" y="42242"/>
                </a:lnTo>
                <a:lnTo>
                  <a:pt x="91065" y="56490"/>
                </a:lnTo>
                <a:lnTo>
                  <a:pt x="91245" y="65693"/>
                </a:lnTo>
                <a:lnTo>
                  <a:pt x="92217" y="106059"/>
                </a:lnTo>
                <a:lnTo>
                  <a:pt x="95672" y="119881"/>
                </a:lnTo>
                <a:lnTo>
                  <a:pt x="195407" y="119881"/>
                </a:lnTo>
                <a:lnTo>
                  <a:pt x="194810" y="21905"/>
                </a:lnTo>
                <a:lnTo>
                  <a:pt x="130257" y="0"/>
                </a:lnTo>
                <a:close/>
              </a:path>
            </a:pathLst>
          </a:custGeom>
          <a:solidFill>
            <a:srgbClr val="FFFFFF"/>
          </a:solidFill>
        </p:spPr>
        <p:txBody>
          <a:bodyPr wrap="square" lIns="0" tIns="0" rIns="0" bIns="0" rtlCol="0"/>
          <a:lstStyle/>
          <a:p>
            <a:endParaRPr/>
          </a:p>
        </p:txBody>
      </p:sp>
      <p:sp>
        <p:nvSpPr>
          <p:cNvPr id="101" name="object 101"/>
          <p:cNvSpPr/>
          <p:nvPr/>
        </p:nvSpPr>
        <p:spPr>
          <a:xfrm>
            <a:off x="14607158" y="1913653"/>
            <a:ext cx="377190" cy="400050"/>
          </a:xfrm>
          <a:custGeom>
            <a:avLst/>
            <a:gdLst/>
            <a:ahLst/>
            <a:cxnLst/>
            <a:rect l="l" t="t" r="r" b="b"/>
            <a:pathLst>
              <a:path w="377190" h="400050">
                <a:moveTo>
                  <a:pt x="175628" y="0"/>
                </a:moveTo>
                <a:lnTo>
                  <a:pt x="134974" y="7620"/>
                </a:lnTo>
                <a:lnTo>
                  <a:pt x="97321" y="52070"/>
                </a:lnTo>
                <a:lnTo>
                  <a:pt x="91805" y="96520"/>
                </a:lnTo>
                <a:lnTo>
                  <a:pt x="94646" y="119380"/>
                </a:lnTo>
                <a:lnTo>
                  <a:pt x="89889" y="123190"/>
                </a:lnTo>
                <a:lnTo>
                  <a:pt x="86867" y="130810"/>
                </a:lnTo>
                <a:lnTo>
                  <a:pt x="85771" y="139700"/>
                </a:lnTo>
                <a:lnTo>
                  <a:pt x="86793" y="149860"/>
                </a:lnTo>
                <a:lnTo>
                  <a:pt x="90070" y="160020"/>
                </a:lnTo>
                <a:lnTo>
                  <a:pt x="95016" y="168910"/>
                </a:lnTo>
                <a:lnTo>
                  <a:pt x="101092" y="173990"/>
                </a:lnTo>
                <a:lnTo>
                  <a:pt x="107755" y="175260"/>
                </a:lnTo>
                <a:lnTo>
                  <a:pt x="107902" y="175260"/>
                </a:lnTo>
                <a:lnTo>
                  <a:pt x="114648" y="198120"/>
                </a:lnTo>
                <a:lnTo>
                  <a:pt x="123768" y="217170"/>
                </a:lnTo>
                <a:lnTo>
                  <a:pt x="134934" y="233680"/>
                </a:lnTo>
                <a:lnTo>
                  <a:pt x="147817" y="246380"/>
                </a:lnTo>
                <a:lnTo>
                  <a:pt x="147817" y="265430"/>
                </a:lnTo>
                <a:lnTo>
                  <a:pt x="114666" y="289560"/>
                </a:lnTo>
                <a:lnTo>
                  <a:pt x="112321" y="289560"/>
                </a:lnTo>
                <a:lnTo>
                  <a:pt x="77262" y="297180"/>
                </a:lnTo>
                <a:lnTo>
                  <a:pt x="46332" y="313690"/>
                </a:lnTo>
                <a:lnTo>
                  <a:pt x="21062" y="339090"/>
                </a:lnTo>
                <a:lnTo>
                  <a:pt x="2984" y="369570"/>
                </a:lnTo>
                <a:lnTo>
                  <a:pt x="0" y="377190"/>
                </a:lnTo>
                <a:lnTo>
                  <a:pt x="586" y="384810"/>
                </a:lnTo>
                <a:lnTo>
                  <a:pt x="9004" y="396240"/>
                </a:lnTo>
                <a:lnTo>
                  <a:pt x="16983" y="400050"/>
                </a:lnTo>
                <a:lnTo>
                  <a:pt x="359633" y="400050"/>
                </a:lnTo>
                <a:lnTo>
                  <a:pt x="367601" y="396240"/>
                </a:lnTo>
                <a:lnTo>
                  <a:pt x="369472" y="393700"/>
                </a:lnTo>
                <a:lnTo>
                  <a:pt x="19402" y="393700"/>
                </a:lnTo>
                <a:lnTo>
                  <a:pt x="13674" y="391160"/>
                </a:lnTo>
                <a:lnTo>
                  <a:pt x="7978" y="382270"/>
                </a:lnTo>
                <a:lnTo>
                  <a:pt x="7643" y="377190"/>
                </a:lnTo>
                <a:lnTo>
                  <a:pt x="9675" y="372110"/>
                </a:lnTo>
                <a:lnTo>
                  <a:pt x="26753" y="342900"/>
                </a:lnTo>
                <a:lnTo>
                  <a:pt x="50622" y="320040"/>
                </a:lnTo>
                <a:lnTo>
                  <a:pt x="79833" y="303530"/>
                </a:lnTo>
                <a:lnTo>
                  <a:pt x="112938" y="295910"/>
                </a:lnTo>
                <a:lnTo>
                  <a:pt x="132069" y="295910"/>
                </a:lnTo>
                <a:lnTo>
                  <a:pt x="141005" y="293370"/>
                </a:lnTo>
                <a:lnTo>
                  <a:pt x="148312" y="287020"/>
                </a:lnTo>
                <a:lnTo>
                  <a:pt x="153243" y="276860"/>
                </a:lnTo>
                <a:lnTo>
                  <a:pt x="155052" y="265430"/>
                </a:lnTo>
                <a:lnTo>
                  <a:pt x="155052" y="251460"/>
                </a:lnTo>
                <a:lnTo>
                  <a:pt x="173998" y="251460"/>
                </a:lnTo>
                <a:lnTo>
                  <a:pt x="126204" y="205740"/>
                </a:lnTo>
                <a:lnTo>
                  <a:pt x="114300" y="170180"/>
                </a:lnTo>
                <a:lnTo>
                  <a:pt x="111546" y="168910"/>
                </a:lnTo>
                <a:lnTo>
                  <a:pt x="108457" y="168910"/>
                </a:lnTo>
                <a:lnTo>
                  <a:pt x="104511" y="167640"/>
                </a:lnTo>
                <a:lnTo>
                  <a:pt x="100334" y="163830"/>
                </a:lnTo>
                <a:lnTo>
                  <a:pt x="96577" y="157480"/>
                </a:lnTo>
                <a:lnTo>
                  <a:pt x="93892" y="148590"/>
                </a:lnTo>
                <a:lnTo>
                  <a:pt x="91934" y="138430"/>
                </a:lnTo>
                <a:lnTo>
                  <a:pt x="93525" y="130810"/>
                </a:lnTo>
                <a:lnTo>
                  <a:pt x="96520" y="127000"/>
                </a:lnTo>
                <a:lnTo>
                  <a:pt x="104413" y="127000"/>
                </a:lnTo>
                <a:lnTo>
                  <a:pt x="100161" y="107950"/>
                </a:lnTo>
                <a:lnTo>
                  <a:pt x="103091" y="58420"/>
                </a:lnTo>
                <a:lnTo>
                  <a:pt x="124078" y="24130"/>
                </a:lnTo>
                <a:lnTo>
                  <a:pt x="175628" y="6350"/>
                </a:lnTo>
                <a:lnTo>
                  <a:pt x="208011" y="6350"/>
                </a:lnTo>
                <a:lnTo>
                  <a:pt x="202928" y="3810"/>
                </a:lnTo>
                <a:lnTo>
                  <a:pt x="189487" y="1270"/>
                </a:lnTo>
                <a:lnTo>
                  <a:pt x="175628" y="0"/>
                </a:lnTo>
                <a:close/>
              </a:path>
              <a:path w="377190" h="400050">
                <a:moveTo>
                  <a:pt x="228799" y="251460"/>
                </a:moveTo>
                <a:lnTo>
                  <a:pt x="221563" y="251460"/>
                </a:lnTo>
                <a:lnTo>
                  <a:pt x="221563" y="265430"/>
                </a:lnTo>
                <a:lnTo>
                  <a:pt x="223303" y="276860"/>
                </a:lnTo>
                <a:lnTo>
                  <a:pt x="228076" y="287020"/>
                </a:lnTo>
                <a:lnTo>
                  <a:pt x="235213" y="293370"/>
                </a:lnTo>
                <a:lnTo>
                  <a:pt x="244044" y="295910"/>
                </a:lnTo>
                <a:lnTo>
                  <a:pt x="262683" y="295910"/>
                </a:lnTo>
                <a:lnTo>
                  <a:pt x="296115" y="303530"/>
                </a:lnTo>
                <a:lnTo>
                  <a:pt x="325609" y="320040"/>
                </a:lnTo>
                <a:lnTo>
                  <a:pt x="349701" y="342900"/>
                </a:lnTo>
                <a:lnTo>
                  <a:pt x="366931" y="372110"/>
                </a:lnTo>
                <a:lnTo>
                  <a:pt x="368962" y="377190"/>
                </a:lnTo>
                <a:lnTo>
                  <a:pt x="368627" y="382270"/>
                </a:lnTo>
                <a:lnTo>
                  <a:pt x="365988" y="386080"/>
                </a:lnTo>
                <a:lnTo>
                  <a:pt x="362941" y="391160"/>
                </a:lnTo>
                <a:lnTo>
                  <a:pt x="357214" y="393700"/>
                </a:lnTo>
                <a:lnTo>
                  <a:pt x="369472" y="393700"/>
                </a:lnTo>
                <a:lnTo>
                  <a:pt x="376019" y="384810"/>
                </a:lnTo>
                <a:lnTo>
                  <a:pt x="376606" y="377190"/>
                </a:lnTo>
                <a:lnTo>
                  <a:pt x="373632" y="369570"/>
                </a:lnTo>
                <a:lnTo>
                  <a:pt x="355386" y="337820"/>
                </a:lnTo>
                <a:lnTo>
                  <a:pt x="329874" y="313690"/>
                </a:lnTo>
                <a:lnTo>
                  <a:pt x="298645" y="297180"/>
                </a:lnTo>
                <a:lnTo>
                  <a:pt x="263248" y="289560"/>
                </a:lnTo>
                <a:lnTo>
                  <a:pt x="261143" y="289560"/>
                </a:lnTo>
                <a:lnTo>
                  <a:pt x="244097" y="288290"/>
                </a:lnTo>
                <a:lnTo>
                  <a:pt x="238208" y="287020"/>
                </a:lnTo>
                <a:lnTo>
                  <a:pt x="233338" y="281940"/>
                </a:lnTo>
                <a:lnTo>
                  <a:pt x="230023" y="274320"/>
                </a:lnTo>
                <a:lnTo>
                  <a:pt x="228799" y="265430"/>
                </a:lnTo>
                <a:lnTo>
                  <a:pt x="228799" y="251460"/>
                </a:lnTo>
                <a:close/>
              </a:path>
              <a:path w="377190" h="400050">
                <a:moveTo>
                  <a:pt x="125011" y="295910"/>
                </a:moveTo>
                <a:lnTo>
                  <a:pt x="117305" y="295910"/>
                </a:lnTo>
                <a:lnTo>
                  <a:pt x="128240" y="316230"/>
                </a:lnTo>
                <a:lnTo>
                  <a:pt x="144663" y="331470"/>
                </a:lnTo>
                <a:lnTo>
                  <a:pt x="165157" y="340360"/>
                </a:lnTo>
                <a:lnTo>
                  <a:pt x="188308" y="344170"/>
                </a:lnTo>
                <a:lnTo>
                  <a:pt x="211428" y="340360"/>
                </a:lnTo>
                <a:lnTo>
                  <a:pt x="220216" y="336550"/>
                </a:lnTo>
                <a:lnTo>
                  <a:pt x="188308" y="336550"/>
                </a:lnTo>
                <a:lnTo>
                  <a:pt x="167972" y="334010"/>
                </a:lnTo>
                <a:lnTo>
                  <a:pt x="149867" y="326390"/>
                </a:lnTo>
                <a:lnTo>
                  <a:pt x="135158" y="312420"/>
                </a:lnTo>
                <a:lnTo>
                  <a:pt x="125011" y="295910"/>
                </a:lnTo>
                <a:close/>
              </a:path>
              <a:path w="377190" h="400050">
                <a:moveTo>
                  <a:pt x="259311" y="295910"/>
                </a:moveTo>
                <a:lnTo>
                  <a:pt x="251604" y="295910"/>
                </a:lnTo>
                <a:lnTo>
                  <a:pt x="241452" y="312420"/>
                </a:lnTo>
                <a:lnTo>
                  <a:pt x="226726" y="325120"/>
                </a:lnTo>
                <a:lnTo>
                  <a:pt x="208614" y="334010"/>
                </a:lnTo>
                <a:lnTo>
                  <a:pt x="188308" y="336550"/>
                </a:lnTo>
                <a:lnTo>
                  <a:pt x="220216" y="336550"/>
                </a:lnTo>
                <a:lnTo>
                  <a:pt x="231934" y="331470"/>
                </a:lnTo>
                <a:lnTo>
                  <a:pt x="248377" y="316230"/>
                </a:lnTo>
                <a:lnTo>
                  <a:pt x="259311" y="295910"/>
                </a:lnTo>
                <a:close/>
              </a:path>
              <a:path w="377190" h="400050">
                <a:moveTo>
                  <a:pt x="173998" y="251460"/>
                </a:moveTo>
                <a:lnTo>
                  <a:pt x="155052" y="251460"/>
                </a:lnTo>
                <a:lnTo>
                  <a:pt x="162958" y="256540"/>
                </a:lnTo>
                <a:lnTo>
                  <a:pt x="179637" y="261620"/>
                </a:lnTo>
                <a:lnTo>
                  <a:pt x="196979" y="261620"/>
                </a:lnTo>
                <a:lnTo>
                  <a:pt x="213658" y="256540"/>
                </a:lnTo>
                <a:lnTo>
                  <a:pt x="215634" y="255270"/>
                </a:lnTo>
                <a:lnTo>
                  <a:pt x="188308" y="255270"/>
                </a:lnTo>
                <a:lnTo>
                  <a:pt x="173998" y="251460"/>
                </a:lnTo>
                <a:close/>
              </a:path>
              <a:path w="377190" h="400050">
                <a:moveTo>
                  <a:pt x="267133" y="167640"/>
                </a:moveTo>
                <a:lnTo>
                  <a:pt x="265730" y="167640"/>
                </a:lnTo>
                <a:lnTo>
                  <a:pt x="262578" y="170180"/>
                </a:lnTo>
                <a:lnTo>
                  <a:pt x="261929" y="172720"/>
                </a:lnTo>
                <a:lnTo>
                  <a:pt x="250350" y="205740"/>
                </a:lnTo>
                <a:lnTo>
                  <a:pt x="233274" y="232410"/>
                </a:lnTo>
                <a:lnTo>
                  <a:pt x="212120" y="248920"/>
                </a:lnTo>
                <a:lnTo>
                  <a:pt x="188308" y="255270"/>
                </a:lnTo>
                <a:lnTo>
                  <a:pt x="215634" y="255270"/>
                </a:lnTo>
                <a:lnTo>
                  <a:pt x="221563" y="251460"/>
                </a:lnTo>
                <a:lnTo>
                  <a:pt x="228799" y="251460"/>
                </a:lnTo>
                <a:lnTo>
                  <a:pt x="228799" y="246380"/>
                </a:lnTo>
                <a:lnTo>
                  <a:pt x="241663" y="233680"/>
                </a:lnTo>
                <a:lnTo>
                  <a:pt x="252816" y="217170"/>
                </a:lnTo>
                <a:lnTo>
                  <a:pt x="261932" y="198120"/>
                </a:lnTo>
                <a:lnTo>
                  <a:pt x="268682" y="175260"/>
                </a:lnTo>
                <a:lnTo>
                  <a:pt x="273499" y="175260"/>
                </a:lnTo>
                <a:lnTo>
                  <a:pt x="275876" y="173990"/>
                </a:lnTo>
                <a:lnTo>
                  <a:pt x="280410" y="170180"/>
                </a:lnTo>
                <a:lnTo>
                  <a:pt x="281407" y="168910"/>
                </a:lnTo>
                <a:lnTo>
                  <a:pt x="269572" y="168910"/>
                </a:lnTo>
                <a:lnTo>
                  <a:pt x="267133" y="167640"/>
                </a:lnTo>
                <a:close/>
              </a:path>
              <a:path w="377190" h="400050">
                <a:moveTo>
                  <a:pt x="273499" y="175260"/>
                </a:moveTo>
                <a:lnTo>
                  <a:pt x="268682" y="175260"/>
                </a:lnTo>
                <a:lnTo>
                  <a:pt x="271049" y="176530"/>
                </a:lnTo>
                <a:lnTo>
                  <a:pt x="273499" y="175260"/>
                </a:lnTo>
                <a:close/>
              </a:path>
              <a:path w="377190" h="400050">
                <a:moveTo>
                  <a:pt x="110122" y="167640"/>
                </a:moveTo>
                <a:lnTo>
                  <a:pt x="108457" y="168910"/>
                </a:lnTo>
                <a:lnTo>
                  <a:pt x="111546" y="168910"/>
                </a:lnTo>
                <a:lnTo>
                  <a:pt x="110122" y="167640"/>
                </a:lnTo>
                <a:close/>
              </a:path>
              <a:path w="377190" h="400050">
                <a:moveTo>
                  <a:pt x="289248" y="129540"/>
                </a:moveTo>
                <a:lnTo>
                  <a:pt x="281624" y="129540"/>
                </a:lnTo>
                <a:lnTo>
                  <a:pt x="283530" y="133350"/>
                </a:lnTo>
                <a:lnTo>
                  <a:pt x="284305" y="140970"/>
                </a:lnTo>
                <a:lnTo>
                  <a:pt x="280693" y="158750"/>
                </a:lnTo>
                <a:lnTo>
                  <a:pt x="275949" y="165100"/>
                </a:lnTo>
                <a:lnTo>
                  <a:pt x="270787" y="168910"/>
                </a:lnTo>
                <a:lnTo>
                  <a:pt x="281407" y="168910"/>
                </a:lnTo>
                <a:lnTo>
                  <a:pt x="284401" y="165100"/>
                </a:lnTo>
                <a:lnTo>
                  <a:pt x="287616" y="157480"/>
                </a:lnTo>
                <a:lnTo>
                  <a:pt x="289823" y="149860"/>
                </a:lnTo>
                <a:lnTo>
                  <a:pt x="290817" y="140970"/>
                </a:lnTo>
                <a:lnTo>
                  <a:pt x="290348" y="133350"/>
                </a:lnTo>
                <a:lnTo>
                  <a:pt x="289248" y="129540"/>
                </a:lnTo>
                <a:close/>
              </a:path>
              <a:path w="377190" h="400050">
                <a:moveTo>
                  <a:pt x="104413" y="127000"/>
                </a:moveTo>
                <a:lnTo>
                  <a:pt x="96520" y="127000"/>
                </a:lnTo>
                <a:lnTo>
                  <a:pt x="98038" y="132080"/>
                </a:lnTo>
                <a:lnTo>
                  <a:pt x="99881" y="138430"/>
                </a:lnTo>
                <a:lnTo>
                  <a:pt x="103986" y="147320"/>
                </a:lnTo>
                <a:lnTo>
                  <a:pt x="108844" y="147320"/>
                </a:lnTo>
                <a:lnTo>
                  <a:pt x="111598" y="146050"/>
                </a:lnTo>
                <a:lnTo>
                  <a:pt x="112111" y="140970"/>
                </a:lnTo>
                <a:lnTo>
                  <a:pt x="113549" y="132080"/>
                </a:lnTo>
                <a:lnTo>
                  <a:pt x="105567" y="132080"/>
                </a:lnTo>
                <a:lnTo>
                  <a:pt x="105263" y="130810"/>
                </a:lnTo>
                <a:lnTo>
                  <a:pt x="104413" y="127000"/>
                </a:lnTo>
                <a:close/>
              </a:path>
              <a:path w="377190" h="400050">
                <a:moveTo>
                  <a:pt x="246040" y="81280"/>
                </a:moveTo>
                <a:lnTo>
                  <a:pt x="227186" y="81280"/>
                </a:lnTo>
                <a:lnTo>
                  <a:pt x="240980" y="86360"/>
                </a:lnTo>
                <a:lnTo>
                  <a:pt x="252570" y="96520"/>
                </a:lnTo>
                <a:lnTo>
                  <a:pt x="260929" y="113030"/>
                </a:lnTo>
                <a:lnTo>
                  <a:pt x="265028" y="133350"/>
                </a:lnTo>
                <a:lnTo>
                  <a:pt x="265395" y="138430"/>
                </a:lnTo>
                <a:lnTo>
                  <a:pt x="268347" y="140970"/>
                </a:lnTo>
                <a:lnTo>
                  <a:pt x="272127" y="140970"/>
                </a:lnTo>
                <a:lnTo>
                  <a:pt x="274190" y="139700"/>
                </a:lnTo>
                <a:lnTo>
                  <a:pt x="278211" y="134620"/>
                </a:lnTo>
                <a:lnTo>
                  <a:pt x="280001" y="132080"/>
                </a:lnTo>
                <a:lnTo>
                  <a:pt x="280813" y="130810"/>
                </a:lnTo>
                <a:lnTo>
                  <a:pt x="271970" y="130810"/>
                </a:lnTo>
                <a:lnTo>
                  <a:pt x="271855" y="129540"/>
                </a:lnTo>
                <a:lnTo>
                  <a:pt x="266463" y="107950"/>
                </a:lnTo>
                <a:lnTo>
                  <a:pt x="256502" y="90170"/>
                </a:lnTo>
                <a:lnTo>
                  <a:pt x="246040" y="81280"/>
                </a:lnTo>
                <a:close/>
              </a:path>
              <a:path w="377190" h="400050">
                <a:moveTo>
                  <a:pt x="132425" y="86360"/>
                </a:moveTo>
                <a:lnTo>
                  <a:pt x="129587" y="86360"/>
                </a:lnTo>
                <a:lnTo>
                  <a:pt x="121064" y="90170"/>
                </a:lnTo>
                <a:lnTo>
                  <a:pt x="114364" y="100330"/>
                </a:lnTo>
                <a:lnTo>
                  <a:pt x="109401" y="114300"/>
                </a:lnTo>
                <a:lnTo>
                  <a:pt x="106091" y="130810"/>
                </a:lnTo>
                <a:lnTo>
                  <a:pt x="105944" y="132080"/>
                </a:lnTo>
                <a:lnTo>
                  <a:pt x="113549" y="132080"/>
                </a:lnTo>
                <a:lnTo>
                  <a:pt x="115397" y="120650"/>
                </a:lnTo>
                <a:lnTo>
                  <a:pt x="119997" y="105410"/>
                </a:lnTo>
                <a:lnTo>
                  <a:pt x="125023" y="96520"/>
                </a:lnTo>
                <a:lnTo>
                  <a:pt x="129587" y="93980"/>
                </a:lnTo>
                <a:lnTo>
                  <a:pt x="152195" y="93980"/>
                </a:lnTo>
                <a:lnTo>
                  <a:pt x="145033" y="92710"/>
                </a:lnTo>
                <a:lnTo>
                  <a:pt x="140134" y="91440"/>
                </a:lnTo>
                <a:lnTo>
                  <a:pt x="136739" y="88900"/>
                </a:lnTo>
                <a:lnTo>
                  <a:pt x="132425" y="86360"/>
                </a:lnTo>
                <a:close/>
              </a:path>
              <a:path w="377190" h="400050">
                <a:moveTo>
                  <a:pt x="208011" y="6350"/>
                </a:moveTo>
                <a:lnTo>
                  <a:pt x="175628" y="6350"/>
                </a:lnTo>
                <a:lnTo>
                  <a:pt x="188280" y="7620"/>
                </a:lnTo>
                <a:lnTo>
                  <a:pt x="200554" y="11430"/>
                </a:lnTo>
                <a:lnTo>
                  <a:pt x="212160" y="16510"/>
                </a:lnTo>
                <a:lnTo>
                  <a:pt x="222809" y="22860"/>
                </a:lnTo>
                <a:lnTo>
                  <a:pt x="227563" y="26670"/>
                </a:lnTo>
                <a:lnTo>
                  <a:pt x="237573" y="26670"/>
                </a:lnTo>
                <a:lnTo>
                  <a:pt x="273424" y="50800"/>
                </a:lnTo>
                <a:lnTo>
                  <a:pt x="284451" y="88900"/>
                </a:lnTo>
                <a:lnTo>
                  <a:pt x="284525" y="91440"/>
                </a:lnTo>
                <a:lnTo>
                  <a:pt x="283866" y="100330"/>
                </a:lnTo>
                <a:lnTo>
                  <a:pt x="281649" y="110490"/>
                </a:lnTo>
                <a:lnTo>
                  <a:pt x="278033" y="120650"/>
                </a:lnTo>
                <a:lnTo>
                  <a:pt x="273080" y="129540"/>
                </a:lnTo>
                <a:lnTo>
                  <a:pt x="272525" y="130810"/>
                </a:lnTo>
                <a:lnTo>
                  <a:pt x="280813" y="130810"/>
                </a:lnTo>
                <a:lnTo>
                  <a:pt x="281624" y="129540"/>
                </a:lnTo>
                <a:lnTo>
                  <a:pt x="289248" y="129540"/>
                </a:lnTo>
                <a:lnTo>
                  <a:pt x="288514" y="127000"/>
                </a:lnTo>
                <a:lnTo>
                  <a:pt x="285415" y="121920"/>
                </a:lnTo>
                <a:lnTo>
                  <a:pt x="288199" y="114300"/>
                </a:lnTo>
                <a:lnTo>
                  <a:pt x="290218" y="106680"/>
                </a:lnTo>
                <a:lnTo>
                  <a:pt x="291449" y="97790"/>
                </a:lnTo>
                <a:lnTo>
                  <a:pt x="291865" y="90170"/>
                </a:lnTo>
                <a:lnTo>
                  <a:pt x="288597" y="66040"/>
                </a:lnTo>
                <a:lnTo>
                  <a:pt x="279157" y="46990"/>
                </a:lnTo>
                <a:lnTo>
                  <a:pt x="264093" y="31750"/>
                </a:lnTo>
                <a:lnTo>
                  <a:pt x="243950" y="21590"/>
                </a:lnTo>
                <a:lnTo>
                  <a:pt x="238631" y="20320"/>
                </a:lnTo>
                <a:lnTo>
                  <a:pt x="230422" y="20320"/>
                </a:lnTo>
                <a:lnTo>
                  <a:pt x="227291" y="17780"/>
                </a:lnTo>
                <a:lnTo>
                  <a:pt x="215635" y="10160"/>
                </a:lnTo>
                <a:lnTo>
                  <a:pt x="208011" y="6350"/>
                </a:lnTo>
                <a:close/>
              </a:path>
              <a:path w="377190" h="400050">
                <a:moveTo>
                  <a:pt x="227186" y="74930"/>
                </a:moveTo>
                <a:lnTo>
                  <a:pt x="220265" y="74930"/>
                </a:lnTo>
                <a:lnTo>
                  <a:pt x="211229" y="81280"/>
                </a:lnTo>
                <a:lnTo>
                  <a:pt x="205368" y="85090"/>
                </a:lnTo>
                <a:lnTo>
                  <a:pt x="197639" y="88900"/>
                </a:lnTo>
                <a:lnTo>
                  <a:pt x="186825" y="92710"/>
                </a:lnTo>
                <a:lnTo>
                  <a:pt x="171712" y="93980"/>
                </a:lnTo>
                <a:lnTo>
                  <a:pt x="168403" y="95250"/>
                </a:lnTo>
                <a:lnTo>
                  <a:pt x="133168" y="95250"/>
                </a:lnTo>
                <a:lnTo>
                  <a:pt x="137016" y="97790"/>
                </a:lnTo>
                <a:lnTo>
                  <a:pt x="142674" y="100330"/>
                </a:lnTo>
                <a:lnTo>
                  <a:pt x="150883" y="101600"/>
                </a:lnTo>
                <a:lnTo>
                  <a:pt x="172193" y="101600"/>
                </a:lnTo>
                <a:lnTo>
                  <a:pt x="209201" y="91440"/>
                </a:lnTo>
                <a:lnTo>
                  <a:pt x="222631" y="81280"/>
                </a:lnTo>
                <a:lnTo>
                  <a:pt x="246040" y="81280"/>
                </a:lnTo>
                <a:lnTo>
                  <a:pt x="243051" y="78740"/>
                </a:lnTo>
                <a:lnTo>
                  <a:pt x="227186" y="74930"/>
                </a:lnTo>
                <a:close/>
              </a:path>
              <a:path w="377190" h="400050">
                <a:moveTo>
                  <a:pt x="152195" y="93980"/>
                </a:moveTo>
                <a:lnTo>
                  <a:pt x="130477" y="93980"/>
                </a:lnTo>
                <a:lnTo>
                  <a:pt x="131378" y="95250"/>
                </a:lnTo>
                <a:lnTo>
                  <a:pt x="162382" y="95250"/>
                </a:lnTo>
                <a:lnTo>
                  <a:pt x="152195" y="93980"/>
                </a:lnTo>
                <a:close/>
              </a:path>
            </a:pathLst>
          </a:custGeom>
          <a:solidFill>
            <a:srgbClr val="838484"/>
          </a:solidFill>
        </p:spPr>
        <p:txBody>
          <a:bodyPr wrap="square" lIns="0" tIns="0" rIns="0" bIns="0" rtlCol="0"/>
          <a:lstStyle/>
          <a:p>
            <a:endParaRPr/>
          </a:p>
        </p:txBody>
      </p:sp>
      <p:sp>
        <p:nvSpPr>
          <p:cNvPr id="102" name="object 102"/>
          <p:cNvSpPr/>
          <p:nvPr/>
        </p:nvSpPr>
        <p:spPr>
          <a:xfrm>
            <a:off x="15140742" y="1948275"/>
            <a:ext cx="363220" cy="65405"/>
          </a:xfrm>
          <a:custGeom>
            <a:avLst/>
            <a:gdLst/>
            <a:ahLst/>
            <a:cxnLst/>
            <a:rect l="l" t="t" r="r" b="b"/>
            <a:pathLst>
              <a:path w="363219" h="65405">
                <a:moveTo>
                  <a:pt x="0" y="65390"/>
                </a:moveTo>
                <a:lnTo>
                  <a:pt x="362899" y="65390"/>
                </a:lnTo>
                <a:lnTo>
                  <a:pt x="362899" y="0"/>
                </a:lnTo>
                <a:lnTo>
                  <a:pt x="0" y="0"/>
                </a:lnTo>
                <a:lnTo>
                  <a:pt x="0" y="65390"/>
                </a:lnTo>
                <a:close/>
              </a:path>
            </a:pathLst>
          </a:custGeom>
          <a:solidFill>
            <a:srgbClr val="093E5E"/>
          </a:solidFill>
        </p:spPr>
        <p:txBody>
          <a:bodyPr wrap="square" lIns="0" tIns="0" rIns="0" bIns="0" rtlCol="0"/>
          <a:lstStyle/>
          <a:p>
            <a:endParaRPr/>
          </a:p>
        </p:txBody>
      </p:sp>
      <p:sp>
        <p:nvSpPr>
          <p:cNvPr id="103" name="object 103"/>
          <p:cNvSpPr/>
          <p:nvPr/>
        </p:nvSpPr>
        <p:spPr>
          <a:xfrm>
            <a:off x="15149329" y="2008399"/>
            <a:ext cx="349885" cy="14604"/>
          </a:xfrm>
          <a:custGeom>
            <a:avLst/>
            <a:gdLst/>
            <a:ahLst/>
            <a:cxnLst/>
            <a:rect l="l" t="t" r="r" b="b"/>
            <a:pathLst>
              <a:path w="349884" h="14605">
                <a:moveTo>
                  <a:pt x="0" y="14523"/>
                </a:moveTo>
                <a:lnTo>
                  <a:pt x="349706" y="14523"/>
                </a:lnTo>
                <a:lnTo>
                  <a:pt x="349706" y="0"/>
                </a:lnTo>
                <a:lnTo>
                  <a:pt x="0" y="0"/>
                </a:lnTo>
                <a:lnTo>
                  <a:pt x="0" y="14523"/>
                </a:lnTo>
                <a:close/>
              </a:path>
            </a:pathLst>
          </a:custGeom>
          <a:solidFill>
            <a:srgbClr val="838484"/>
          </a:solidFill>
        </p:spPr>
        <p:txBody>
          <a:bodyPr wrap="square" lIns="0" tIns="0" rIns="0" bIns="0" rtlCol="0"/>
          <a:lstStyle/>
          <a:p>
            <a:endParaRPr/>
          </a:p>
        </p:txBody>
      </p:sp>
      <p:sp>
        <p:nvSpPr>
          <p:cNvPr id="104" name="object 104"/>
          <p:cNvSpPr/>
          <p:nvPr/>
        </p:nvSpPr>
        <p:spPr>
          <a:xfrm>
            <a:off x="15134511" y="1940538"/>
            <a:ext cx="379095" cy="303530"/>
          </a:xfrm>
          <a:custGeom>
            <a:avLst/>
            <a:gdLst/>
            <a:ahLst/>
            <a:cxnLst/>
            <a:rect l="l" t="t" r="r" b="b"/>
            <a:pathLst>
              <a:path w="379094" h="303530">
                <a:moveTo>
                  <a:pt x="353203" y="0"/>
                </a:moveTo>
                <a:lnTo>
                  <a:pt x="18585" y="0"/>
                </a:lnTo>
                <a:lnTo>
                  <a:pt x="12209" y="2649"/>
                </a:lnTo>
                <a:lnTo>
                  <a:pt x="2628" y="12292"/>
                </a:lnTo>
                <a:lnTo>
                  <a:pt x="0" y="18690"/>
                </a:lnTo>
                <a:lnTo>
                  <a:pt x="41" y="277844"/>
                </a:lnTo>
                <a:lnTo>
                  <a:pt x="2303" y="287681"/>
                </a:lnTo>
                <a:lnTo>
                  <a:pt x="8253" y="295723"/>
                </a:lnTo>
                <a:lnTo>
                  <a:pt x="16807" y="301151"/>
                </a:lnTo>
                <a:lnTo>
                  <a:pt x="26878" y="303142"/>
                </a:lnTo>
                <a:lnTo>
                  <a:pt x="354837" y="303142"/>
                </a:lnTo>
                <a:lnTo>
                  <a:pt x="361632" y="303111"/>
                </a:lnTo>
                <a:lnTo>
                  <a:pt x="367999" y="298346"/>
                </a:lnTo>
                <a:lnTo>
                  <a:pt x="377559" y="288692"/>
                </a:lnTo>
                <a:lnTo>
                  <a:pt x="20889" y="288609"/>
                </a:lnTo>
                <a:lnTo>
                  <a:pt x="14606" y="283740"/>
                </a:lnTo>
                <a:lnTo>
                  <a:pt x="14565" y="22501"/>
                </a:lnTo>
                <a:lnTo>
                  <a:pt x="15674" y="19779"/>
                </a:lnTo>
                <a:lnTo>
                  <a:pt x="19769" y="15664"/>
                </a:lnTo>
                <a:lnTo>
                  <a:pt x="22480" y="14544"/>
                </a:lnTo>
                <a:lnTo>
                  <a:pt x="376029" y="14544"/>
                </a:lnTo>
                <a:lnTo>
                  <a:pt x="371200" y="7447"/>
                </a:lnTo>
                <a:lnTo>
                  <a:pt x="363094" y="1998"/>
                </a:lnTo>
                <a:lnTo>
                  <a:pt x="353203" y="0"/>
                </a:lnTo>
                <a:close/>
              </a:path>
              <a:path w="379094" h="303530">
                <a:moveTo>
                  <a:pt x="376029" y="14544"/>
                </a:moveTo>
                <a:lnTo>
                  <a:pt x="359235" y="14544"/>
                </a:lnTo>
                <a:lnTo>
                  <a:pt x="364166" y="19444"/>
                </a:lnTo>
                <a:lnTo>
                  <a:pt x="364219" y="278483"/>
                </a:lnTo>
                <a:lnTo>
                  <a:pt x="364491" y="281227"/>
                </a:lnTo>
                <a:lnTo>
                  <a:pt x="360407" y="285373"/>
                </a:lnTo>
                <a:lnTo>
                  <a:pt x="357674" y="288588"/>
                </a:lnTo>
                <a:lnTo>
                  <a:pt x="354764" y="288609"/>
                </a:lnTo>
                <a:lnTo>
                  <a:pt x="377575" y="288609"/>
                </a:lnTo>
                <a:lnTo>
                  <a:pt x="378784" y="282284"/>
                </a:lnTo>
                <a:lnTo>
                  <a:pt x="378752" y="25402"/>
                </a:lnTo>
                <a:lnTo>
                  <a:pt x="376695" y="15522"/>
                </a:lnTo>
                <a:lnTo>
                  <a:pt x="376029" y="14544"/>
                </a:lnTo>
                <a:close/>
              </a:path>
            </a:pathLst>
          </a:custGeom>
          <a:solidFill>
            <a:srgbClr val="838484"/>
          </a:solidFill>
        </p:spPr>
        <p:txBody>
          <a:bodyPr wrap="square" lIns="0" tIns="0" rIns="0" bIns="0" rtlCol="0"/>
          <a:lstStyle/>
          <a:p>
            <a:endParaRPr/>
          </a:p>
        </p:txBody>
      </p:sp>
      <p:sp>
        <p:nvSpPr>
          <p:cNvPr id="105" name="object 105"/>
          <p:cNvSpPr/>
          <p:nvPr/>
        </p:nvSpPr>
        <p:spPr>
          <a:xfrm>
            <a:off x="15267567" y="1969214"/>
            <a:ext cx="24130" cy="24130"/>
          </a:xfrm>
          <a:custGeom>
            <a:avLst/>
            <a:gdLst/>
            <a:ahLst/>
            <a:cxnLst/>
            <a:rect l="l" t="t" r="r" b="b"/>
            <a:pathLst>
              <a:path w="24130" h="24130">
                <a:moveTo>
                  <a:pt x="18292" y="0"/>
                </a:moveTo>
                <a:lnTo>
                  <a:pt x="5277" y="0"/>
                </a:lnTo>
                <a:lnTo>
                  <a:pt x="0" y="5287"/>
                </a:lnTo>
                <a:lnTo>
                  <a:pt x="0" y="18303"/>
                </a:lnTo>
                <a:lnTo>
                  <a:pt x="5277" y="23569"/>
                </a:lnTo>
                <a:lnTo>
                  <a:pt x="18292" y="23569"/>
                </a:lnTo>
                <a:lnTo>
                  <a:pt x="23569" y="18303"/>
                </a:lnTo>
                <a:lnTo>
                  <a:pt x="23569" y="5287"/>
                </a:lnTo>
                <a:lnTo>
                  <a:pt x="18292" y="0"/>
                </a:lnTo>
                <a:close/>
              </a:path>
            </a:pathLst>
          </a:custGeom>
          <a:solidFill>
            <a:srgbClr val="838484"/>
          </a:solidFill>
        </p:spPr>
        <p:txBody>
          <a:bodyPr wrap="square" lIns="0" tIns="0" rIns="0" bIns="0" rtlCol="0"/>
          <a:lstStyle/>
          <a:p>
            <a:endParaRPr/>
          </a:p>
        </p:txBody>
      </p:sp>
      <p:sp>
        <p:nvSpPr>
          <p:cNvPr id="106" name="object 106"/>
          <p:cNvSpPr/>
          <p:nvPr/>
        </p:nvSpPr>
        <p:spPr>
          <a:xfrm>
            <a:off x="15223332" y="1969214"/>
            <a:ext cx="24130" cy="24130"/>
          </a:xfrm>
          <a:custGeom>
            <a:avLst/>
            <a:gdLst/>
            <a:ahLst/>
            <a:cxnLst/>
            <a:rect l="l" t="t" r="r" b="b"/>
            <a:pathLst>
              <a:path w="24130" h="24130">
                <a:moveTo>
                  <a:pt x="18292" y="0"/>
                </a:moveTo>
                <a:lnTo>
                  <a:pt x="5277" y="0"/>
                </a:lnTo>
                <a:lnTo>
                  <a:pt x="0" y="5287"/>
                </a:lnTo>
                <a:lnTo>
                  <a:pt x="0" y="18303"/>
                </a:lnTo>
                <a:lnTo>
                  <a:pt x="5277" y="23569"/>
                </a:lnTo>
                <a:lnTo>
                  <a:pt x="18292" y="23569"/>
                </a:lnTo>
                <a:lnTo>
                  <a:pt x="23559" y="18303"/>
                </a:lnTo>
                <a:lnTo>
                  <a:pt x="23559" y="5287"/>
                </a:lnTo>
                <a:lnTo>
                  <a:pt x="18292" y="0"/>
                </a:lnTo>
                <a:close/>
              </a:path>
            </a:pathLst>
          </a:custGeom>
          <a:solidFill>
            <a:srgbClr val="838484"/>
          </a:solidFill>
        </p:spPr>
        <p:txBody>
          <a:bodyPr wrap="square" lIns="0" tIns="0" rIns="0" bIns="0" rtlCol="0"/>
          <a:lstStyle/>
          <a:p>
            <a:endParaRPr/>
          </a:p>
        </p:txBody>
      </p:sp>
      <p:sp>
        <p:nvSpPr>
          <p:cNvPr id="107" name="object 107"/>
          <p:cNvSpPr/>
          <p:nvPr/>
        </p:nvSpPr>
        <p:spPr>
          <a:xfrm>
            <a:off x="15179096" y="1969214"/>
            <a:ext cx="24130" cy="24130"/>
          </a:xfrm>
          <a:custGeom>
            <a:avLst/>
            <a:gdLst/>
            <a:ahLst/>
            <a:cxnLst/>
            <a:rect l="l" t="t" r="r" b="b"/>
            <a:pathLst>
              <a:path w="24130" h="24130">
                <a:moveTo>
                  <a:pt x="18292" y="0"/>
                </a:moveTo>
                <a:lnTo>
                  <a:pt x="5266" y="0"/>
                </a:lnTo>
                <a:lnTo>
                  <a:pt x="0" y="5287"/>
                </a:lnTo>
                <a:lnTo>
                  <a:pt x="0" y="18303"/>
                </a:lnTo>
                <a:lnTo>
                  <a:pt x="5266" y="23569"/>
                </a:lnTo>
                <a:lnTo>
                  <a:pt x="18292" y="23569"/>
                </a:lnTo>
                <a:lnTo>
                  <a:pt x="23559" y="18303"/>
                </a:lnTo>
                <a:lnTo>
                  <a:pt x="23559" y="5287"/>
                </a:lnTo>
                <a:lnTo>
                  <a:pt x="18292" y="0"/>
                </a:lnTo>
                <a:close/>
              </a:path>
            </a:pathLst>
          </a:custGeom>
          <a:solidFill>
            <a:srgbClr val="838484"/>
          </a:solidFill>
        </p:spPr>
        <p:txBody>
          <a:bodyPr wrap="square" lIns="0" tIns="0" rIns="0" bIns="0" rtlCol="0"/>
          <a:lstStyle/>
          <a:p>
            <a:endParaRPr/>
          </a:p>
        </p:txBody>
      </p:sp>
      <p:sp>
        <p:nvSpPr>
          <p:cNvPr id="108" name="object 108"/>
          <p:cNvSpPr/>
          <p:nvPr/>
        </p:nvSpPr>
        <p:spPr>
          <a:xfrm>
            <a:off x="15343717" y="1922201"/>
            <a:ext cx="360680" cy="388620"/>
          </a:xfrm>
          <a:custGeom>
            <a:avLst/>
            <a:gdLst/>
            <a:ahLst/>
            <a:cxnLst/>
            <a:rect l="l" t="t" r="r" b="b"/>
            <a:pathLst>
              <a:path w="360680" h="388619">
                <a:moveTo>
                  <a:pt x="94520" y="282420"/>
                </a:moveTo>
                <a:lnTo>
                  <a:pt x="48417" y="300870"/>
                </a:lnTo>
                <a:lnTo>
                  <a:pt x="21905" y="323927"/>
                </a:lnTo>
                <a:lnTo>
                  <a:pt x="2303" y="355046"/>
                </a:lnTo>
                <a:lnTo>
                  <a:pt x="0" y="374648"/>
                </a:lnTo>
                <a:lnTo>
                  <a:pt x="12680" y="388480"/>
                </a:lnTo>
                <a:lnTo>
                  <a:pt x="350439" y="387328"/>
                </a:lnTo>
                <a:lnTo>
                  <a:pt x="360282" y="377004"/>
                </a:lnTo>
                <a:lnTo>
                  <a:pt x="357350" y="348135"/>
                </a:lnTo>
                <a:lnTo>
                  <a:pt x="224788" y="299718"/>
                </a:lnTo>
                <a:lnTo>
                  <a:pt x="219922" y="284734"/>
                </a:lnTo>
                <a:lnTo>
                  <a:pt x="126226" y="284734"/>
                </a:lnTo>
                <a:lnTo>
                  <a:pt x="94520" y="282420"/>
                </a:lnTo>
                <a:close/>
              </a:path>
              <a:path w="360680" h="388619">
                <a:moveTo>
                  <a:pt x="87892" y="115273"/>
                </a:moveTo>
                <a:lnTo>
                  <a:pt x="83285" y="139199"/>
                </a:lnTo>
                <a:lnTo>
                  <a:pt x="93368" y="159084"/>
                </a:lnTo>
                <a:lnTo>
                  <a:pt x="108928" y="163502"/>
                </a:lnTo>
                <a:lnTo>
                  <a:pt x="118729" y="200580"/>
                </a:lnTo>
                <a:lnTo>
                  <a:pt x="147262" y="237469"/>
                </a:lnTo>
                <a:lnTo>
                  <a:pt x="146403" y="268012"/>
                </a:lnTo>
                <a:lnTo>
                  <a:pt x="126226" y="284734"/>
                </a:lnTo>
                <a:lnTo>
                  <a:pt x="219922" y="284734"/>
                </a:lnTo>
                <a:lnTo>
                  <a:pt x="195962" y="210956"/>
                </a:lnTo>
                <a:lnTo>
                  <a:pt x="195412" y="119881"/>
                </a:lnTo>
                <a:lnTo>
                  <a:pt x="95682" y="119881"/>
                </a:lnTo>
                <a:lnTo>
                  <a:pt x="87892" y="115273"/>
                </a:lnTo>
                <a:close/>
              </a:path>
              <a:path w="360680" h="388619">
                <a:moveTo>
                  <a:pt x="130257" y="0"/>
                </a:moveTo>
                <a:lnTo>
                  <a:pt x="97823" y="42242"/>
                </a:lnTo>
                <a:lnTo>
                  <a:pt x="91065" y="56490"/>
                </a:lnTo>
                <a:lnTo>
                  <a:pt x="91245" y="65693"/>
                </a:lnTo>
                <a:lnTo>
                  <a:pt x="92217" y="106059"/>
                </a:lnTo>
                <a:lnTo>
                  <a:pt x="95682" y="119881"/>
                </a:lnTo>
                <a:lnTo>
                  <a:pt x="195412" y="119881"/>
                </a:lnTo>
                <a:lnTo>
                  <a:pt x="194821" y="21905"/>
                </a:lnTo>
                <a:lnTo>
                  <a:pt x="130257" y="0"/>
                </a:lnTo>
                <a:close/>
              </a:path>
            </a:pathLst>
          </a:custGeom>
          <a:solidFill>
            <a:srgbClr val="FFFFFF"/>
          </a:solidFill>
        </p:spPr>
        <p:txBody>
          <a:bodyPr wrap="square" lIns="0" tIns="0" rIns="0" bIns="0" rtlCol="0"/>
          <a:lstStyle/>
          <a:p>
            <a:endParaRPr/>
          </a:p>
        </p:txBody>
      </p:sp>
      <p:sp>
        <p:nvSpPr>
          <p:cNvPr id="109" name="object 109"/>
          <p:cNvSpPr/>
          <p:nvPr/>
        </p:nvSpPr>
        <p:spPr>
          <a:xfrm>
            <a:off x="15338007" y="1913653"/>
            <a:ext cx="377190" cy="400050"/>
          </a:xfrm>
          <a:custGeom>
            <a:avLst/>
            <a:gdLst/>
            <a:ahLst/>
            <a:cxnLst/>
            <a:rect l="l" t="t" r="r" b="b"/>
            <a:pathLst>
              <a:path w="377190" h="400050">
                <a:moveTo>
                  <a:pt x="175628" y="0"/>
                </a:moveTo>
                <a:lnTo>
                  <a:pt x="134973" y="7620"/>
                </a:lnTo>
                <a:lnTo>
                  <a:pt x="97317" y="52070"/>
                </a:lnTo>
                <a:lnTo>
                  <a:pt x="91805" y="96520"/>
                </a:lnTo>
                <a:lnTo>
                  <a:pt x="94646" y="119380"/>
                </a:lnTo>
                <a:lnTo>
                  <a:pt x="89889" y="123190"/>
                </a:lnTo>
                <a:lnTo>
                  <a:pt x="86867" y="130810"/>
                </a:lnTo>
                <a:lnTo>
                  <a:pt x="85771" y="139700"/>
                </a:lnTo>
                <a:lnTo>
                  <a:pt x="86793" y="149860"/>
                </a:lnTo>
                <a:lnTo>
                  <a:pt x="90069" y="160020"/>
                </a:lnTo>
                <a:lnTo>
                  <a:pt x="95015" y="168910"/>
                </a:lnTo>
                <a:lnTo>
                  <a:pt x="101087" y="173990"/>
                </a:lnTo>
                <a:lnTo>
                  <a:pt x="107745" y="175260"/>
                </a:lnTo>
                <a:lnTo>
                  <a:pt x="107902" y="175260"/>
                </a:lnTo>
                <a:lnTo>
                  <a:pt x="114647" y="198120"/>
                </a:lnTo>
                <a:lnTo>
                  <a:pt x="123763" y="217170"/>
                </a:lnTo>
                <a:lnTo>
                  <a:pt x="134925" y="233680"/>
                </a:lnTo>
                <a:lnTo>
                  <a:pt x="147807" y="246380"/>
                </a:lnTo>
                <a:lnTo>
                  <a:pt x="147807" y="265430"/>
                </a:lnTo>
                <a:lnTo>
                  <a:pt x="114666" y="289560"/>
                </a:lnTo>
                <a:lnTo>
                  <a:pt x="112310" y="289560"/>
                </a:lnTo>
                <a:lnTo>
                  <a:pt x="77256" y="297180"/>
                </a:lnTo>
                <a:lnTo>
                  <a:pt x="46325" y="313690"/>
                </a:lnTo>
                <a:lnTo>
                  <a:pt x="21053" y="339090"/>
                </a:lnTo>
                <a:lnTo>
                  <a:pt x="2973" y="369570"/>
                </a:lnTo>
                <a:lnTo>
                  <a:pt x="0" y="377190"/>
                </a:lnTo>
                <a:lnTo>
                  <a:pt x="586" y="384810"/>
                </a:lnTo>
                <a:lnTo>
                  <a:pt x="9004" y="396240"/>
                </a:lnTo>
                <a:lnTo>
                  <a:pt x="16973" y="400050"/>
                </a:lnTo>
                <a:lnTo>
                  <a:pt x="359633" y="400050"/>
                </a:lnTo>
                <a:lnTo>
                  <a:pt x="367601" y="396240"/>
                </a:lnTo>
                <a:lnTo>
                  <a:pt x="369472" y="393700"/>
                </a:lnTo>
                <a:lnTo>
                  <a:pt x="19392" y="393700"/>
                </a:lnTo>
                <a:lnTo>
                  <a:pt x="13674" y="391160"/>
                </a:lnTo>
                <a:lnTo>
                  <a:pt x="7978" y="382270"/>
                </a:lnTo>
                <a:lnTo>
                  <a:pt x="7643" y="377190"/>
                </a:lnTo>
                <a:lnTo>
                  <a:pt x="9675" y="372110"/>
                </a:lnTo>
                <a:lnTo>
                  <a:pt x="26748" y="342900"/>
                </a:lnTo>
                <a:lnTo>
                  <a:pt x="50614" y="320040"/>
                </a:lnTo>
                <a:lnTo>
                  <a:pt x="79827" y="303530"/>
                </a:lnTo>
                <a:lnTo>
                  <a:pt x="112938" y="295910"/>
                </a:lnTo>
                <a:lnTo>
                  <a:pt x="132058" y="295910"/>
                </a:lnTo>
                <a:lnTo>
                  <a:pt x="140999" y="293370"/>
                </a:lnTo>
                <a:lnTo>
                  <a:pt x="148305" y="287020"/>
                </a:lnTo>
                <a:lnTo>
                  <a:pt x="153234" y="276860"/>
                </a:lnTo>
                <a:lnTo>
                  <a:pt x="155042" y="265430"/>
                </a:lnTo>
                <a:lnTo>
                  <a:pt x="155042" y="251460"/>
                </a:lnTo>
                <a:lnTo>
                  <a:pt x="173991" y="251460"/>
                </a:lnTo>
                <a:lnTo>
                  <a:pt x="126199" y="205740"/>
                </a:lnTo>
                <a:lnTo>
                  <a:pt x="114289" y="170180"/>
                </a:lnTo>
                <a:lnTo>
                  <a:pt x="111546" y="168910"/>
                </a:lnTo>
                <a:lnTo>
                  <a:pt x="108457" y="168910"/>
                </a:lnTo>
                <a:lnTo>
                  <a:pt x="104507" y="167640"/>
                </a:lnTo>
                <a:lnTo>
                  <a:pt x="100330" y="163830"/>
                </a:lnTo>
                <a:lnTo>
                  <a:pt x="96576" y="157480"/>
                </a:lnTo>
                <a:lnTo>
                  <a:pt x="93892" y="148590"/>
                </a:lnTo>
                <a:lnTo>
                  <a:pt x="91934" y="138430"/>
                </a:lnTo>
                <a:lnTo>
                  <a:pt x="93525" y="130810"/>
                </a:lnTo>
                <a:lnTo>
                  <a:pt x="96520" y="127000"/>
                </a:lnTo>
                <a:lnTo>
                  <a:pt x="104412" y="127000"/>
                </a:lnTo>
                <a:lnTo>
                  <a:pt x="100157" y="107950"/>
                </a:lnTo>
                <a:lnTo>
                  <a:pt x="103086" y="58420"/>
                </a:lnTo>
                <a:lnTo>
                  <a:pt x="124072" y="24130"/>
                </a:lnTo>
                <a:lnTo>
                  <a:pt x="175628" y="6350"/>
                </a:lnTo>
                <a:lnTo>
                  <a:pt x="208011" y="6350"/>
                </a:lnTo>
                <a:lnTo>
                  <a:pt x="202928" y="3810"/>
                </a:lnTo>
                <a:lnTo>
                  <a:pt x="189487" y="1270"/>
                </a:lnTo>
                <a:lnTo>
                  <a:pt x="175628" y="0"/>
                </a:lnTo>
                <a:close/>
              </a:path>
              <a:path w="377190" h="400050">
                <a:moveTo>
                  <a:pt x="228788" y="251460"/>
                </a:moveTo>
                <a:lnTo>
                  <a:pt x="221553" y="251460"/>
                </a:lnTo>
                <a:lnTo>
                  <a:pt x="221553" y="265430"/>
                </a:lnTo>
                <a:lnTo>
                  <a:pt x="223293" y="276860"/>
                </a:lnTo>
                <a:lnTo>
                  <a:pt x="228067" y="287020"/>
                </a:lnTo>
                <a:lnTo>
                  <a:pt x="235207" y="293370"/>
                </a:lnTo>
                <a:lnTo>
                  <a:pt x="244044" y="295910"/>
                </a:lnTo>
                <a:lnTo>
                  <a:pt x="262683" y="295910"/>
                </a:lnTo>
                <a:lnTo>
                  <a:pt x="296111" y="303530"/>
                </a:lnTo>
                <a:lnTo>
                  <a:pt x="325605" y="320040"/>
                </a:lnTo>
                <a:lnTo>
                  <a:pt x="349700" y="342900"/>
                </a:lnTo>
                <a:lnTo>
                  <a:pt x="366931" y="372110"/>
                </a:lnTo>
                <a:lnTo>
                  <a:pt x="368962" y="377190"/>
                </a:lnTo>
                <a:lnTo>
                  <a:pt x="368627" y="382270"/>
                </a:lnTo>
                <a:lnTo>
                  <a:pt x="365988" y="386080"/>
                </a:lnTo>
                <a:lnTo>
                  <a:pt x="362931" y="391160"/>
                </a:lnTo>
                <a:lnTo>
                  <a:pt x="357203" y="393700"/>
                </a:lnTo>
                <a:lnTo>
                  <a:pt x="369472" y="393700"/>
                </a:lnTo>
                <a:lnTo>
                  <a:pt x="376019" y="384810"/>
                </a:lnTo>
                <a:lnTo>
                  <a:pt x="376606" y="377190"/>
                </a:lnTo>
                <a:lnTo>
                  <a:pt x="373622" y="369570"/>
                </a:lnTo>
                <a:lnTo>
                  <a:pt x="355382" y="337820"/>
                </a:lnTo>
                <a:lnTo>
                  <a:pt x="329872" y="313690"/>
                </a:lnTo>
                <a:lnTo>
                  <a:pt x="298641" y="297180"/>
                </a:lnTo>
                <a:lnTo>
                  <a:pt x="263238" y="289560"/>
                </a:lnTo>
                <a:lnTo>
                  <a:pt x="261143" y="289560"/>
                </a:lnTo>
                <a:lnTo>
                  <a:pt x="244086" y="288290"/>
                </a:lnTo>
                <a:lnTo>
                  <a:pt x="238197" y="287020"/>
                </a:lnTo>
                <a:lnTo>
                  <a:pt x="233327" y="281940"/>
                </a:lnTo>
                <a:lnTo>
                  <a:pt x="230012" y="274320"/>
                </a:lnTo>
                <a:lnTo>
                  <a:pt x="228788" y="265430"/>
                </a:lnTo>
                <a:lnTo>
                  <a:pt x="228788" y="251460"/>
                </a:lnTo>
                <a:close/>
              </a:path>
              <a:path w="377190" h="400050">
                <a:moveTo>
                  <a:pt x="125011" y="295910"/>
                </a:moveTo>
                <a:lnTo>
                  <a:pt x="117305" y="295910"/>
                </a:lnTo>
                <a:lnTo>
                  <a:pt x="128240" y="316230"/>
                </a:lnTo>
                <a:lnTo>
                  <a:pt x="144661" y="331470"/>
                </a:lnTo>
                <a:lnTo>
                  <a:pt x="165153" y="340360"/>
                </a:lnTo>
                <a:lnTo>
                  <a:pt x="188297" y="344170"/>
                </a:lnTo>
                <a:lnTo>
                  <a:pt x="211422" y="340360"/>
                </a:lnTo>
                <a:lnTo>
                  <a:pt x="220210" y="336550"/>
                </a:lnTo>
                <a:lnTo>
                  <a:pt x="188297" y="336550"/>
                </a:lnTo>
                <a:lnTo>
                  <a:pt x="167968" y="334010"/>
                </a:lnTo>
                <a:lnTo>
                  <a:pt x="149865" y="326390"/>
                </a:lnTo>
                <a:lnTo>
                  <a:pt x="135158" y="312420"/>
                </a:lnTo>
                <a:lnTo>
                  <a:pt x="125011" y="295910"/>
                </a:lnTo>
                <a:close/>
              </a:path>
              <a:path w="377190" h="400050">
                <a:moveTo>
                  <a:pt x="259311" y="295910"/>
                </a:moveTo>
                <a:lnTo>
                  <a:pt x="251594" y="295910"/>
                </a:lnTo>
                <a:lnTo>
                  <a:pt x="241448" y="312420"/>
                </a:lnTo>
                <a:lnTo>
                  <a:pt x="226723" y="325120"/>
                </a:lnTo>
                <a:lnTo>
                  <a:pt x="208610" y="334010"/>
                </a:lnTo>
                <a:lnTo>
                  <a:pt x="188297" y="336550"/>
                </a:lnTo>
                <a:lnTo>
                  <a:pt x="220210" y="336550"/>
                </a:lnTo>
                <a:lnTo>
                  <a:pt x="231928" y="331470"/>
                </a:lnTo>
                <a:lnTo>
                  <a:pt x="248373" y="316230"/>
                </a:lnTo>
                <a:lnTo>
                  <a:pt x="259311" y="295910"/>
                </a:lnTo>
                <a:close/>
              </a:path>
              <a:path w="377190" h="400050">
                <a:moveTo>
                  <a:pt x="173991" y="251460"/>
                </a:moveTo>
                <a:lnTo>
                  <a:pt x="155042" y="251460"/>
                </a:lnTo>
                <a:lnTo>
                  <a:pt x="162952" y="256540"/>
                </a:lnTo>
                <a:lnTo>
                  <a:pt x="179628" y="261620"/>
                </a:lnTo>
                <a:lnTo>
                  <a:pt x="196973" y="261620"/>
                </a:lnTo>
                <a:lnTo>
                  <a:pt x="213649" y="256540"/>
                </a:lnTo>
                <a:lnTo>
                  <a:pt x="215625" y="255270"/>
                </a:lnTo>
                <a:lnTo>
                  <a:pt x="188297" y="255270"/>
                </a:lnTo>
                <a:lnTo>
                  <a:pt x="173991" y="251460"/>
                </a:lnTo>
                <a:close/>
              </a:path>
              <a:path w="377190" h="400050">
                <a:moveTo>
                  <a:pt x="267133" y="167640"/>
                </a:moveTo>
                <a:lnTo>
                  <a:pt x="265730" y="167640"/>
                </a:lnTo>
                <a:lnTo>
                  <a:pt x="264546" y="168910"/>
                </a:lnTo>
                <a:lnTo>
                  <a:pt x="262567" y="170180"/>
                </a:lnTo>
                <a:lnTo>
                  <a:pt x="233273" y="232410"/>
                </a:lnTo>
                <a:lnTo>
                  <a:pt x="188297" y="255270"/>
                </a:lnTo>
                <a:lnTo>
                  <a:pt x="215625" y="255270"/>
                </a:lnTo>
                <a:lnTo>
                  <a:pt x="221553" y="251460"/>
                </a:lnTo>
                <a:lnTo>
                  <a:pt x="228788" y="251460"/>
                </a:lnTo>
                <a:lnTo>
                  <a:pt x="228788" y="246380"/>
                </a:lnTo>
                <a:lnTo>
                  <a:pt x="241658" y="233680"/>
                </a:lnTo>
                <a:lnTo>
                  <a:pt x="252814" y="217170"/>
                </a:lnTo>
                <a:lnTo>
                  <a:pt x="261928" y="198120"/>
                </a:lnTo>
                <a:lnTo>
                  <a:pt x="268672" y="175260"/>
                </a:lnTo>
                <a:lnTo>
                  <a:pt x="273499" y="175260"/>
                </a:lnTo>
                <a:lnTo>
                  <a:pt x="275876" y="173990"/>
                </a:lnTo>
                <a:lnTo>
                  <a:pt x="280410" y="170180"/>
                </a:lnTo>
                <a:lnTo>
                  <a:pt x="281407" y="168910"/>
                </a:lnTo>
                <a:lnTo>
                  <a:pt x="269562" y="168910"/>
                </a:lnTo>
                <a:lnTo>
                  <a:pt x="267133" y="167640"/>
                </a:lnTo>
                <a:close/>
              </a:path>
              <a:path w="377190" h="400050">
                <a:moveTo>
                  <a:pt x="273499" y="175260"/>
                </a:moveTo>
                <a:lnTo>
                  <a:pt x="268672" y="175260"/>
                </a:lnTo>
                <a:lnTo>
                  <a:pt x="271049" y="176530"/>
                </a:lnTo>
                <a:lnTo>
                  <a:pt x="273499" y="175260"/>
                </a:lnTo>
                <a:close/>
              </a:path>
              <a:path w="377190" h="400050">
                <a:moveTo>
                  <a:pt x="110122" y="167640"/>
                </a:moveTo>
                <a:lnTo>
                  <a:pt x="108457" y="168910"/>
                </a:lnTo>
                <a:lnTo>
                  <a:pt x="111546" y="168910"/>
                </a:lnTo>
                <a:lnTo>
                  <a:pt x="110122" y="167640"/>
                </a:lnTo>
                <a:close/>
              </a:path>
              <a:path w="377190" h="400050">
                <a:moveTo>
                  <a:pt x="289245" y="129540"/>
                </a:moveTo>
                <a:lnTo>
                  <a:pt x="281624" y="129540"/>
                </a:lnTo>
                <a:lnTo>
                  <a:pt x="283530" y="133350"/>
                </a:lnTo>
                <a:lnTo>
                  <a:pt x="284305" y="140970"/>
                </a:lnTo>
                <a:lnTo>
                  <a:pt x="280693" y="158750"/>
                </a:lnTo>
                <a:lnTo>
                  <a:pt x="275939" y="165100"/>
                </a:lnTo>
                <a:lnTo>
                  <a:pt x="270787" y="168910"/>
                </a:lnTo>
                <a:lnTo>
                  <a:pt x="281407" y="168910"/>
                </a:lnTo>
                <a:lnTo>
                  <a:pt x="284401" y="165100"/>
                </a:lnTo>
                <a:lnTo>
                  <a:pt x="287616" y="157480"/>
                </a:lnTo>
                <a:lnTo>
                  <a:pt x="289823" y="149860"/>
                </a:lnTo>
                <a:lnTo>
                  <a:pt x="290813" y="140970"/>
                </a:lnTo>
                <a:lnTo>
                  <a:pt x="290344" y="133350"/>
                </a:lnTo>
                <a:lnTo>
                  <a:pt x="289245" y="129540"/>
                </a:lnTo>
                <a:close/>
              </a:path>
              <a:path w="377190" h="400050">
                <a:moveTo>
                  <a:pt x="104412" y="127000"/>
                </a:moveTo>
                <a:lnTo>
                  <a:pt x="96520" y="127000"/>
                </a:lnTo>
                <a:lnTo>
                  <a:pt x="98038" y="132080"/>
                </a:lnTo>
                <a:lnTo>
                  <a:pt x="99871" y="138430"/>
                </a:lnTo>
                <a:lnTo>
                  <a:pt x="103986" y="147320"/>
                </a:lnTo>
                <a:lnTo>
                  <a:pt x="108844" y="147320"/>
                </a:lnTo>
                <a:lnTo>
                  <a:pt x="111598" y="146050"/>
                </a:lnTo>
                <a:lnTo>
                  <a:pt x="112111" y="140970"/>
                </a:lnTo>
                <a:lnTo>
                  <a:pt x="113548" y="132080"/>
                </a:lnTo>
                <a:lnTo>
                  <a:pt x="105567" y="132080"/>
                </a:lnTo>
                <a:lnTo>
                  <a:pt x="105263" y="130810"/>
                </a:lnTo>
                <a:lnTo>
                  <a:pt x="104412" y="127000"/>
                </a:lnTo>
                <a:close/>
              </a:path>
              <a:path w="377190" h="400050">
                <a:moveTo>
                  <a:pt x="246030" y="81280"/>
                </a:moveTo>
                <a:lnTo>
                  <a:pt x="227176" y="81280"/>
                </a:lnTo>
                <a:lnTo>
                  <a:pt x="240974" y="86360"/>
                </a:lnTo>
                <a:lnTo>
                  <a:pt x="252564" y="96520"/>
                </a:lnTo>
                <a:lnTo>
                  <a:pt x="260920" y="113030"/>
                </a:lnTo>
                <a:lnTo>
                  <a:pt x="265018" y="133350"/>
                </a:lnTo>
                <a:lnTo>
                  <a:pt x="265395" y="138430"/>
                </a:lnTo>
                <a:lnTo>
                  <a:pt x="268347" y="140970"/>
                </a:lnTo>
                <a:lnTo>
                  <a:pt x="272127" y="140970"/>
                </a:lnTo>
                <a:lnTo>
                  <a:pt x="274180" y="139700"/>
                </a:lnTo>
                <a:lnTo>
                  <a:pt x="278200" y="134620"/>
                </a:lnTo>
                <a:lnTo>
                  <a:pt x="280001" y="132080"/>
                </a:lnTo>
                <a:lnTo>
                  <a:pt x="280813" y="130810"/>
                </a:lnTo>
                <a:lnTo>
                  <a:pt x="271970" y="130810"/>
                </a:lnTo>
                <a:lnTo>
                  <a:pt x="271855" y="129540"/>
                </a:lnTo>
                <a:lnTo>
                  <a:pt x="266457" y="107950"/>
                </a:lnTo>
                <a:lnTo>
                  <a:pt x="256493" y="90170"/>
                </a:lnTo>
                <a:lnTo>
                  <a:pt x="246030" y="81280"/>
                </a:lnTo>
                <a:close/>
              </a:path>
              <a:path w="377190" h="400050">
                <a:moveTo>
                  <a:pt x="132425" y="86360"/>
                </a:moveTo>
                <a:lnTo>
                  <a:pt x="129587" y="86360"/>
                </a:lnTo>
                <a:lnTo>
                  <a:pt x="121063" y="90170"/>
                </a:lnTo>
                <a:lnTo>
                  <a:pt x="114360" y="100330"/>
                </a:lnTo>
                <a:lnTo>
                  <a:pt x="109397" y="114300"/>
                </a:lnTo>
                <a:lnTo>
                  <a:pt x="106091" y="130810"/>
                </a:lnTo>
                <a:lnTo>
                  <a:pt x="105944" y="132080"/>
                </a:lnTo>
                <a:lnTo>
                  <a:pt x="113548" y="132080"/>
                </a:lnTo>
                <a:lnTo>
                  <a:pt x="115396" y="120650"/>
                </a:lnTo>
                <a:lnTo>
                  <a:pt x="119993" y="105410"/>
                </a:lnTo>
                <a:lnTo>
                  <a:pt x="125019" y="96520"/>
                </a:lnTo>
                <a:lnTo>
                  <a:pt x="129587" y="93980"/>
                </a:lnTo>
                <a:lnTo>
                  <a:pt x="152191" y="93980"/>
                </a:lnTo>
                <a:lnTo>
                  <a:pt x="145029" y="92710"/>
                </a:lnTo>
                <a:lnTo>
                  <a:pt x="140133" y="91440"/>
                </a:lnTo>
                <a:lnTo>
                  <a:pt x="136739" y="88900"/>
                </a:lnTo>
                <a:lnTo>
                  <a:pt x="132425" y="86360"/>
                </a:lnTo>
                <a:close/>
              </a:path>
              <a:path w="377190" h="400050">
                <a:moveTo>
                  <a:pt x="208011" y="6350"/>
                </a:moveTo>
                <a:lnTo>
                  <a:pt x="175628" y="6350"/>
                </a:lnTo>
                <a:lnTo>
                  <a:pt x="188280" y="7620"/>
                </a:lnTo>
                <a:lnTo>
                  <a:pt x="200552" y="11430"/>
                </a:lnTo>
                <a:lnTo>
                  <a:pt x="212155" y="16510"/>
                </a:lnTo>
                <a:lnTo>
                  <a:pt x="222799" y="22860"/>
                </a:lnTo>
                <a:lnTo>
                  <a:pt x="227553" y="26670"/>
                </a:lnTo>
                <a:lnTo>
                  <a:pt x="237573" y="26670"/>
                </a:lnTo>
                <a:lnTo>
                  <a:pt x="273420" y="50800"/>
                </a:lnTo>
                <a:lnTo>
                  <a:pt x="284451" y="88900"/>
                </a:lnTo>
                <a:lnTo>
                  <a:pt x="284525" y="91440"/>
                </a:lnTo>
                <a:lnTo>
                  <a:pt x="283866" y="100330"/>
                </a:lnTo>
                <a:lnTo>
                  <a:pt x="281648" y="110490"/>
                </a:lnTo>
                <a:lnTo>
                  <a:pt x="278028" y="120650"/>
                </a:lnTo>
                <a:lnTo>
                  <a:pt x="273070" y="129540"/>
                </a:lnTo>
                <a:lnTo>
                  <a:pt x="272515" y="130810"/>
                </a:lnTo>
                <a:lnTo>
                  <a:pt x="280813" y="130810"/>
                </a:lnTo>
                <a:lnTo>
                  <a:pt x="281624" y="129540"/>
                </a:lnTo>
                <a:lnTo>
                  <a:pt x="289245" y="129540"/>
                </a:lnTo>
                <a:lnTo>
                  <a:pt x="288513" y="127000"/>
                </a:lnTo>
                <a:lnTo>
                  <a:pt x="285415" y="121920"/>
                </a:lnTo>
                <a:lnTo>
                  <a:pt x="288194" y="114300"/>
                </a:lnTo>
                <a:lnTo>
                  <a:pt x="290214" y="106680"/>
                </a:lnTo>
                <a:lnTo>
                  <a:pt x="291448" y="97790"/>
                </a:lnTo>
                <a:lnTo>
                  <a:pt x="291865" y="90170"/>
                </a:lnTo>
                <a:lnTo>
                  <a:pt x="288597" y="66040"/>
                </a:lnTo>
                <a:lnTo>
                  <a:pt x="279157" y="46990"/>
                </a:lnTo>
                <a:lnTo>
                  <a:pt x="264093" y="31750"/>
                </a:lnTo>
                <a:lnTo>
                  <a:pt x="243950" y="21590"/>
                </a:lnTo>
                <a:lnTo>
                  <a:pt x="238621" y="20320"/>
                </a:lnTo>
                <a:lnTo>
                  <a:pt x="230422" y="20320"/>
                </a:lnTo>
                <a:lnTo>
                  <a:pt x="227291" y="17780"/>
                </a:lnTo>
                <a:lnTo>
                  <a:pt x="215635" y="10160"/>
                </a:lnTo>
                <a:lnTo>
                  <a:pt x="208011" y="6350"/>
                </a:lnTo>
                <a:close/>
              </a:path>
              <a:path w="377190" h="400050">
                <a:moveTo>
                  <a:pt x="227176" y="74930"/>
                </a:moveTo>
                <a:lnTo>
                  <a:pt x="220265" y="74930"/>
                </a:lnTo>
                <a:lnTo>
                  <a:pt x="211229" y="81280"/>
                </a:lnTo>
                <a:lnTo>
                  <a:pt x="205362" y="85090"/>
                </a:lnTo>
                <a:lnTo>
                  <a:pt x="197630" y="88900"/>
                </a:lnTo>
                <a:lnTo>
                  <a:pt x="186815" y="92710"/>
                </a:lnTo>
                <a:lnTo>
                  <a:pt x="171701" y="93980"/>
                </a:lnTo>
                <a:lnTo>
                  <a:pt x="168403" y="95250"/>
                </a:lnTo>
                <a:lnTo>
                  <a:pt x="133168" y="95250"/>
                </a:lnTo>
                <a:lnTo>
                  <a:pt x="137011" y="97790"/>
                </a:lnTo>
                <a:lnTo>
                  <a:pt x="142671" y="100330"/>
                </a:lnTo>
                <a:lnTo>
                  <a:pt x="150882" y="101600"/>
                </a:lnTo>
                <a:lnTo>
                  <a:pt x="172193" y="101600"/>
                </a:lnTo>
                <a:lnTo>
                  <a:pt x="209196" y="91440"/>
                </a:lnTo>
                <a:lnTo>
                  <a:pt x="222631" y="81280"/>
                </a:lnTo>
                <a:lnTo>
                  <a:pt x="246030" y="81280"/>
                </a:lnTo>
                <a:lnTo>
                  <a:pt x="243040" y="78740"/>
                </a:lnTo>
                <a:lnTo>
                  <a:pt x="227176" y="74930"/>
                </a:lnTo>
                <a:close/>
              </a:path>
              <a:path w="377190" h="400050">
                <a:moveTo>
                  <a:pt x="152191" y="93980"/>
                </a:moveTo>
                <a:lnTo>
                  <a:pt x="130477" y="93980"/>
                </a:lnTo>
                <a:lnTo>
                  <a:pt x="131378" y="95250"/>
                </a:lnTo>
                <a:lnTo>
                  <a:pt x="162382" y="95250"/>
                </a:lnTo>
                <a:lnTo>
                  <a:pt x="152191" y="93980"/>
                </a:lnTo>
                <a:close/>
              </a:path>
            </a:pathLst>
          </a:custGeom>
          <a:solidFill>
            <a:srgbClr val="838484"/>
          </a:solidFill>
        </p:spPr>
        <p:txBody>
          <a:bodyPr wrap="square" lIns="0" tIns="0" rIns="0" bIns="0" rtlCol="0"/>
          <a:lstStyle/>
          <a:p>
            <a:endParaRPr/>
          </a:p>
        </p:txBody>
      </p:sp>
      <p:sp>
        <p:nvSpPr>
          <p:cNvPr id="110" name="object 110"/>
          <p:cNvSpPr txBox="1"/>
          <p:nvPr/>
        </p:nvSpPr>
        <p:spPr>
          <a:xfrm>
            <a:off x="7406948" y="6400453"/>
            <a:ext cx="1540510" cy="1109980"/>
          </a:xfrm>
          <a:prstGeom prst="rect">
            <a:avLst/>
          </a:prstGeom>
        </p:spPr>
        <p:txBody>
          <a:bodyPr vert="horz" wrap="square" lIns="0" tIns="64135" rIns="0" bIns="0" rtlCol="0">
            <a:spAutoFit/>
          </a:bodyPr>
          <a:lstStyle/>
          <a:p>
            <a:pPr marL="12700" marR="5080">
              <a:lnSpc>
                <a:spcPts val="2720"/>
              </a:lnSpc>
              <a:spcBef>
                <a:spcPts val="505"/>
              </a:spcBef>
            </a:pPr>
            <a:r>
              <a:rPr sz="2550" b="1" spc="105" dirty="0">
                <a:solidFill>
                  <a:srgbClr val="093E5E"/>
                </a:solidFill>
                <a:latin typeface="Arial Narrow"/>
                <a:cs typeface="Arial Narrow"/>
              </a:rPr>
              <a:t>Data  </a:t>
            </a:r>
            <a:r>
              <a:rPr sz="2550" b="1" spc="-15" dirty="0">
                <a:solidFill>
                  <a:srgbClr val="093E5E"/>
                </a:solidFill>
                <a:latin typeface="Arial Narrow"/>
                <a:cs typeface="Arial Narrow"/>
              </a:rPr>
              <a:t>P</a:t>
            </a:r>
            <a:r>
              <a:rPr sz="2550" b="1" spc="90" dirty="0">
                <a:solidFill>
                  <a:srgbClr val="093E5E"/>
                </a:solidFill>
                <a:latin typeface="Arial Narrow"/>
                <a:cs typeface="Arial Narrow"/>
              </a:rPr>
              <a:t>e</a:t>
            </a:r>
            <a:r>
              <a:rPr sz="2550" b="1" spc="15" dirty="0">
                <a:solidFill>
                  <a:srgbClr val="093E5E"/>
                </a:solidFill>
                <a:latin typeface="Arial Narrow"/>
                <a:cs typeface="Arial Narrow"/>
              </a:rPr>
              <a:t>r</a:t>
            </a:r>
            <a:r>
              <a:rPr sz="2550" b="1" spc="-20" dirty="0">
                <a:solidFill>
                  <a:srgbClr val="093E5E"/>
                </a:solidFill>
                <a:latin typeface="Arial Narrow"/>
                <a:cs typeface="Arial Narrow"/>
              </a:rPr>
              <a:t>sis</a:t>
            </a:r>
            <a:r>
              <a:rPr sz="2550" b="1" spc="-65" dirty="0">
                <a:solidFill>
                  <a:srgbClr val="093E5E"/>
                </a:solidFill>
                <a:latin typeface="Arial Narrow"/>
                <a:cs typeface="Arial Narrow"/>
              </a:rPr>
              <a:t>t</a:t>
            </a:r>
            <a:r>
              <a:rPr sz="2550" b="1" spc="35" dirty="0">
                <a:solidFill>
                  <a:srgbClr val="093E5E"/>
                </a:solidFill>
                <a:latin typeface="Arial Narrow"/>
                <a:cs typeface="Arial Narrow"/>
              </a:rPr>
              <a:t>en</a:t>
            </a:r>
            <a:r>
              <a:rPr sz="2550" b="1" spc="-30" dirty="0">
                <a:solidFill>
                  <a:srgbClr val="093E5E"/>
                </a:solidFill>
                <a:latin typeface="Arial Narrow"/>
                <a:cs typeface="Arial Narrow"/>
              </a:rPr>
              <a:t>c</a:t>
            </a:r>
            <a:r>
              <a:rPr sz="2550" b="1" spc="95" dirty="0">
                <a:solidFill>
                  <a:srgbClr val="093E5E"/>
                </a:solidFill>
                <a:latin typeface="Arial Narrow"/>
                <a:cs typeface="Arial Narrow"/>
              </a:rPr>
              <a:t>e  </a:t>
            </a:r>
            <a:r>
              <a:rPr sz="2550" b="1" spc="35" dirty="0">
                <a:solidFill>
                  <a:srgbClr val="093E5E"/>
                </a:solidFill>
                <a:latin typeface="Arial Narrow"/>
                <a:cs typeface="Arial Narrow"/>
              </a:rPr>
              <a:t>Layer</a:t>
            </a:r>
            <a:endParaRPr sz="2550" dirty="0">
              <a:latin typeface="Arial Narrow"/>
              <a:cs typeface="Arial Narrow"/>
            </a:endParaRPr>
          </a:p>
        </p:txBody>
      </p:sp>
      <p:sp>
        <p:nvSpPr>
          <p:cNvPr id="111" name="object 111"/>
          <p:cNvSpPr/>
          <p:nvPr/>
        </p:nvSpPr>
        <p:spPr>
          <a:xfrm>
            <a:off x="9024966" y="7758219"/>
            <a:ext cx="19050" cy="19050"/>
          </a:xfrm>
          <a:custGeom>
            <a:avLst/>
            <a:gdLst/>
            <a:ahLst/>
            <a:cxnLst/>
            <a:rect l="l" t="t" r="r" b="b"/>
            <a:pathLst>
              <a:path w="19050" h="19050">
                <a:moveTo>
                  <a:pt x="18847" y="0"/>
                </a:moveTo>
                <a:lnTo>
                  <a:pt x="18847" y="18847"/>
                </a:lnTo>
                <a:lnTo>
                  <a:pt x="0" y="18847"/>
                </a:lnTo>
              </a:path>
            </a:pathLst>
          </a:custGeom>
          <a:ln w="12062">
            <a:solidFill>
              <a:srgbClr val="838484"/>
            </a:solidFill>
          </a:ln>
        </p:spPr>
        <p:txBody>
          <a:bodyPr wrap="square" lIns="0" tIns="0" rIns="0" bIns="0" rtlCol="0"/>
          <a:lstStyle/>
          <a:p>
            <a:endParaRPr/>
          </a:p>
        </p:txBody>
      </p:sp>
      <p:sp>
        <p:nvSpPr>
          <p:cNvPr id="112" name="object 112"/>
          <p:cNvSpPr/>
          <p:nvPr/>
        </p:nvSpPr>
        <p:spPr>
          <a:xfrm>
            <a:off x="7352283" y="7777064"/>
            <a:ext cx="1635125" cy="0"/>
          </a:xfrm>
          <a:custGeom>
            <a:avLst/>
            <a:gdLst/>
            <a:ahLst/>
            <a:cxnLst/>
            <a:rect l="l" t="t" r="r" b="b"/>
            <a:pathLst>
              <a:path w="1635125">
                <a:moveTo>
                  <a:pt x="1635091" y="0"/>
                </a:moveTo>
                <a:lnTo>
                  <a:pt x="0" y="0"/>
                </a:lnTo>
              </a:path>
            </a:pathLst>
          </a:custGeom>
          <a:ln w="12062">
            <a:solidFill>
              <a:srgbClr val="838484"/>
            </a:solidFill>
            <a:prstDash val="dash"/>
          </a:ln>
        </p:spPr>
        <p:txBody>
          <a:bodyPr wrap="square" lIns="0" tIns="0" rIns="0" bIns="0" rtlCol="0"/>
          <a:lstStyle/>
          <a:p>
            <a:endParaRPr/>
          </a:p>
        </p:txBody>
      </p:sp>
      <p:sp>
        <p:nvSpPr>
          <p:cNvPr id="113" name="object 113"/>
          <p:cNvSpPr/>
          <p:nvPr/>
        </p:nvSpPr>
        <p:spPr>
          <a:xfrm>
            <a:off x="7314638" y="7758217"/>
            <a:ext cx="19050" cy="19050"/>
          </a:xfrm>
          <a:custGeom>
            <a:avLst/>
            <a:gdLst/>
            <a:ahLst/>
            <a:cxnLst/>
            <a:rect l="l" t="t" r="r" b="b"/>
            <a:pathLst>
              <a:path w="19050" h="19050">
                <a:moveTo>
                  <a:pt x="18847" y="18847"/>
                </a:moveTo>
                <a:lnTo>
                  <a:pt x="0" y="18847"/>
                </a:lnTo>
                <a:lnTo>
                  <a:pt x="0" y="0"/>
                </a:lnTo>
              </a:path>
            </a:pathLst>
          </a:custGeom>
          <a:ln w="12062">
            <a:solidFill>
              <a:srgbClr val="838484"/>
            </a:solidFill>
          </a:ln>
        </p:spPr>
        <p:txBody>
          <a:bodyPr wrap="square" lIns="0" tIns="0" rIns="0" bIns="0" rtlCol="0"/>
          <a:lstStyle/>
          <a:p>
            <a:endParaRPr/>
          </a:p>
        </p:txBody>
      </p:sp>
      <p:sp>
        <p:nvSpPr>
          <p:cNvPr id="114" name="object 114"/>
          <p:cNvSpPr/>
          <p:nvPr/>
        </p:nvSpPr>
        <p:spPr>
          <a:xfrm>
            <a:off x="7314634" y="6220795"/>
            <a:ext cx="0" cy="1499870"/>
          </a:xfrm>
          <a:custGeom>
            <a:avLst/>
            <a:gdLst/>
            <a:ahLst/>
            <a:cxnLst/>
            <a:rect l="l" t="t" r="r" b="b"/>
            <a:pathLst>
              <a:path h="1499870">
                <a:moveTo>
                  <a:pt x="0" y="1499462"/>
                </a:moveTo>
                <a:lnTo>
                  <a:pt x="0" y="0"/>
                </a:lnTo>
              </a:path>
            </a:pathLst>
          </a:custGeom>
          <a:ln w="12062">
            <a:solidFill>
              <a:srgbClr val="838484"/>
            </a:solidFill>
            <a:prstDash val="dash"/>
          </a:ln>
        </p:spPr>
        <p:txBody>
          <a:bodyPr wrap="square" lIns="0" tIns="0" rIns="0" bIns="0" rtlCol="0"/>
          <a:lstStyle/>
          <a:p>
            <a:endParaRPr/>
          </a:p>
        </p:txBody>
      </p:sp>
      <p:sp>
        <p:nvSpPr>
          <p:cNvPr id="115" name="object 115"/>
          <p:cNvSpPr/>
          <p:nvPr/>
        </p:nvSpPr>
        <p:spPr>
          <a:xfrm>
            <a:off x="7314634" y="6182971"/>
            <a:ext cx="19050" cy="19050"/>
          </a:xfrm>
          <a:custGeom>
            <a:avLst/>
            <a:gdLst/>
            <a:ahLst/>
            <a:cxnLst/>
            <a:rect l="l" t="t" r="r" b="b"/>
            <a:pathLst>
              <a:path w="19050" h="19050">
                <a:moveTo>
                  <a:pt x="0" y="18847"/>
                </a:moveTo>
                <a:lnTo>
                  <a:pt x="0" y="0"/>
                </a:lnTo>
                <a:lnTo>
                  <a:pt x="18847" y="0"/>
                </a:lnTo>
              </a:path>
            </a:pathLst>
          </a:custGeom>
          <a:ln w="12062">
            <a:solidFill>
              <a:srgbClr val="838484"/>
            </a:solidFill>
          </a:ln>
        </p:spPr>
        <p:txBody>
          <a:bodyPr wrap="square" lIns="0" tIns="0" rIns="0" bIns="0" rtlCol="0"/>
          <a:lstStyle/>
          <a:p>
            <a:endParaRPr/>
          </a:p>
        </p:txBody>
      </p:sp>
      <p:sp>
        <p:nvSpPr>
          <p:cNvPr id="116" name="object 116"/>
          <p:cNvSpPr/>
          <p:nvPr/>
        </p:nvSpPr>
        <p:spPr>
          <a:xfrm>
            <a:off x="7371074" y="6182968"/>
            <a:ext cx="1635125" cy="0"/>
          </a:xfrm>
          <a:custGeom>
            <a:avLst/>
            <a:gdLst/>
            <a:ahLst/>
            <a:cxnLst/>
            <a:rect l="l" t="t" r="r" b="b"/>
            <a:pathLst>
              <a:path w="1635125">
                <a:moveTo>
                  <a:pt x="0" y="0"/>
                </a:moveTo>
                <a:lnTo>
                  <a:pt x="1635091" y="0"/>
                </a:lnTo>
              </a:path>
            </a:pathLst>
          </a:custGeom>
          <a:ln w="12062">
            <a:solidFill>
              <a:srgbClr val="838484"/>
            </a:solidFill>
            <a:prstDash val="dash"/>
          </a:ln>
        </p:spPr>
        <p:txBody>
          <a:bodyPr wrap="square" lIns="0" tIns="0" rIns="0" bIns="0" rtlCol="0"/>
          <a:lstStyle/>
          <a:p>
            <a:endParaRPr/>
          </a:p>
        </p:txBody>
      </p:sp>
      <p:sp>
        <p:nvSpPr>
          <p:cNvPr id="117" name="object 117"/>
          <p:cNvSpPr/>
          <p:nvPr/>
        </p:nvSpPr>
        <p:spPr>
          <a:xfrm>
            <a:off x="9024963" y="6182968"/>
            <a:ext cx="19050" cy="19050"/>
          </a:xfrm>
          <a:custGeom>
            <a:avLst/>
            <a:gdLst/>
            <a:ahLst/>
            <a:cxnLst/>
            <a:rect l="l" t="t" r="r" b="b"/>
            <a:pathLst>
              <a:path w="19050" h="19050">
                <a:moveTo>
                  <a:pt x="0" y="0"/>
                </a:moveTo>
                <a:lnTo>
                  <a:pt x="18847" y="0"/>
                </a:lnTo>
                <a:lnTo>
                  <a:pt x="18847" y="18847"/>
                </a:lnTo>
              </a:path>
            </a:pathLst>
          </a:custGeom>
          <a:ln w="12062">
            <a:solidFill>
              <a:srgbClr val="838484"/>
            </a:solidFill>
          </a:ln>
        </p:spPr>
        <p:txBody>
          <a:bodyPr wrap="square" lIns="0" tIns="0" rIns="0" bIns="0" rtlCol="0"/>
          <a:lstStyle/>
          <a:p>
            <a:endParaRPr/>
          </a:p>
        </p:txBody>
      </p:sp>
      <p:sp>
        <p:nvSpPr>
          <p:cNvPr id="118" name="object 118"/>
          <p:cNvSpPr/>
          <p:nvPr/>
        </p:nvSpPr>
        <p:spPr>
          <a:xfrm>
            <a:off x="9043813" y="6239781"/>
            <a:ext cx="0" cy="1499870"/>
          </a:xfrm>
          <a:custGeom>
            <a:avLst/>
            <a:gdLst/>
            <a:ahLst/>
            <a:cxnLst/>
            <a:rect l="l" t="t" r="r" b="b"/>
            <a:pathLst>
              <a:path h="1499870">
                <a:moveTo>
                  <a:pt x="0" y="0"/>
                </a:moveTo>
                <a:lnTo>
                  <a:pt x="0" y="1499451"/>
                </a:lnTo>
              </a:path>
            </a:pathLst>
          </a:custGeom>
          <a:ln w="12062">
            <a:solidFill>
              <a:srgbClr val="838484"/>
            </a:solidFill>
            <a:prstDash val="dash"/>
          </a:ln>
        </p:spPr>
        <p:txBody>
          <a:bodyPr wrap="square" lIns="0" tIns="0" rIns="0" bIns="0" rtlCol="0"/>
          <a:lstStyle/>
          <a:p>
            <a:endParaRPr/>
          </a:p>
        </p:txBody>
      </p:sp>
      <p:sp>
        <p:nvSpPr>
          <p:cNvPr id="119" name="object 119"/>
          <p:cNvSpPr txBox="1"/>
          <p:nvPr/>
        </p:nvSpPr>
        <p:spPr>
          <a:xfrm>
            <a:off x="9305139" y="6573222"/>
            <a:ext cx="1589405" cy="764540"/>
          </a:xfrm>
          <a:prstGeom prst="rect">
            <a:avLst/>
          </a:prstGeom>
        </p:spPr>
        <p:txBody>
          <a:bodyPr vert="horz" wrap="square" lIns="0" tIns="64135" rIns="0" bIns="0" rtlCol="0">
            <a:spAutoFit/>
          </a:bodyPr>
          <a:lstStyle/>
          <a:p>
            <a:pPr marL="12700" marR="5080">
              <a:lnSpc>
                <a:spcPts val="2720"/>
              </a:lnSpc>
              <a:spcBef>
                <a:spcPts val="505"/>
              </a:spcBef>
            </a:pPr>
            <a:r>
              <a:rPr sz="2550" b="1" spc="75" dirty="0">
                <a:solidFill>
                  <a:srgbClr val="093E5E"/>
                </a:solidFill>
                <a:latin typeface="Arial Narrow"/>
                <a:cs typeface="Arial Narrow"/>
              </a:rPr>
              <a:t>Middle</a:t>
            </a:r>
            <a:r>
              <a:rPr sz="2550" b="1" spc="125" dirty="0">
                <a:solidFill>
                  <a:srgbClr val="093E5E"/>
                </a:solidFill>
                <a:latin typeface="Arial Narrow"/>
                <a:cs typeface="Arial Narrow"/>
              </a:rPr>
              <a:t>w</a:t>
            </a:r>
            <a:r>
              <a:rPr sz="2550" b="1" spc="114" dirty="0">
                <a:solidFill>
                  <a:srgbClr val="093E5E"/>
                </a:solidFill>
                <a:latin typeface="Arial Narrow"/>
                <a:cs typeface="Arial Narrow"/>
              </a:rPr>
              <a:t>a</a:t>
            </a:r>
            <a:r>
              <a:rPr sz="2550" b="1" spc="30" dirty="0">
                <a:solidFill>
                  <a:srgbClr val="093E5E"/>
                </a:solidFill>
                <a:latin typeface="Arial Narrow"/>
                <a:cs typeface="Arial Narrow"/>
              </a:rPr>
              <a:t>r</a:t>
            </a:r>
            <a:r>
              <a:rPr sz="2550" b="1" spc="95" dirty="0">
                <a:solidFill>
                  <a:srgbClr val="093E5E"/>
                </a:solidFill>
                <a:latin typeface="Arial Narrow"/>
                <a:cs typeface="Arial Narrow"/>
              </a:rPr>
              <a:t>e  </a:t>
            </a:r>
            <a:r>
              <a:rPr sz="2550" b="1" spc="35" dirty="0">
                <a:solidFill>
                  <a:srgbClr val="093E5E"/>
                </a:solidFill>
                <a:latin typeface="Arial Narrow"/>
                <a:cs typeface="Arial Narrow"/>
              </a:rPr>
              <a:t>Layer</a:t>
            </a:r>
            <a:endParaRPr sz="2550">
              <a:latin typeface="Arial Narrow"/>
              <a:cs typeface="Arial Narrow"/>
            </a:endParaRPr>
          </a:p>
        </p:txBody>
      </p:sp>
      <p:sp>
        <p:nvSpPr>
          <p:cNvPr id="120" name="object 120"/>
          <p:cNvSpPr/>
          <p:nvPr/>
        </p:nvSpPr>
        <p:spPr>
          <a:xfrm>
            <a:off x="10932645" y="7758219"/>
            <a:ext cx="19050" cy="19050"/>
          </a:xfrm>
          <a:custGeom>
            <a:avLst/>
            <a:gdLst/>
            <a:ahLst/>
            <a:cxnLst/>
            <a:rect l="l" t="t" r="r" b="b"/>
            <a:pathLst>
              <a:path w="19050" h="19050">
                <a:moveTo>
                  <a:pt x="18847" y="0"/>
                </a:moveTo>
                <a:lnTo>
                  <a:pt x="18847" y="18847"/>
                </a:lnTo>
                <a:lnTo>
                  <a:pt x="0" y="18847"/>
                </a:lnTo>
              </a:path>
            </a:pathLst>
          </a:custGeom>
          <a:ln w="12062">
            <a:solidFill>
              <a:srgbClr val="838484"/>
            </a:solidFill>
          </a:ln>
        </p:spPr>
        <p:txBody>
          <a:bodyPr wrap="square" lIns="0" tIns="0" rIns="0" bIns="0" rtlCol="0"/>
          <a:lstStyle/>
          <a:p>
            <a:endParaRPr/>
          </a:p>
        </p:txBody>
      </p:sp>
      <p:sp>
        <p:nvSpPr>
          <p:cNvPr id="121" name="object 121"/>
          <p:cNvSpPr/>
          <p:nvPr/>
        </p:nvSpPr>
        <p:spPr>
          <a:xfrm>
            <a:off x="9259963" y="7777064"/>
            <a:ext cx="1635125" cy="0"/>
          </a:xfrm>
          <a:custGeom>
            <a:avLst/>
            <a:gdLst/>
            <a:ahLst/>
            <a:cxnLst/>
            <a:rect l="l" t="t" r="r" b="b"/>
            <a:pathLst>
              <a:path w="1635125">
                <a:moveTo>
                  <a:pt x="1635091" y="0"/>
                </a:moveTo>
                <a:lnTo>
                  <a:pt x="0" y="0"/>
                </a:lnTo>
              </a:path>
            </a:pathLst>
          </a:custGeom>
          <a:ln w="12062">
            <a:solidFill>
              <a:srgbClr val="838484"/>
            </a:solidFill>
            <a:prstDash val="dash"/>
          </a:ln>
        </p:spPr>
        <p:txBody>
          <a:bodyPr wrap="square" lIns="0" tIns="0" rIns="0" bIns="0" rtlCol="0"/>
          <a:lstStyle/>
          <a:p>
            <a:endParaRPr/>
          </a:p>
        </p:txBody>
      </p:sp>
      <p:sp>
        <p:nvSpPr>
          <p:cNvPr id="122" name="object 122"/>
          <p:cNvSpPr/>
          <p:nvPr/>
        </p:nvSpPr>
        <p:spPr>
          <a:xfrm>
            <a:off x="9222318" y="7758217"/>
            <a:ext cx="19050" cy="19050"/>
          </a:xfrm>
          <a:custGeom>
            <a:avLst/>
            <a:gdLst/>
            <a:ahLst/>
            <a:cxnLst/>
            <a:rect l="l" t="t" r="r" b="b"/>
            <a:pathLst>
              <a:path w="19050" h="19050">
                <a:moveTo>
                  <a:pt x="18847" y="18847"/>
                </a:moveTo>
                <a:lnTo>
                  <a:pt x="0" y="18847"/>
                </a:lnTo>
                <a:lnTo>
                  <a:pt x="0" y="0"/>
                </a:lnTo>
              </a:path>
            </a:pathLst>
          </a:custGeom>
          <a:ln w="12062">
            <a:solidFill>
              <a:srgbClr val="838484"/>
            </a:solidFill>
          </a:ln>
        </p:spPr>
        <p:txBody>
          <a:bodyPr wrap="square" lIns="0" tIns="0" rIns="0" bIns="0" rtlCol="0"/>
          <a:lstStyle/>
          <a:p>
            <a:endParaRPr/>
          </a:p>
        </p:txBody>
      </p:sp>
      <p:sp>
        <p:nvSpPr>
          <p:cNvPr id="123" name="object 123"/>
          <p:cNvSpPr/>
          <p:nvPr/>
        </p:nvSpPr>
        <p:spPr>
          <a:xfrm>
            <a:off x="9222315" y="6220795"/>
            <a:ext cx="0" cy="1499870"/>
          </a:xfrm>
          <a:custGeom>
            <a:avLst/>
            <a:gdLst/>
            <a:ahLst/>
            <a:cxnLst/>
            <a:rect l="l" t="t" r="r" b="b"/>
            <a:pathLst>
              <a:path h="1499870">
                <a:moveTo>
                  <a:pt x="0" y="1499462"/>
                </a:moveTo>
                <a:lnTo>
                  <a:pt x="0" y="0"/>
                </a:lnTo>
              </a:path>
            </a:pathLst>
          </a:custGeom>
          <a:ln w="12062">
            <a:solidFill>
              <a:srgbClr val="838484"/>
            </a:solidFill>
            <a:prstDash val="dash"/>
          </a:ln>
        </p:spPr>
        <p:txBody>
          <a:bodyPr wrap="square" lIns="0" tIns="0" rIns="0" bIns="0" rtlCol="0"/>
          <a:lstStyle/>
          <a:p>
            <a:endParaRPr/>
          </a:p>
        </p:txBody>
      </p:sp>
      <p:sp>
        <p:nvSpPr>
          <p:cNvPr id="124" name="object 124"/>
          <p:cNvSpPr/>
          <p:nvPr/>
        </p:nvSpPr>
        <p:spPr>
          <a:xfrm>
            <a:off x="9222315" y="6182971"/>
            <a:ext cx="19050" cy="19050"/>
          </a:xfrm>
          <a:custGeom>
            <a:avLst/>
            <a:gdLst/>
            <a:ahLst/>
            <a:cxnLst/>
            <a:rect l="l" t="t" r="r" b="b"/>
            <a:pathLst>
              <a:path w="19050" h="19050">
                <a:moveTo>
                  <a:pt x="0" y="18847"/>
                </a:moveTo>
                <a:lnTo>
                  <a:pt x="0" y="0"/>
                </a:lnTo>
                <a:lnTo>
                  <a:pt x="18847" y="0"/>
                </a:lnTo>
              </a:path>
            </a:pathLst>
          </a:custGeom>
          <a:ln w="12062">
            <a:solidFill>
              <a:srgbClr val="838484"/>
            </a:solidFill>
          </a:ln>
        </p:spPr>
        <p:txBody>
          <a:bodyPr wrap="square" lIns="0" tIns="0" rIns="0" bIns="0" rtlCol="0"/>
          <a:lstStyle/>
          <a:p>
            <a:endParaRPr/>
          </a:p>
        </p:txBody>
      </p:sp>
      <p:sp>
        <p:nvSpPr>
          <p:cNvPr id="125" name="object 125"/>
          <p:cNvSpPr/>
          <p:nvPr/>
        </p:nvSpPr>
        <p:spPr>
          <a:xfrm>
            <a:off x="9278753" y="6182968"/>
            <a:ext cx="1635125" cy="0"/>
          </a:xfrm>
          <a:custGeom>
            <a:avLst/>
            <a:gdLst/>
            <a:ahLst/>
            <a:cxnLst/>
            <a:rect l="l" t="t" r="r" b="b"/>
            <a:pathLst>
              <a:path w="1635125">
                <a:moveTo>
                  <a:pt x="0" y="0"/>
                </a:moveTo>
                <a:lnTo>
                  <a:pt x="1635091" y="0"/>
                </a:lnTo>
              </a:path>
            </a:pathLst>
          </a:custGeom>
          <a:ln w="12062">
            <a:solidFill>
              <a:srgbClr val="838484"/>
            </a:solidFill>
            <a:prstDash val="dash"/>
          </a:ln>
        </p:spPr>
        <p:txBody>
          <a:bodyPr wrap="square" lIns="0" tIns="0" rIns="0" bIns="0" rtlCol="0"/>
          <a:lstStyle/>
          <a:p>
            <a:endParaRPr/>
          </a:p>
        </p:txBody>
      </p:sp>
      <p:sp>
        <p:nvSpPr>
          <p:cNvPr id="126" name="object 126"/>
          <p:cNvSpPr/>
          <p:nvPr/>
        </p:nvSpPr>
        <p:spPr>
          <a:xfrm>
            <a:off x="10932641" y="6182968"/>
            <a:ext cx="19050" cy="19050"/>
          </a:xfrm>
          <a:custGeom>
            <a:avLst/>
            <a:gdLst/>
            <a:ahLst/>
            <a:cxnLst/>
            <a:rect l="l" t="t" r="r" b="b"/>
            <a:pathLst>
              <a:path w="19050" h="19050">
                <a:moveTo>
                  <a:pt x="0" y="0"/>
                </a:moveTo>
                <a:lnTo>
                  <a:pt x="18847" y="0"/>
                </a:lnTo>
                <a:lnTo>
                  <a:pt x="18847" y="18847"/>
                </a:lnTo>
              </a:path>
            </a:pathLst>
          </a:custGeom>
          <a:ln w="12062">
            <a:solidFill>
              <a:srgbClr val="838484"/>
            </a:solidFill>
          </a:ln>
        </p:spPr>
        <p:txBody>
          <a:bodyPr wrap="square" lIns="0" tIns="0" rIns="0" bIns="0" rtlCol="0"/>
          <a:lstStyle/>
          <a:p>
            <a:endParaRPr/>
          </a:p>
        </p:txBody>
      </p:sp>
      <p:sp>
        <p:nvSpPr>
          <p:cNvPr id="127" name="object 127"/>
          <p:cNvSpPr/>
          <p:nvPr/>
        </p:nvSpPr>
        <p:spPr>
          <a:xfrm>
            <a:off x="10951492" y="6239781"/>
            <a:ext cx="0" cy="1499870"/>
          </a:xfrm>
          <a:custGeom>
            <a:avLst/>
            <a:gdLst/>
            <a:ahLst/>
            <a:cxnLst/>
            <a:rect l="l" t="t" r="r" b="b"/>
            <a:pathLst>
              <a:path h="1499870">
                <a:moveTo>
                  <a:pt x="0" y="0"/>
                </a:moveTo>
                <a:lnTo>
                  <a:pt x="0" y="1499451"/>
                </a:lnTo>
              </a:path>
            </a:pathLst>
          </a:custGeom>
          <a:ln w="12062">
            <a:solidFill>
              <a:srgbClr val="838484"/>
            </a:solidFill>
            <a:prstDash val="dash"/>
          </a:ln>
        </p:spPr>
        <p:txBody>
          <a:bodyPr wrap="square" lIns="0" tIns="0" rIns="0" bIns="0" rtlCol="0"/>
          <a:lstStyle/>
          <a:p>
            <a:endParaRPr/>
          </a:p>
        </p:txBody>
      </p:sp>
      <p:sp>
        <p:nvSpPr>
          <p:cNvPr id="128" name="object 128"/>
          <p:cNvSpPr txBox="1"/>
          <p:nvPr/>
        </p:nvSpPr>
        <p:spPr>
          <a:xfrm>
            <a:off x="11325380" y="6573222"/>
            <a:ext cx="1285875" cy="764540"/>
          </a:xfrm>
          <a:prstGeom prst="rect">
            <a:avLst/>
          </a:prstGeom>
        </p:spPr>
        <p:txBody>
          <a:bodyPr vert="horz" wrap="square" lIns="0" tIns="64135" rIns="0" bIns="0" rtlCol="0">
            <a:spAutoFit/>
          </a:bodyPr>
          <a:lstStyle/>
          <a:p>
            <a:pPr marL="12700" marR="5080">
              <a:lnSpc>
                <a:spcPts val="2720"/>
              </a:lnSpc>
              <a:spcBef>
                <a:spcPts val="505"/>
              </a:spcBef>
            </a:pPr>
            <a:r>
              <a:rPr sz="2550" b="1" spc="5" dirty="0">
                <a:solidFill>
                  <a:srgbClr val="093E5E"/>
                </a:solidFill>
                <a:latin typeface="Arial Narrow"/>
                <a:cs typeface="Arial Narrow"/>
              </a:rPr>
              <a:t>Services</a:t>
            </a:r>
            <a:r>
              <a:rPr sz="2550" b="1" spc="-300" dirty="0">
                <a:solidFill>
                  <a:srgbClr val="093E5E"/>
                </a:solidFill>
                <a:latin typeface="Arial Narrow"/>
                <a:cs typeface="Arial Narrow"/>
              </a:rPr>
              <a:t> </a:t>
            </a:r>
            <a:r>
              <a:rPr sz="2550" b="1" spc="305" dirty="0">
                <a:solidFill>
                  <a:srgbClr val="093E5E"/>
                </a:solidFill>
                <a:latin typeface="Arial Narrow"/>
                <a:cs typeface="Arial Narrow"/>
              </a:rPr>
              <a:t>/  </a:t>
            </a:r>
            <a:r>
              <a:rPr sz="2550" b="1" spc="5" dirty="0">
                <a:solidFill>
                  <a:srgbClr val="093E5E"/>
                </a:solidFill>
                <a:latin typeface="Arial Narrow"/>
                <a:cs typeface="Arial Narrow"/>
              </a:rPr>
              <a:t>API</a:t>
            </a:r>
            <a:r>
              <a:rPr sz="2550" b="1" spc="-254" dirty="0">
                <a:solidFill>
                  <a:srgbClr val="093E5E"/>
                </a:solidFill>
                <a:latin typeface="Arial Narrow"/>
                <a:cs typeface="Arial Narrow"/>
              </a:rPr>
              <a:t> </a:t>
            </a:r>
            <a:r>
              <a:rPr sz="2550" b="1" spc="35" dirty="0">
                <a:solidFill>
                  <a:srgbClr val="093E5E"/>
                </a:solidFill>
                <a:latin typeface="Arial Narrow"/>
                <a:cs typeface="Arial Narrow"/>
              </a:rPr>
              <a:t>Layer</a:t>
            </a:r>
            <a:endParaRPr sz="2550">
              <a:latin typeface="Arial Narrow"/>
              <a:cs typeface="Arial Narrow"/>
            </a:endParaRPr>
          </a:p>
        </p:txBody>
      </p:sp>
      <p:sp>
        <p:nvSpPr>
          <p:cNvPr id="129" name="object 129"/>
          <p:cNvSpPr/>
          <p:nvPr/>
        </p:nvSpPr>
        <p:spPr>
          <a:xfrm>
            <a:off x="12840325" y="7758219"/>
            <a:ext cx="19050" cy="19050"/>
          </a:xfrm>
          <a:custGeom>
            <a:avLst/>
            <a:gdLst/>
            <a:ahLst/>
            <a:cxnLst/>
            <a:rect l="l" t="t" r="r" b="b"/>
            <a:pathLst>
              <a:path w="19050" h="19050">
                <a:moveTo>
                  <a:pt x="18847" y="0"/>
                </a:moveTo>
                <a:lnTo>
                  <a:pt x="18847" y="18847"/>
                </a:lnTo>
                <a:lnTo>
                  <a:pt x="0" y="18847"/>
                </a:lnTo>
              </a:path>
            </a:pathLst>
          </a:custGeom>
          <a:ln w="12062">
            <a:solidFill>
              <a:srgbClr val="838484"/>
            </a:solidFill>
          </a:ln>
        </p:spPr>
        <p:txBody>
          <a:bodyPr wrap="square" lIns="0" tIns="0" rIns="0" bIns="0" rtlCol="0"/>
          <a:lstStyle/>
          <a:p>
            <a:endParaRPr/>
          </a:p>
        </p:txBody>
      </p:sp>
      <p:sp>
        <p:nvSpPr>
          <p:cNvPr id="130" name="object 130"/>
          <p:cNvSpPr/>
          <p:nvPr/>
        </p:nvSpPr>
        <p:spPr>
          <a:xfrm>
            <a:off x="11167640" y="7777064"/>
            <a:ext cx="1635125" cy="0"/>
          </a:xfrm>
          <a:custGeom>
            <a:avLst/>
            <a:gdLst/>
            <a:ahLst/>
            <a:cxnLst/>
            <a:rect l="l" t="t" r="r" b="b"/>
            <a:pathLst>
              <a:path w="1635125">
                <a:moveTo>
                  <a:pt x="1635091" y="0"/>
                </a:moveTo>
                <a:lnTo>
                  <a:pt x="0" y="0"/>
                </a:lnTo>
              </a:path>
            </a:pathLst>
          </a:custGeom>
          <a:ln w="12062">
            <a:solidFill>
              <a:srgbClr val="838484"/>
            </a:solidFill>
            <a:prstDash val="dash"/>
          </a:ln>
        </p:spPr>
        <p:txBody>
          <a:bodyPr wrap="square" lIns="0" tIns="0" rIns="0" bIns="0" rtlCol="0"/>
          <a:lstStyle/>
          <a:p>
            <a:endParaRPr/>
          </a:p>
        </p:txBody>
      </p:sp>
      <p:sp>
        <p:nvSpPr>
          <p:cNvPr id="131" name="object 131"/>
          <p:cNvSpPr/>
          <p:nvPr/>
        </p:nvSpPr>
        <p:spPr>
          <a:xfrm>
            <a:off x="11129997" y="7758217"/>
            <a:ext cx="19050" cy="19050"/>
          </a:xfrm>
          <a:custGeom>
            <a:avLst/>
            <a:gdLst/>
            <a:ahLst/>
            <a:cxnLst/>
            <a:rect l="l" t="t" r="r" b="b"/>
            <a:pathLst>
              <a:path w="19050" h="19050">
                <a:moveTo>
                  <a:pt x="18847" y="18847"/>
                </a:moveTo>
                <a:lnTo>
                  <a:pt x="0" y="18847"/>
                </a:lnTo>
                <a:lnTo>
                  <a:pt x="0" y="0"/>
                </a:lnTo>
              </a:path>
            </a:pathLst>
          </a:custGeom>
          <a:ln w="12062">
            <a:solidFill>
              <a:srgbClr val="838484"/>
            </a:solidFill>
          </a:ln>
        </p:spPr>
        <p:txBody>
          <a:bodyPr wrap="square" lIns="0" tIns="0" rIns="0" bIns="0" rtlCol="0"/>
          <a:lstStyle/>
          <a:p>
            <a:endParaRPr/>
          </a:p>
        </p:txBody>
      </p:sp>
      <p:sp>
        <p:nvSpPr>
          <p:cNvPr id="132" name="object 132"/>
          <p:cNvSpPr/>
          <p:nvPr/>
        </p:nvSpPr>
        <p:spPr>
          <a:xfrm>
            <a:off x="11129995" y="6220795"/>
            <a:ext cx="0" cy="1499870"/>
          </a:xfrm>
          <a:custGeom>
            <a:avLst/>
            <a:gdLst/>
            <a:ahLst/>
            <a:cxnLst/>
            <a:rect l="l" t="t" r="r" b="b"/>
            <a:pathLst>
              <a:path h="1499870">
                <a:moveTo>
                  <a:pt x="0" y="1499462"/>
                </a:moveTo>
                <a:lnTo>
                  <a:pt x="0" y="0"/>
                </a:lnTo>
              </a:path>
            </a:pathLst>
          </a:custGeom>
          <a:ln w="12062">
            <a:solidFill>
              <a:srgbClr val="838484"/>
            </a:solidFill>
            <a:prstDash val="dash"/>
          </a:ln>
        </p:spPr>
        <p:txBody>
          <a:bodyPr wrap="square" lIns="0" tIns="0" rIns="0" bIns="0" rtlCol="0"/>
          <a:lstStyle/>
          <a:p>
            <a:endParaRPr/>
          </a:p>
        </p:txBody>
      </p:sp>
      <p:sp>
        <p:nvSpPr>
          <p:cNvPr id="133" name="object 133"/>
          <p:cNvSpPr/>
          <p:nvPr/>
        </p:nvSpPr>
        <p:spPr>
          <a:xfrm>
            <a:off x="11129995" y="6182971"/>
            <a:ext cx="19050" cy="19050"/>
          </a:xfrm>
          <a:custGeom>
            <a:avLst/>
            <a:gdLst/>
            <a:ahLst/>
            <a:cxnLst/>
            <a:rect l="l" t="t" r="r" b="b"/>
            <a:pathLst>
              <a:path w="19050" h="19050">
                <a:moveTo>
                  <a:pt x="0" y="18847"/>
                </a:moveTo>
                <a:lnTo>
                  <a:pt x="0" y="0"/>
                </a:lnTo>
                <a:lnTo>
                  <a:pt x="18847" y="0"/>
                </a:lnTo>
              </a:path>
            </a:pathLst>
          </a:custGeom>
          <a:ln w="12062">
            <a:solidFill>
              <a:srgbClr val="838484"/>
            </a:solidFill>
          </a:ln>
        </p:spPr>
        <p:txBody>
          <a:bodyPr wrap="square" lIns="0" tIns="0" rIns="0" bIns="0" rtlCol="0"/>
          <a:lstStyle/>
          <a:p>
            <a:endParaRPr/>
          </a:p>
        </p:txBody>
      </p:sp>
      <p:sp>
        <p:nvSpPr>
          <p:cNvPr id="134" name="object 134"/>
          <p:cNvSpPr/>
          <p:nvPr/>
        </p:nvSpPr>
        <p:spPr>
          <a:xfrm>
            <a:off x="11186433" y="6182968"/>
            <a:ext cx="1635125" cy="0"/>
          </a:xfrm>
          <a:custGeom>
            <a:avLst/>
            <a:gdLst/>
            <a:ahLst/>
            <a:cxnLst/>
            <a:rect l="l" t="t" r="r" b="b"/>
            <a:pathLst>
              <a:path w="1635125">
                <a:moveTo>
                  <a:pt x="0" y="0"/>
                </a:moveTo>
                <a:lnTo>
                  <a:pt x="1635091" y="0"/>
                </a:lnTo>
              </a:path>
            </a:pathLst>
          </a:custGeom>
          <a:ln w="12062">
            <a:solidFill>
              <a:srgbClr val="838484"/>
            </a:solidFill>
            <a:prstDash val="dash"/>
          </a:ln>
        </p:spPr>
        <p:txBody>
          <a:bodyPr wrap="square" lIns="0" tIns="0" rIns="0" bIns="0" rtlCol="0"/>
          <a:lstStyle/>
          <a:p>
            <a:endParaRPr/>
          </a:p>
        </p:txBody>
      </p:sp>
      <p:sp>
        <p:nvSpPr>
          <p:cNvPr id="135" name="object 135"/>
          <p:cNvSpPr/>
          <p:nvPr/>
        </p:nvSpPr>
        <p:spPr>
          <a:xfrm>
            <a:off x="12840322" y="6182968"/>
            <a:ext cx="19050" cy="19050"/>
          </a:xfrm>
          <a:custGeom>
            <a:avLst/>
            <a:gdLst/>
            <a:ahLst/>
            <a:cxnLst/>
            <a:rect l="l" t="t" r="r" b="b"/>
            <a:pathLst>
              <a:path w="19050" h="19050">
                <a:moveTo>
                  <a:pt x="0" y="0"/>
                </a:moveTo>
                <a:lnTo>
                  <a:pt x="18847" y="0"/>
                </a:lnTo>
                <a:lnTo>
                  <a:pt x="18847" y="18847"/>
                </a:lnTo>
              </a:path>
            </a:pathLst>
          </a:custGeom>
          <a:ln w="12062">
            <a:solidFill>
              <a:srgbClr val="838484"/>
            </a:solidFill>
          </a:ln>
        </p:spPr>
        <p:txBody>
          <a:bodyPr wrap="square" lIns="0" tIns="0" rIns="0" bIns="0" rtlCol="0"/>
          <a:lstStyle/>
          <a:p>
            <a:endParaRPr/>
          </a:p>
        </p:txBody>
      </p:sp>
      <p:sp>
        <p:nvSpPr>
          <p:cNvPr id="136" name="object 136"/>
          <p:cNvSpPr/>
          <p:nvPr/>
        </p:nvSpPr>
        <p:spPr>
          <a:xfrm>
            <a:off x="12859173" y="6239781"/>
            <a:ext cx="0" cy="1499870"/>
          </a:xfrm>
          <a:custGeom>
            <a:avLst/>
            <a:gdLst/>
            <a:ahLst/>
            <a:cxnLst/>
            <a:rect l="l" t="t" r="r" b="b"/>
            <a:pathLst>
              <a:path h="1499870">
                <a:moveTo>
                  <a:pt x="0" y="0"/>
                </a:moveTo>
                <a:lnTo>
                  <a:pt x="0" y="1499451"/>
                </a:lnTo>
              </a:path>
            </a:pathLst>
          </a:custGeom>
          <a:ln w="12062">
            <a:solidFill>
              <a:srgbClr val="838484"/>
            </a:solidFill>
            <a:prstDash val="dash"/>
          </a:ln>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47088" y="1157011"/>
            <a:ext cx="17989550" cy="0"/>
          </a:xfrm>
          <a:custGeom>
            <a:avLst/>
            <a:gdLst/>
            <a:ahLst/>
            <a:cxnLst/>
            <a:rect l="l" t="t" r="r" b="b"/>
            <a:pathLst>
              <a:path w="17989550">
                <a:moveTo>
                  <a:pt x="0" y="0"/>
                </a:moveTo>
                <a:lnTo>
                  <a:pt x="17988981" y="0"/>
                </a:lnTo>
              </a:path>
            </a:pathLst>
          </a:custGeom>
          <a:ln w="10429">
            <a:solidFill>
              <a:srgbClr val="939598"/>
            </a:solidFill>
          </a:ln>
        </p:spPr>
        <p:txBody>
          <a:bodyPr wrap="square" lIns="0" tIns="0" rIns="0" bIns="0" rtlCol="0"/>
          <a:lstStyle/>
          <a:p>
            <a:endParaRPr/>
          </a:p>
        </p:txBody>
      </p:sp>
      <p:sp>
        <p:nvSpPr>
          <p:cNvPr id="3" name="object 3"/>
          <p:cNvSpPr txBox="1">
            <a:spLocks noGrp="1"/>
          </p:cNvSpPr>
          <p:nvPr>
            <p:ph type="title" idx="4294967295"/>
          </p:nvPr>
        </p:nvSpPr>
        <p:spPr>
          <a:xfrm>
            <a:off x="1034388" y="347889"/>
            <a:ext cx="13669644" cy="631583"/>
          </a:xfrm>
          <a:prstGeom prst="rect">
            <a:avLst/>
          </a:prstGeom>
        </p:spPr>
        <p:txBody>
          <a:bodyPr vert="horz" wrap="square" lIns="0" tIns="15875" rIns="0" bIns="0" rtlCol="0">
            <a:spAutoFit/>
          </a:bodyPr>
          <a:lstStyle/>
          <a:p>
            <a:pPr marL="12700">
              <a:lnSpc>
                <a:spcPct val="100000"/>
              </a:lnSpc>
              <a:spcBef>
                <a:spcPts val="125"/>
              </a:spcBef>
            </a:pPr>
            <a:r>
              <a:rPr lang="en-US" sz="4000" spc="-105" dirty="0">
                <a:solidFill>
                  <a:schemeClr val="accent6">
                    <a:lumMod val="75000"/>
                  </a:schemeClr>
                </a:solidFill>
                <a:latin typeface="Montserrat SemiBold" panose="00000700000000000000" pitchFamily="50" charset="0"/>
              </a:rPr>
              <a:t>Containers </a:t>
            </a:r>
            <a:r>
              <a:rPr lang="en-US" sz="4000" spc="-105" dirty="0">
                <a:solidFill>
                  <a:schemeClr val="accent1">
                    <a:lumMod val="50000"/>
                  </a:schemeClr>
                </a:solidFill>
                <a:latin typeface="Montserrat SemiBold" panose="00000700000000000000" pitchFamily="50" charset="0"/>
              </a:rPr>
              <a:t>What are they?</a:t>
            </a:r>
            <a:endParaRPr sz="4000" spc="-105" dirty="0">
              <a:solidFill>
                <a:schemeClr val="accent1">
                  <a:lumMod val="50000"/>
                </a:schemeClr>
              </a:solidFill>
              <a:latin typeface="Montserrat SemiBold" panose="00000700000000000000" pitchFamily="50" charset="0"/>
            </a:endParaRPr>
          </a:p>
        </p:txBody>
      </p:sp>
      <p:sp>
        <p:nvSpPr>
          <p:cNvPr id="138" name="object 5">
            <a:extLst>
              <a:ext uri="{FF2B5EF4-FFF2-40B4-BE49-F238E27FC236}">
                <a16:creationId xmlns:a16="http://schemas.microsoft.com/office/drawing/2014/main" id="{E394ED5A-AB26-47BE-BEA0-0DB443152F95}"/>
              </a:ext>
            </a:extLst>
          </p:cNvPr>
          <p:cNvSpPr txBox="1"/>
          <p:nvPr/>
        </p:nvSpPr>
        <p:spPr>
          <a:xfrm>
            <a:off x="1028038" y="1468424"/>
            <a:ext cx="17989550" cy="1289456"/>
          </a:xfrm>
          <a:prstGeom prst="rect">
            <a:avLst/>
          </a:prstGeom>
          <a:ln>
            <a:noFill/>
          </a:ln>
        </p:spPr>
        <p:txBody>
          <a:bodyPr vert="horz" wrap="square" lIns="0" tIns="179705" rIns="0" bIns="0" rtlCol="0">
            <a:spAutoFit/>
          </a:bodyPr>
          <a:lstStyle/>
          <a:p>
            <a:pPr marL="12700">
              <a:spcBef>
                <a:spcPts val="1325"/>
              </a:spcBef>
              <a:buClr>
                <a:srgbClr val="F89635"/>
              </a:buClr>
              <a:tabLst>
                <a:tab pos="389890" algn="l"/>
              </a:tabLst>
            </a:pPr>
            <a:r>
              <a:rPr lang="en-US" sz="2400" b="1" spc="15" dirty="0">
                <a:solidFill>
                  <a:srgbClr val="093E5E"/>
                </a:solidFill>
                <a:latin typeface="Montserrat SemiBold" panose="00000700000000000000" pitchFamily="50" charset="0"/>
              </a:rPr>
              <a:t>Containers are small portable logical packages of application and all its runtime dependencies — such as libraries, servers, and system resources into a well-defined, portable artifact object that can be packaged once and deployed anywhere and across multiple platforms. </a:t>
            </a:r>
          </a:p>
        </p:txBody>
      </p:sp>
      <p:pic>
        <p:nvPicPr>
          <p:cNvPr id="4" name="Picture 3">
            <a:extLst>
              <a:ext uri="{FF2B5EF4-FFF2-40B4-BE49-F238E27FC236}">
                <a16:creationId xmlns:a16="http://schemas.microsoft.com/office/drawing/2014/main" id="{2E70617C-6159-4BE9-9120-88A82FB9D67A}"/>
              </a:ext>
            </a:extLst>
          </p:cNvPr>
          <p:cNvPicPr>
            <a:picLocks noChangeAspect="1"/>
          </p:cNvPicPr>
          <p:nvPr/>
        </p:nvPicPr>
        <p:blipFill>
          <a:blip r:embed="rId3"/>
          <a:stretch>
            <a:fillRect/>
          </a:stretch>
        </p:blipFill>
        <p:spPr>
          <a:xfrm>
            <a:off x="1860550" y="3235390"/>
            <a:ext cx="16383000" cy="6372225"/>
          </a:xfrm>
          <a:prstGeom prst="rect">
            <a:avLst/>
          </a:prstGeom>
        </p:spPr>
      </p:pic>
    </p:spTree>
    <p:extLst>
      <p:ext uri="{BB962C8B-B14F-4D97-AF65-F5344CB8AC3E}">
        <p14:creationId xmlns:p14="http://schemas.microsoft.com/office/powerpoint/2010/main" val="2620351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47088" y="1157011"/>
            <a:ext cx="17989550" cy="0"/>
          </a:xfrm>
          <a:custGeom>
            <a:avLst/>
            <a:gdLst/>
            <a:ahLst/>
            <a:cxnLst/>
            <a:rect l="l" t="t" r="r" b="b"/>
            <a:pathLst>
              <a:path w="17989550">
                <a:moveTo>
                  <a:pt x="0" y="0"/>
                </a:moveTo>
                <a:lnTo>
                  <a:pt x="17988981" y="0"/>
                </a:lnTo>
              </a:path>
            </a:pathLst>
          </a:custGeom>
          <a:ln w="10429">
            <a:solidFill>
              <a:srgbClr val="939598"/>
            </a:solidFill>
          </a:ln>
        </p:spPr>
        <p:txBody>
          <a:bodyPr wrap="square" lIns="0" tIns="0" rIns="0" bIns="0" rtlCol="0"/>
          <a:lstStyle/>
          <a:p>
            <a:endParaRPr/>
          </a:p>
        </p:txBody>
      </p:sp>
      <p:sp>
        <p:nvSpPr>
          <p:cNvPr id="3" name="object 3"/>
          <p:cNvSpPr txBox="1">
            <a:spLocks noGrp="1"/>
          </p:cNvSpPr>
          <p:nvPr>
            <p:ph type="title" idx="4294967295"/>
          </p:nvPr>
        </p:nvSpPr>
        <p:spPr>
          <a:xfrm>
            <a:off x="1034388" y="347889"/>
            <a:ext cx="13669644" cy="631583"/>
          </a:xfrm>
          <a:prstGeom prst="rect">
            <a:avLst/>
          </a:prstGeom>
        </p:spPr>
        <p:txBody>
          <a:bodyPr vert="horz" wrap="square" lIns="0" tIns="15875" rIns="0" bIns="0" rtlCol="0">
            <a:spAutoFit/>
          </a:bodyPr>
          <a:lstStyle/>
          <a:p>
            <a:pPr marL="12700">
              <a:lnSpc>
                <a:spcPct val="100000"/>
              </a:lnSpc>
              <a:spcBef>
                <a:spcPts val="125"/>
              </a:spcBef>
            </a:pPr>
            <a:r>
              <a:rPr lang="en-US" sz="4000" spc="-105" dirty="0">
                <a:solidFill>
                  <a:schemeClr val="accent6">
                    <a:lumMod val="75000"/>
                  </a:schemeClr>
                </a:solidFill>
                <a:latin typeface="Montserrat SemiBold" panose="00000700000000000000" pitchFamily="50" charset="0"/>
              </a:rPr>
              <a:t>Containers </a:t>
            </a:r>
            <a:r>
              <a:rPr lang="en-US" sz="4000" spc="-105" dirty="0">
                <a:solidFill>
                  <a:schemeClr val="accent1">
                    <a:lumMod val="50000"/>
                  </a:schemeClr>
                </a:solidFill>
                <a:latin typeface="Montserrat SemiBold" panose="00000700000000000000" pitchFamily="50" charset="0"/>
              </a:rPr>
              <a:t>Why do we need them?</a:t>
            </a:r>
            <a:endParaRPr sz="4000" spc="-105" dirty="0">
              <a:solidFill>
                <a:schemeClr val="accent6">
                  <a:lumMod val="75000"/>
                </a:schemeClr>
              </a:solidFill>
              <a:latin typeface="Montserrat SemiBold" panose="00000700000000000000" pitchFamily="50" charset="0"/>
            </a:endParaRPr>
          </a:p>
        </p:txBody>
      </p:sp>
      <p:sp>
        <p:nvSpPr>
          <p:cNvPr id="138" name="object 5">
            <a:extLst>
              <a:ext uri="{FF2B5EF4-FFF2-40B4-BE49-F238E27FC236}">
                <a16:creationId xmlns:a16="http://schemas.microsoft.com/office/drawing/2014/main" id="{E394ED5A-AB26-47BE-BEA0-0DB443152F95}"/>
              </a:ext>
            </a:extLst>
          </p:cNvPr>
          <p:cNvSpPr txBox="1"/>
          <p:nvPr/>
        </p:nvSpPr>
        <p:spPr>
          <a:xfrm>
            <a:off x="1028038" y="1468424"/>
            <a:ext cx="17989550" cy="1289456"/>
          </a:xfrm>
          <a:prstGeom prst="rect">
            <a:avLst/>
          </a:prstGeom>
          <a:ln>
            <a:noFill/>
          </a:ln>
        </p:spPr>
        <p:txBody>
          <a:bodyPr vert="horz" wrap="square" lIns="0" tIns="179705" rIns="0" bIns="0" rtlCol="0">
            <a:spAutoFit/>
          </a:bodyPr>
          <a:lstStyle/>
          <a:p>
            <a:pPr marL="12700">
              <a:spcBef>
                <a:spcPts val="1325"/>
              </a:spcBef>
              <a:buClr>
                <a:srgbClr val="F89635"/>
              </a:buClr>
              <a:tabLst>
                <a:tab pos="389890" algn="l"/>
              </a:tabLst>
            </a:pPr>
            <a:r>
              <a:rPr lang="en-US" sz="2400" b="1" i="1" spc="15" dirty="0">
                <a:solidFill>
                  <a:schemeClr val="accent6">
                    <a:lumMod val="75000"/>
                  </a:schemeClr>
                </a:solidFill>
                <a:latin typeface="Montserrat SemiBold" panose="00000700000000000000" pitchFamily="50" charset="0"/>
              </a:rPr>
              <a:t>Complexity: </a:t>
            </a:r>
            <a:r>
              <a:rPr lang="en-US" sz="2400" b="1" spc="15" dirty="0">
                <a:solidFill>
                  <a:srgbClr val="093E5E"/>
                </a:solidFill>
                <a:latin typeface="Montserrat SemiBold" panose="00000700000000000000" pitchFamily="50" charset="0"/>
              </a:rPr>
              <a:t>Developing and deploying cloud native applications rapidly and at scale and across multiple environments as well as into Private, Public and Hybrid clouds is complex,  — even more so when web, cloud-ready, and mobile applications are built from highly distributed microservices. </a:t>
            </a:r>
          </a:p>
        </p:txBody>
      </p:sp>
      <p:sp>
        <p:nvSpPr>
          <p:cNvPr id="140" name="object 5">
            <a:extLst>
              <a:ext uri="{FF2B5EF4-FFF2-40B4-BE49-F238E27FC236}">
                <a16:creationId xmlns:a16="http://schemas.microsoft.com/office/drawing/2014/main" id="{3B3F9FB2-0202-4870-9E83-A9BF4338F16F}"/>
              </a:ext>
            </a:extLst>
          </p:cNvPr>
          <p:cNvSpPr txBox="1"/>
          <p:nvPr/>
        </p:nvSpPr>
        <p:spPr>
          <a:xfrm>
            <a:off x="1068055" y="3246832"/>
            <a:ext cx="17710812" cy="6519092"/>
          </a:xfrm>
          <a:prstGeom prst="rect">
            <a:avLst/>
          </a:prstGeom>
          <a:ln>
            <a:noFill/>
          </a:ln>
        </p:spPr>
        <p:txBody>
          <a:bodyPr vert="horz" wrap="square" lIns="0" tIns="179705" rIns="0" bIns="0" rtlCol="0">
            <a:spAutoFit/>
          </a:bodyPr>
          <a:lstStyle/>
          <a:p>
            <a:pPr marL="12700">
              <a:spcBef>
                <a:spcPts val="1325"/>
              </a:spcBef>
              <a:buClr>
                <a:srgbClr val="F89635"/>
              </a:buClr>
              <a:tabLst>
                <a:tab pos="389890" algn="l"/>
              </a:tabLst>
            </a:pPr>
            <a:r>
              <a:rPr lang="en-US" sz="2400" b="1" i="1" spc="15" dirty="0">
                <a:solidFill>
                  <a:schemeClr val="accent6">
                    <a:lumMod val="75000"/>
                  </a:schemeClr>
                </a:solidFill>
                <a:latin typeface="Montserrat SemiBold" panose="00000700000000000000" pitchFamily="50" charset="0"/>
              </a:rPr>
              <a:t>Solution: </a:t>
            </a:r>
            <a:r>
              <a:rPr lang="en-US" sz="2400" b="1" spc="15" dirty="0">
                <a:solidFill>
                  <a:srgbClr val="093E5E"/>
                </a:solidFill>
                <a:latin typeface="Montserrat SemiBold" panose="00000700000000000000" pitchFamily="50" charset="0"/>
              </a:rPr>
              <a:t>To address this complexity “Containers” have emerged as a solution. </a:t>
            </a:r>
          </a:p>
          <a:p>
            <a:pPr marL="469900"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Containerization provides a clean separation of concerns, as developers focus on their application logic and dependencies, while security and operations teams can focus on hardening, deployment and management without bothering with application details such as specific software versions and configurations specific to the app. </a:t>
            </a:r>
          </a:p>
          <a:p>
            <a:pPr marL="469900"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Containers combine the potential for rapid delivery with the flexibility to define the details of the underlying platform, from the development language to the operating system. </a:t>
            </a:r>
          </a:p>
          <a:p>
            <a:pPr marL="469900"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Containers also provide a common framework and language that tie development, operations, security, quality assurance (QA), and other teams together. Together, they can use containers to build and deploy infrastructure and applications at a cadence that meets business needs.</a:t>
            </a:r>
          </a:p>
          <a:p>
            <a:pPr marL="469900"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Rapid build-up and tear-down with minimal cost. </a:t>
            </a:r>
          </a:p>
          <a:p>
            <a:pPr marL="469900"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Built for end-end automation.</a:t>
            </a:r>
          </a:p>
          <a:p>
            <a:pPr marL="469900"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Built </a:t>
            </a:r>
            <a:r>
              <a:rPr lang="en-US" sz="2400" b="1" spc="15">
                <a:solidFill>
                  <a:srgbClr val="093E5E"/>
                </a:solidFill>
                <a:latin typeface="Montserrat SemiBold" panose="00000700000000000000" pitchFamily="50" charset="0"/>
              </a:rPr>
              <a:t>to scale</a:t>
            </a:r>
            <a:endParaRPr lang="en-US" sz="2400" b="1" spc="15" dirty="0">
              <a:solidFill>
                <a:srgbClr val="093E5E"/>
              </a:solidFill>
              <a:latin typeface="Montserrat SemiBold" panose="00000700000000000000" pitchFamily="50" charset="0"/>
            </a:endParaRPr>
          </a:p>
          <a:p>
            <a:pPr marL="469900"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Support Zero Downtime Deployments</a:t>
            </a:r>
          </a:p>
        </p:txBody>
      </p:sp>
    </p:spTree>
    <p:extLst>
      <p:ext uri="{BB962C8B-B14F-4D97-AF65-F5344CB8AC3E}">
        <p14:creationId xmlns:p14="http://schemas.microsoft.com/office/powerpoint/2010/main" val="3091658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47088" y="1157011"/>
            <a:ext cx="17989550" cy="0"/>
          </a:xfrm>
          <a:custGeom>
            <a:avLst/>
            <a:gdLst/>
            <a:ahLst/>
            <a:cxnLst/>
            <a:rect l="l" t="t" r="r" b="b"/>
            <a:pathLst>
              <a:path w="17989550">
                <a:moveTo>
                  <a:pt x="0" y="0"/>
                </a:moveTo>
                <a:lnTo>
                  <a:pt x="17988981" y="0"/>
                </a:lnTo>
              </a:path>
            </a:pathLst>
          </a:custGeom>
          <a:ln w="10429">
            <a:solidFill>
              <a:srgbClr val="939598"/>
            </a:solidFill>
          </a:ln>
        </p:spPr>
        <p:txBody>
          <a:bodyPr wrap="square" lIns="0" tIns="0" rIns="0" bIns="0" rtlCol="0"/>
          <a:lstStyle/>
          <a:p>
            <a:endParaRPr/>
          </a:p>
        </p:txBody>
      </p:sp>
      <p:sp>
        <p:nvSpPr>
          <p:cNvPr id="3" name="object 3"/>
          <p:cNvSpPr txBox="1">
            <a:spLocks noGrp="1"/>
          </p:cNvSpPr>
          <p:nvPr>
            <p:ph type="title" idx="4294967295"/>
          </p:nvPr>
        </p:nvSpPr>
        <p:spPr>
          <a:xfrm>
            <a:off x="1034388" y="347889"/>
            <a:ext cx="13669644" cy="631583"/>
          </a:xfrm>
          <a:prstGeom prst="rect">
            <a:avLst/>
          </a:prstGeom>
        </p:spPr>
        <p:txBody>
          <a:bodyPr vert="horz" wrap="square" lIns="0" tIns="15875" rIns="0" bIns="0" rtlCol="0">
            <a:spAutoFit/>
          </a:bodyPr>
          <a:lstStyle/>
          <a:p>
            <a:pPr marL="12700">
              <a:lnSpc>
                <a:spcPct val="100000"/>
              </a:lnSpc>
              <a:spcBef>
                <a:spcPts val="125"/>
              </a:spcBef>
            </a:pPr>
            <a:r>
              <a:rPr lang="en-US" sz="4000" spc="-105" dirty="0">
                <a:solidFill>
                  <a:schemeClr val="accent6">
                    <a:lumMod val="75000"/>
                  </a:schemeClr>
                </a:solidFill>
                <a:latin typeface="Montserrat SemiBold" panose="00000700000000000000" pitchFamily="50" charset="0"/>
              </a:rPr>
              <a:t>Containers </a:t>
            </a:r>
            <a:r>
              <a:rPr lang="en-US" sz="4000" spc="-105" dirty="0">
                <a:solidFill>
                  <a:schemeClr val="accent1">
                    <a:lumMod val="50000"/>
                  </a:schemeClr>
                </a:solidFill>
                <a:latin typeface="Montserrat SemiBold" panose="00000700000000000000" pitchFamily="50" charset="0"/>
              </a:rPr>
              <a:t>Benefits - Immutability</a:t>
            </a:r>
            <a:endParaRPr sz="4000" spc="-105" dirty="0">
              <a:solidFill>
                <a:schemeClr val="accent1">
                  <a:lumMod val="50000"/>
                </a:schemeClr>
              </a:solidFill>
              <a:latin typeface="Montserrat SemiBold" panose="00000700000000000000" pitchFamily="50" charset="0"/>
            </a:endParaRPr>
          </a:p>
        </p:txBody>
      </p:sp>
      <p:pic>
        <p:nvPicPr>
          <p:cNvPr id="5" name="Picture 4">
            <a:extLst>
              <a:ext uri="{FF2B5EF4-FFF2-40B4-BE49-F238E27FC236}">
                <a16:creationId xmlns:a16="http://schemas.microsoft.com/office/drawing/2014/main" id="{692A042D-4DC6-480B-BCFF-BAED5F6AB44A}"/>
              </a:ext>
            </a:extLst>
          </p:cNvPr>
          <p:cNvPicPr>
            <a:picLocks noChangeAspect="1"/>
          </p:cNvPicPr>
          <p:nvPr/>
        </p:nvPicPr>
        <p:blipFill>
          <a:blip r:embed="rId3"/>
          <a:stretch>
            <a:fillRect/>
          </a:stretch>
        </p:blipFill>
        <p:spPr>
          <a:xfrm>
            <a:off x="2570162" y="2897187"/>
            <a:ext cx="14963775" cy="5514975"/>
          </a:xfrm>
          <a:prstGeom prst="rect">
            <a:avLst/>
          </a:prstGeom>
        </p:spPr>
      </p:pic>
    </p:spTree>
    <p:extLst>
      <p:ext uri="{BB962C8B-B14F-4D97-AF65-F5344CB8AC3E}">
        <p14:creationId xmlns:p14="http://schemas.microsoft.com/office/powerpoint/2010/main" val="3047088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47088" y="1157011"/>
            <a:ext cx="17989550" cy="0"/>
          </a:xfrm>
          <a:custGeom>
            <a:avLst/>
            <a:gdLst/>
            <a:ahLst/>
            <a:cxnLst/>
            <a:rect l="l" t="t" r="r" b="b"/>
            <a:pathLst>
              <a:path w="17989550">
                <a:moveTo>
                  <a:pt x="0" y="0"/>
                </a:moveTo>
                <a:lnTo>
                  <a:pt x="17988981" y="0"/>
                </a:lnTo>
              </a:path>
            </a:pathLst>
          </a:custGeom>
          <a:ln w="10429">
            <a:solidFill>
              <a:srgbClr val="939598"/>
            </a:solidFill>
          </a:ln>
        </p:spPr>
        <p:txBody>
          <a:bodyPr wrap="square" lIns="0" tIns="0" rIns="0" bIns="0" rtlCol="0"/>
          <a:lstStyle/>
          <a:p>
            <a:endParaRPr/>
          </a:p>
        </p:txBody>
      </p:sp>
      <p:sp>
        <p:nvSpPr>
          <p:cNvPr id="3" name="object 3"/>
          <p:cNvSpPr txBox="1">
            <a:spLocks noGrp="1"/>
          </p:cNvSpPr>
          <p:nvPr>
            <p:ph type="title" idx="4294967295"/>
          </p:nvPr>
        </p:nvSpPr>
        <p:spPr>
          <a:xfrm>
            <a:off x="1034388" y="347889"/>
            <a:ext cx="13669644" cy="631583"/>
          </a:xfrm>
          <a:prstGeom prst="rect">
            <a:avLst/>
          </a:prstGeom>
        </p:spPr>
        <p:txBody>
          <a:bodyPr vert="horz" wrap="square" lIns="0" tIns="15875" rIns="0" bIns="0" rtlCol="0">
            <a:spAutoFit/>
          </a:bodyPr>
          <a:lstStyle/>
          <a:p>
            <a:pPr marL="12700">
              <a:lnSpc>
                <a:spcPct val="100000"/>
              </a:lnSpc>
              <a:spcBef>
                <a:spcPts val="125"/>
              </a:spcBef>
            </a:pPr>
            <a:r>
              <a:rPr lang="en-US" sz="4000" spc="-105" dirty="0">
                <a:solidFill>
                  <a:schemeClr val="accent6">
                    <a:lumMod val="75000"/>
                  </a:schemeClr>
                </a:solidFill>
                <a:latin typeface="Montserrat SemiBold" panose="00000700000000000000" pitchFamily="50" charset="0"/>
              </a:rPr>
              <a:t>Containers </a:t>
            </a:r>
            <a:r>
              <a:rPr lang="en-US" sz="4000" spc="-105" dirty="0">
                <a:solidFill>
                  <a:schemeClr val="accent1">
                    <a:lumMod val="50000"/>
                  </a:schemeClr>
                </a:solidFill>
                <a:latin typeface="Montserrat SemiBold" panose="00000700000000000000" pitchFamily="50" charset="0"/>
              </a:rPr>
              <a:t>Benefits – Self Containment</a:t>
            </a:r>
            <a:endParaRPr sz="4000" spc="-105" dirty="0">
              <a:solidFill>
                <a:schemeClr val="accent1">
                  <a:lumMod val="50000"/>
                </a:schemeClr>
              </a:solidFill>
              <a:latin typeface="Montserrat SemiBold" panose="00000700000000000000" pitchFamily="50" charset="0"/>
            </a:endParaRPr>
          </a:p>
        </p:txBody>
      </p:sp>
      <p:pic>
        <p:nvPicPr>
          <p:cNvPr id="4" name="Picture 3">
            <a:extLst>
              <a:ext uri="{FF2B5EF4-FFF2-40B4-BE49-F238E27FC236}">
                <a16:creationId xmlns:a16="http://schemas.microsoft.com/office/drawing/2014/main" id="{5DB7194C-3C25-487A-8F01-3FF00863D817}"/>
              </a:ext>
            </a:extLst>
          </p:cNvPr>
          <p:cNvPicPr>
            <a:picLocks noChangeAspect="1"/>
          </p:cNvPicPr>
          <p:nvPr/>
        </p:nvPicPr>
        <p:blipFill>
          <a:blip r:embed="rId3"/>
          <a:stretch>
            <a:fillRect/>
          </a:stretch>
        </p:blipFill>
        <p:spPr>
          <a:xfrm>
            <a:off x="2589212" y="1758950"/>
            <a:ext cx="14925675" cy="7791450"/>
          </a:xfrm>
          <a:prstGeom prst="rect">
            <a:avLst/>
          </a:prstGeom>
        </p:spPr>
      </p:pic>
    </p:spTree>
    <p:extLst>
      <p:ext uri="{BB962C8B-B14F-4D97-AF65-F5344CB8AC3E}">
        <p14:creationId xmlns:p14="http://schemas.microsoft.com/office/powerpoint/2010/main" val="1869185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47088" y="1157011"/>
            <a:ext cx="17989550" cy="0"/>
          </a:xfrm>
          <a:custGeom>
            <a:avLst/>
            <a:gdLst/>
            <a:ahLst/>
            <a:cxnLst/>
            <a:rect l="l" t="t" r="r" b="b"/>
            <a:pathLst>
              <a:path w="17989550">
                <a:moveTo>
                  <a:pt x="0" y="0"/>
                </a:moveTo>
                <a:lnTo>
                  <a:pt x="17988981" y="0"/>
                </a:lnTo>
              </a:path>
            </a:pathLst>
          </a:custGeom>
          <a:ln w="10429">
            <a:solidFill>
              <a:srgbClr val="939598"/>
            </a:solidFill>
          </a:ln>
        </p:spPr>
        <p:txBody>
          <a:bodyPr wrap="square" lIns="0" tIns="0" rIns="0" bIns="0" rtlCol="0"/>
          <a:lstStyle/>
          <a:p>
            <a:endParaRPr/>
          </a:p>
        </p:txBody>
      </p:sp>
      <p:sp>
        <p:nvSpPr>
          <p:cNvPr id="3" name="object 3"/>
          <p:cNvSpPr txBox="1">
            <a:spLocks noGrp="1"/>
          </p:cNvSpPr>
          <p:nvPr>
            <p:ph type="title" idx="4294967295"/>
          </p:nvPr>
        </p:nvSpPr>
        <p:spPr>
          <a:xfrm>
            <a:off x="1034388" y="347889"/>
            <a:ext cx="13669644" cy="631583"/>
          </a:xfrm>
          <a:prstGeom prst="rect">
            <a:avLst/>
          </a:prstGeom>
        </p:spPr>
        <p:txBody>
          <a:bodyPr vert="horz" wrap="square" lIns="0" tIns="15875" rIns="0" bIns="0" rtlCol="0">
            <a:spAutoFit/>
          </a:bodyPr>
          <a:lstStyle/>
          <a:p>
            <a:pPr marL="12700">
              <a:lnSpc>
                <a:spcPct val="100000"/>
              </a:lnSpc>
              <a:spcBef>
                <a:spcPts val="125"/>
              </a:spcBef>
            </a:pPr>
            <a:r>
              <a:rPr lang="en-US" sz="4000" spc="-105" dirty="0">
                <a:solidFill>
                  <a:schemeClr val="accent6">
                    <a:lumMod val="75000"/>
                  </a:schemeClr>
                </a:solidFill>
                <a:latin typeface="Montserrat SemiBold" panose="00000700000000000000" pitchFamily="50" charset="0"/>
              </a:rPr>
              <a:t>Containers </a:t>
            </a:r>
            <a:r>
              <a:rPr lang="en-US" sz="4000" spc="-105" dirty="0">
                <a:solidFill>
                  <a:schemeClr val="accent1">
                    <a:lumMod val="50000"/>
                  </a:schemeClr>
                </a:solidFill>
                <a:latin typeface="Montserrat SemiBold" panose="00000700000000000000" pitchFamily="50" charset="0"/>
              </a:rPr>
              <a:t>Benefits – Life Cycle Management</a:t>
            </a:r>
            <a:endParaRPr sz="4000" spc="-105" dirty="0">
              <a:solidFill>
                <a:schemeClr val="accent1">
                  <a:lumMod val="50000"/>
                </a:schemeClr>
              </a:solidFill>
              <a:latin typeface="Montserrat SemiBold" panose="00000700000000000000" pitchFamily="50" charset="0"/>
            </a:endParaRPr>
          </a:p>
        </p:txBody>
      </p:sp>
      <p:pic>
        <p:nvPicPr>
          <p:cNvPr id="5" name="Picture 4">
            <a:extLst>
              <a:ext uri="{FF2B5EF4-FFF2-40B4-BE49-F238E27FC236}">
                <a16:creationId xmlns:a16="http://schemas.microsoft.com/office/drawing/2014/main" id="{8407693C-895A-425C-949C-AA53033CF87B}"/>
              </a:ext>
            </a:extLst>
          </p:cNvPr>
          <p:cNvPicPr>
            <a:picLocks noChangeAspect="1"/>
          </p:cNvPicPr>
          <p:nvPr/>
        </p:nvPicPr>
        <p:blipFill>
          <a:blip r:embed="rId3"/>
          <a:stretch>
            <a:fillRect/>
          </a:stretch>
        </p:blipFill>
        <p:spPr>
          <a:xfrm>
            <a:off x="2541587" y="3144837"/>
            <a:ext cx="15020925" cy="5019675"/>
          </a:xfrm>
          <a:prstGeom prst="rect">
            <a:avLst/>
          </a:prstGeom>
        </p:spPr>
      </p:pic>
      <p:pic>
        <p:nvPicPr>
          <p:cNvPr id="6" name="Picture 5">
            <a:extLst>
              <a:ext uri="{FF2B5EF4-FFF2-40B4-BE49-F238E27FC236}">
                <a16:creationId xmlns:a16="http://schemas.microsoft.com/office/drawing/2014/main" id="{0EE84F75-D100-44B2-9A66-CAA417FE44A7}"/>
              </a:ext>
            </a:extLst>
          </p:cNvPr>
          <p:cNvPicPr>
            <a:picLocks noChangeAspect="1"/>
          </p:cNvPicPr>
          <p:nvPr/>
        </p:nvPicPr>
        <p:blipFill>
          <a:blip r:embed="rId4"/>
          <a:stretch>
            <a:fillRect/>
          </a:stretch>
        </p:blipFill>
        <p:spPr>
          <a:xfrm>
            <a:off x="5708650" y="3521075"/>
            <a:ext cx="1704714" cy="1752600"/>
          </a:xfrm>
          <a:prstGeom prst="rect">
            <a:avLst/>
          </a:prstGeom>
        </p:spPr>
      </p:pic>
    </p:spTree>
    <p:extLst>
      <p:ext uri="{BB962C8B-B14F-4D97-AF65-F5344CB8AC3E}">
        <p14:creationId xmlns:p14="http://schemas.microsoft.com/office/powerpoint/2010/main" val="1739005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47088" y="1157011"/>
            <a:ext cx="17989550" cy="0"/>
          </a:xfrm>
          <a:custGeom>
            <a:avLst/>
            <a:gdLst/>
            <a:ahLst/>
            <a:cxnLst/>
            <a:rect l="l" t="t" r="r" b="b"/>
            <a:pathLst>
              <a:path w="17989550">
                <a:moveTo>
                  <a:pt x="0" y="0"/>
                </a:moveTo>
                <a:lnTo>
                  <a:pt x="17988981" y="0"/>
                </a:lnTo>
              </a:path>
            </a:pathLst>
          </a:custGeom>
          <a:ln w="10429">
            <a:solidFill>
              <a:srgbClr val="939598"/>
            </a:solidFill>
          </a:ln>
        </p:spPr>
        <p:txBody>
          <a:bodyPr wrap="square" lIns="0" tIns="0" rIns="0" bIns="0" rtlCol="0"/>
          <a:lstStyle/>
          <a:p>
            <a:endParaRPr/>
          </a:p>
        </p:txBody>
      </p:sp>
      <p:sp>
        <p:nvSpPr>
          <p:cNvPr id="3" name="object 3"/>
          <p:cNvSpPr txBox="1">
            <a:spLocks noGrp="1"/>
          </p:cNvSpPr>
          <p:nvPr>
            <p:ph type="title" idx="4294967295"/>
          </p:nvPr>
        </p:nvSpPr>
        <p:spPr>
          <a:xfrm>
            <a:off x="1034388" y="347889"/>
            <a:ext cx="13669644" cy="631583"/>
          </a:xfrm>
          <a:prstGeom prst="rect">
            <a:avLst/>
          </a:prstGeom>
        </p:spPr>
        <p:txBody>
          <a:bodyPr vert="horz" wrap="square" lIns="0" tIns="15875" rIns="0" bIns="0" rtlCol="0">
            <a:spAutoFit/>
          </a:bodyPr>
          <a:lstStyle/>
          <a:p>
            <a:pPr marL="12700">
              <a:lnSpc>
                <a:spcPct val="100000"/>
              </a:lnSpc>
              <a:spcBef>
                <a:spcPts val="125"/>
              </a:spcBef>
            </a:pPr>
            <a:r>
              <a:rPr lang="en-US" sz="4000" spc="-105" dirty="0">
                <a:solidFill>
                  <a:schemeClr val="accent6">
                    <a:lumMod val="75000"/>
                  </a:schemeClr>
                </a:solidFill>
                <a:latin typeface="Montserrat SemiBold" panose="00000700000000000000" pitchFamily="50" charset="0"/>
              </a:rPr>
              <a:t>Containers </a:t>
            </a:r>
            <a:r>
              <a:rPr lang="en-US" sz="4000" spc="-105" dirty="0">
                <a:solidFill>
                  <a:schemeClr val="accent1">
                    <a:lumMod val="50000"/>
                  </a:schemeClr>
                </a:solidFill>
                <a:latin typeface="Montserrat SemiBold" panose="00000700000000000000" pitchFamily="50" charset="0"/>
              </a:rPr>
              <a:t>Benefits - Observability</a:t>
            </a:r>
            <a:endParaRPr sz="4000" spc="-105" dirty="0">
              <a:solidFill>
                <a:schemeClr val="accent1">
                  <a:lumMod val="50000"/>
                </a:schemeClr>
              </a:solidFill>
              <a:latin typeface="Montserrat SemiBold" panose="00000700000000000000" pitchFamily="50" charset="0"/>
            </a:endParaRPr>
          </a:p>
        </p:txBody>
      </p:sp>
      <p:pic>
        <p:nvPicPr>
          <p:cNvPr id="4" name="Picture 3">
            <a:extLst>
              <a:ext uri="{FF2B5EF4-FFF2-40B4-BE49-F238E27FC236}">
                <a16:creationId xmlns:a16="http://schemas.microsoft.com/office/drawing/2014/main" id="{C330D977-0E42-4EE2-BCBE-3337511FD161}"/>
              </a:ext>
            </a:extLst>
          </p:cNvPr>
          <p:cNvPicPr>
            <a:picLocks noChangeAspect="1"/>
          </p:cNvPicPr>
          <p:nvPr/>
        </p:nvPicPr>
        <p:blipFill>
          <a:blip r:embed="rId3"/>
          <a:stretch>
            <a:fillRect/>
          </a:stretch>
        </p:blipFill>
        <p:spPr>
          <a:xfrm>
            <a:off x="3413125" y="3387725"/>
            <a:ext cx="13277850" cy="4533900"/>
          </a:xfrm>
          <a:prstGeom prst="rect">
            <a:avLst/>
          </a:prstGeom>
        </p:spPr>
      </p:pic>
    </p:spTree>
    <p:extLst>
      <p:ext uri="{BB962C8B-B14F-4D97-AF65-F5344CB8AC3E}">
        <p14:creationId xmlns:p14="http://schemas.microsoft.com/office/powerpoint/2010/main" val="1432194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47088" y="1157011"/>
            <a:ext cx="17989550" cy="0"/>
          </a:xfrm>
          <a:custGeom>
            <a:avLst/>
            <a:gdLst/>
            <a:ahLst/>
            <a:cxnLst/>
            <a:rect l="l" t="t" r="r" b="b"/>
            <a:pathLst>
              <a:path w="17989550">
                <a:moveTo>
                  <a:pt x="0" y="0"/>
                </a:moveTo>
                <a:lnTo>
                  <a:pt x="17988981" y="0"/>
                </a:lnTo>
              </a:path>
            </a:pathLst>
          </a:custGeom>
          <a:ln w="10429">
            <a:solidFill>
              <a:srgbClr val="939598"/>
            </a:solidFill>
          </a:ln>
        </p:spPr>
        <p:txBody>
          <a:bodyPr wrap="square" lIns="0" tIns="0" rIns="0" bIns="0" rtlCol="0"/>
          <a:lstStyle/>
          <a:p>
            <a:endParaRPr/>
          </a:p>
        </p:txBody>
      </p:sp>
      <p:sp>
        <p:nvSpPr>
          <p:cNvPr id="140" name="object 5">
            <a:extLst>
              <a:ext uri="{FF2B5EF4-FFF2-40B4-BE49-F238E27FC236}">
                <a16:creationId xmlns:a16="http://schemas.microsoft.com/office/drawing/2014/main" id="{3B3F9FB2-0202-4870-9E83-A9BF4338F16F}"/>
              </a:ext>
            </a:extLst>
          </p:cNvPr>
          <p:cNvSpPr txBox="1"/>
          <p:nvPr/>
        </p:nvSpPr>
        <p:spPr>
          <a:xfrm>
            <a:off x="1034388" y="1463675"/>
            <a:ext cx="17710812" cy="4085093"/>
          </a:xfrm>
          <a:prstGeom prst="rect">
            <a:avLst/>
          </a:prstGeom>
          <a:ln>
            <a:noFill/>
          </a:ln>
        </p:spPr>
        <p:txBody>
          <a:bodyPr vert="horz" wrap="square" lIns="0" tIns="179705" rIns="0" bIns="0" rtlCol="0">
            <a:spAutoFit/>
          </a:bodyPr>
          <a:lstStyle/>
          <a:p>
            <a:pPr marL="469900"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Sample Docker File Content</a:t>
            </a:r>
          </a:p>
          <a:p>
            <a:pPr marL="1097280" lvl="2">
              <a:buClr>
                <a:srgbClr val="F89635"/>
              </a:buClr>
              <a:tabLst>
                <a:tab pos="389890" algn="l"/>
              </a:tabLst>
            </a:pPr>
            <a:r>
              <a:rPr lang="en-US" sz="2000" b="1" i="1" spc="15" dirty="0">
                <a:solidFill>
                  <a:schemeClr val="accent3">
                    <a:lumMod val="50000"/>
                  </a:schemeClr>
                </a:solidFill>
                <a:latin typeface="Montserrat SemiBold" panose="00000700000000000000" pitchFamily="50" charset="0"/>
              </a:rPr>
              <a:t>FROM openjdk:8-jre-alpine</a:t>
            </a:r>
          </a:p>
          <a:p>
            <a:pPr marL="1097280" lvl="2">
              <a:buClr>
                <a:srgbClr val="F89635"/>
              </a:buClr>
              <a:tabLst>
                <a:tab pos="389890" algn="l"/>
              </a:tabLst>
            </a:pPr>
            <a:r>
              <a:rPr lang="en-US" sz="2000" b="1" i="1" spc="15" dirty="0">
                <a:solidFill>
                  <a:schemeClr val="accent3">
                    <a:lumMod val="50000"/>
                  </a:schemeClr>
                </a:solidFill>
                <a:latin typeface="Montserrat SemiBold" panose="00000700000000000000" pitchFamily="50" charset="0"/>
              </a:rPr>
              <a:t>VOLUME /</a:t>
            </a:r>
            <a:r>
              <a:rPr lang="en-US" sz="2000" b="1" i="1" spc="15" dirty="0" err="1">
                <a:solidFill>
                  <a:schemeClr val="accent3">
                    <a:lumMod val="50000"/>
                  </a:schemeClr>
                </a:solidFill>
                <a:latin typeface="Montserrat SemiBold" panose="00000700000000000000" pitchFamily="50" charset="0"/>
              </a:rPr>
              <a:t>tmp</a:t>
            </a:r>
            <a:endParaRPr lang="en-US" sz="2000" b="1" i="1" spc="15" dirty="0">
              <a:solidFill>
                <a:schemeClr val="accent3">
                  <a:lumMod val="50000"/>
                </a:schemeClr>
              </a:solidFill>
              <a:latin typeface="Montserrat SemiBold" panose="00000700000000000000" pitchFamily="50" charset="0"/>
            </a:endParaRPr>
          </a:p>
          <a:p>
            <a:pPr marL="1097280" lvl="2">
              <a:buClr>
                <a:srgbClr val="F89635"/>
              </a:buClr>
              <a:tabLst>
                <a:tab pos="389890" algn="l"/>
              </a:tabLst>
            </a:pPr>
            <a:r>
              <a:rPr lang="en-US" sz="2000" b="1" i="1" spc="15" dirty="0">
                <a:solidFill>
                  <a:schemeClr val="accent3">
                    <a:lumMod val="50000"/>
                  </a:schemeClr>
                </a:solidFill>
                <a:latin typeface="Montserrat SemiBold" panose="00000700000000000000" pitchFamily="50" charset="0"/>
              </a:rPr>
              <a:t>RUN </a:t>
            </a:r>
            <a:r>
              <a:rPr lang="en-US" sz="2000" b="1" i="1" spc="15" dirty="0" err="1">
                <a:solidFill>
                  <a:schemeClr val="accent3">
                    <a:lumMod val="50000"/>
                  </a:schemeClr>
                </a:solidFill>
                <a:latin typeface="Montserrat SemiBold" panose="00000700000000000000" pitchFamily="50" charset="0"/>
              </a:rPr>
              <a:t>sh</a:t>
            </a:r>
            <a:r>
              <a:rPr lang="en-US" sz="2000" b="1" i="1" spc="15" dirty="0">
                <a:solidFill>
                  <a:schemeClr val="accent3">
                    <a:lumMod val="50000"/>
                  </a:schemeClr>
                </a:solidFill>
                <a:latin typeface="Montserrat SemiBold" panose="00000700000000000000" pitchFamily="50" charset="0"/>
              </a:rPr>
              <a:t> -c '</a:t>
            </a:r>
            <a:r>
              <a:rPr lang="en-US" sz="2000" b="1" i="1" spc="15" dirty="0" err="1">
                <a:solidFill>
                  <a:schemeClr val="accent3">
                    <a:lumMod val="50000"/>
                  </a:schemeClr>
                </a:solidFill>
                <a:latin typeface="Montserrat SemiBold" panose="00000700000000000000" pitchFamily="50" charset="0"/>
              </a:rPr>
              <a:t>apk</a:t>
            </a:r>
            <a:r>
              <a:rPr lang="en-US" sz="2000" b="1" i="1" spc="15" dirty="0">
                <a:solidFill>
                  <a:schemeClr val="accent3">
                    <a:lumMod val="50000"/>
                  </a:schemeClr>
                </a:solidFill>
                <a:latin typeface="Montserrat SemiBold" panose="00000700000000000000" pitchFamily="50" charset="0"/>
              </a:rPr>
              <a:t> update'</a:t>
            </a:r>
          </a:p>
          <a:p>
            <a:pPr marL="1097280" lvl="2">
              <a:buClr>
                <a:srgbClr val="F89635"/>
              </a:buClr>
              <a:tabLst>
                <a:tab pos="389890" algn="l"/>
              </a:tabLst>
            </a:pPr>
            <a:r>
              <a:rPr lang="en-US" sz="2000" b="1" i="1" spc="15" dirty="0">
                <a:solidFill>
                  <a:schemeClr val="accent3">
                    <a:lumMod val="50000"/>
                  </a:schemeClr>
                </a:solidFill>
                <a:latin typeface="Montserrat SemiBold" panose="00000700000000000000" pitchFamily="50" charset="0"/>
              </a:rPr>
              <a:t>RUN </a:t>
            </a:r>
            <a:r>
              <a:rPr lang="en-US" sz="2000" b="1" i="1" spc="15" dirty="0" err="1">
                <a:solidFill>
                  <a:schemeClr val="accent3">
                    <a:lumMod val="50000"/>
                  </a:schemeClr>
                </a:solidFill>
                <a:latin typeface="Montserrat SemiBold" panose="00000700000000000000" pitchFamily="50" charset="0"/>
              </a:rPr>
              <a:t>sh</a:t>
            </a:r>
            <a:r>
              <a:rPr lang="en-US" sz="2000" b="1" i="1" spc="15" dirty="0">
                <a:solidFill>
                  <a:schemeClr val="accent3">
                    <a:lumMod val="50000"/>
                  </a:schemeClr>
                </a:solidFill>
                <a:latin typeface="Montserrat SemiBold" panose="00000700000000000000" pitchFamily="50" charset="0"/>
              </a:rPr>
              <a:t> -c '</a:t>
            </a:r>
            <a:r>
              <a:rPr lang="en-US" sz="2000" b="1" i="1" spc="15" dirty="0" err="1">
                <a:solidFill>
                  <a:schemeClr val="accent3">
                    <a:lumMod val="50000"/>
                  </a:schemeClr>
                </a:solidFill>
                <a:latin typeface="Montserrat SemiBold" panose="00000700000000000000" pitchFamily="50" charset="0"/>
              </a:rPr>
              <a:t>apk</a:t>
            </a:r>
            <a:r>
              <a:rPr lang="en-US" sz="2000" b="1" i="1" spc="15" dirty="0">
                <a:solidFill>
                  <a:schemeClr val="accent3">
                    <a:lumMod val="50000"/>
                  </a:schemeClr>
                </a:solidFill>
                <a:latin typeface="Montserrat SemiBold" panose="00000700000000000000" pitchFamily="50" charset="0"/>
              </a:rPr>
              <a:t> upgrade’</a:t>
            </a:r>
          </a:p>
          <a:p>
            <a:pPr marL="1097280" lvl="2">
              <a:buClr>
                <a:srgbClr val="F89635"/>
              </a:buClr>
              <a:tabLst>
                <a:tab pos="389890" algn="l"/>
              </a:tabLst>
            </a:pPr>
            <a:r>
              <a:rPr lang="en-US" sz="2000" b="1" i="1" spc="15" dirty="0">
                <a:solidFill>
                  <a:schemeClr val="accent3">
                    <a:lumMod val="50000"/>
                  </a:schemeClr>
                </a:solidFill>
                <a:latin typeface="Montserrat SemiBold" panose="00000700000000000000" pitchFamily="50" charset="0"/>
              </a:rPr>
              <a:t>ADD myapplication-1.0.0.jar app.jar</a:t>
            </a:r>
          </a:p>
          <a:p>
            <a:pPr marL="1097280" lvl="2">
              <a:buClr>
                <a:srgbClr val="F89635"/>
              </a:buClr>
              <a:tabLst>
                <a:tab pos="389890" algn="l"/>
              </a:tabLst>
            </a:pPr>
            <a:r>
              <a:rPr lang="en-US" sz="2000" b="1" i="1" spc="15" dirty="0">
                <a:solidFill>
                  <a:schemeClr val="accent3">
                    <a:lumMod val="50000"/>
                  </a:schemeClr>
                </a:solidFill>
                <a:latin typeface="Montserrat SemiBold" panose="00000700000000000000" pitchFamily="50" charset="0"/>
              </a:rPr>
              <a:t>RUN </a:t>
            </a:r>
            <a:r>
              <a:rPr lang="en-US" sz="2000" b="1" i="1" spc="15" dirty="0" err="1">
                <a:solidFill>
                  <a:schemeClr val="accent3">
                    <a:lumMod val="50000"/>
                  </a:schemeClr>
                </a:solidFill>
                <a:latin typeface="Montserrat SemiBold" panose="00000700000000000000" pitchFamily="50" charset="0"/>
              </a:rPr>
              <a:t>sh</a:t>
            </a:r>
            <a:r>
              <a:rPr lang="en-US" sz="2000" b="1" i="1" spc="15" dirty="0">
                <a:solidFill>
                  <a:schemeClr val="accent3">
                    <a:lumMod val="50000"/>
                  </a:schemeClr>
                </a:solidFill>
                <a:latin typeface="Montserrat SemiBold" panose="00000700000000000000" pitchFamily="50" charset="0"/>
              </a:rPr>
              <a:t> -c 'touch /app.jar'</a:t>
            </a:r>
          </a:p>
          <a:p>
            <a:pPr marL="1097280" lvl="2">
              <a:buClr>
                <a:srgbClr val="F89635"/>
              </a:buClr>
              <a:tabLst>
                <a:tab pos="389890" algn="l"/>
              </a:tabLst>
            </a:pPr>
            <a:r>
              <a:rPr lang="en-US" sz="2000" b="1" i="1" spc="15" dirty="0">
                <a:solidFill>
                  <a:schemeClr val="accent3">
                    <a:lumMod val="50000"/>
                  </a:schemeClr>
                </a:solidFill>
                <a:latin typeface="Montserrat SemiBold" panose="00000700000000000000" pitchFamily="50" charset="0"/>
              </a:rPr>
              <a:t>ENV JAVA_OPTS=""</a:t>
            </a:r>
          </a:p>
          <a:p>
            <a:pPr marL="1097280" lvl="2">
              <a:buClr>
                <a:srgbClr val="F89635"/>
              </a:buClr>
              <a:tabLst>
                <a:tab pos="389890" algn="l"/>
              </a:tabLst>
            </a:pPr>
            <a:r>
              <a:rPr lang="en-US" sz="2000" b="1" i="1" spc="15" dirty="0">
                <a:solidFill>
                  <a:schemeClr val="accent3">
                    <a:lumMod val="50000"/>
                  </a:schemeClr>
                </a:solidFill>
                <a:latin typeface="Montserrat SemiBold" panose="00000700000000000000" pitchFamily="50" charset="0"/>
              </a:rPr>
              <a:t>ENTRYPOINT [ "</a:t>
            </a:r>
            <a:r>
              <a:rPr lang="en-US" sz="2000" b="1" i="1" spc="15" dirty="0" err="1">
                <a:solidFill>
                  <a:schemeClr val="accent3">
                    <a:lumMod val="50000"/>
                  </a:schemeClr>
                </a:solidFill>
                <a:latin typeface="Montserrat SemiBold" panose="00000700000000000000" pitchFamily="50" charset="0"/>
              </a:rPr>
              <a:t>sh</a:t>
            </a:r>
            <a:r>
              <a:rPr lang="en-US" sz="2000" b="1" i="1" spc="15" dirty="0">
                <a:solidFill>
                  <a:schemeClr val="accent3">
                    <a:lumMod val="50000"/>
                  </a:schemeClr>
                </a:solidFill>
                <a:latin typeface="Montserrat SemiBold" panose="00000700000000000000" pitchFamily="50" charset="0"/>
              </a:rPr>
              <a:t>", "-c", "java $JAVA_OPTS -</a:t>
            </a:r>
            <a:r>
              <a:rPr lang="en-US" sz="2000" b="1" i="1" spc="15" dirty="0" err="1">
                <a:solidFill>
                  <a:schemeClr val="accent3">
                    <a:lumMod val="50000"/>
                  </a:schemeClr>
                </a:solidFill>
                <a:latin typeface="Montserrat SemiBold" panose="00000700000000000000" pitchFamily="50" charset="0"/>
              </a:rPr>
              <a:t>Djava.security.egd</a:t>
            </a:r>
            <a:r>
              <a:rPr lang="en-US" sz="2000" b="1" i="1" spc="15" dirty="0">
                <a:solidFill>
                  <a:schemeClr val="accent3">
                    <a:lumMod val="50000"/>
                  </a:schemeClr>
                </a:solidFill>
                <a:latin typeface="Montserrat SemiBold" panose="00000700000000000000" pitchFamily="50" charset="0"/>
              </a:rPr>
              <a:t>=file:/dev/./</a:t>
            </a:r>
            <a:r>
              <a:rPr lang="en-US" sz="2000" b="1" i="1" spc="15" dirty="0" err="1">
                <a:solidFill>
                  <a:schemeClr val="accent3">
                    <a:lumMod val="50000"/>
                  </a:schemeClr>
                </a:solidFill>
                <a:latin typeface="Montserrat SemiBold" panose="00000700000000000000" pitchFamily="50" charset="0"/>
              </a:rPr>
              <a:t>urandom</a:t>
            </a:r>
            <a:r>
              <a:rPr lang="en-US" sz="2000" b="1" i="1" spc="15" dirty="0">
                <a:solidFill>
                  <a:schemeClr val="accent3">
                    <a:lumMod val="50000"/>
                  </a:schemeClr>
                </a:solidFill>
                <a:latin typeface="Montserrat SemiBold" panose="00000700000000000000" pitchFamily="50" charset="0"/>
              </a:rPr>
              <a:t> -jar /app.jar" ]</a:t>
            </a:r>
          </a:p>
          <a:p>
            <a:pPr marL="469900"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CI Pipeline Example </a:t>
            </a:r>
          </a:p>
          <a:p>
            <a:pPr marL="469900" indent="-457200">
              <a:spcBef>
                <a:spcPts val="1325"/>
              </a:spcBef>
              <a:buClr>
                <a:srgbClr val="F89635"/>
              </a:buClr>
              <a:buFont typeface="Wingdings" panose="05000000000000000000" pitchFamily="2" charset="2"/>
              <a:buChar char="§"/>
              <a:tabLst>
                <a:tab pos="389890" algn="l"/>
              </a:tabLst>
            </a:pPr>
            <a:endParaRPr lang="en-US" sz="2400" b="1" spc="15" dirty="0">
              <a:solidFill>
                <a:srgbClr val="093E5E"/>
              </a:solidFill>
              <a:latin typeface="Montserrat SemiBold" panose="00000700000000000000" pitchFamily="50" charset="0"/>
            </a:endParaRPr>
          </a:p>
        </p:txBody>
      </p:sp>
      <p:sp>
        <p:nvSpPr>
          <p:cNvPr id="6" name="object 3">
            <a:extLst>
              <a:ext uri="{FF2B5EF4-FFF2-40B4-BE49-F238E27FC236}">
                <a16:creationId xmlns:a16="http://schemas.microsoft.com/office/drawing/2014/main" id="{80A31FBF-C5A6-49A6-8184-4C72DCE2E4D1}"/>
              </a:ext>
            </a:extLst>
          </p:cNvPr>
          <p:cNvSpPr txBox="1">
            <a:spLocks/>
          </p:cNvSpPr>
          <p:nvPr/>
        </p:nvSpPr>
        <p:spPr>
          <a:xfrm>
            <a:off x="1034388" y="347889"/>
            <a:ext cx="15647062" cy="631583"/>
          </a:xfrm>
          <a:prstGeom prst="rect">
            <a:avLst/>
          </a:prstGeom>
        </p:spPr>
        <p:txBody>
          <a:bodyPr vert="horz" wrap="square" lIns="0" tIns="15875" rIns="0" bIns="0" rtlCol="0">
            <a:spAutoFit/>
          </a:bodyPr>
          <a:lstStyle>
            <a:lvl1pPr>
              <a:defRPr>
                <a:latin typeface="+mj-lt"/>
                <a:ea typeface="+mj-ea"/>
                <a:cs typeface="+mj-cs"/>
              </a:defRPr>
            </a:lvl1pPr>
          </a:lstStyle>
          <a:p>
            <a:pPr marL="12700">
              <a:spcBef>
                <a:spcPts val="125"/>
              </a:spcBef>
            </a:pPr>
            <a:r>
              <a:rPr lang="en-US" sz="4000" kern="0" spc="-105" dirty="0">
                <a:solidFill>
                  <a:schemeClr val="accent6">
                    <a:lumMod val="75000"/>
                  </a:schemeClr>
                </a:solidFill>
                <a:latin typeface="Montserrat SemiBold" panose="00000700000000000000" pitchFamily="50" charset="0"/>
              </a:rPr>
              <a:t>Containers </a:t>
            </a:r>
            <a:r>
              <a:rPr lang="en-US" sz="4000" kern="0" spc="-105" dirty="0">
                <a:solidFill>
                  <a:schemeClr val="accent1">
                    <a:lumMod val="50000"/>
                  </a:schemeClr>
                </a:solidFill>
                <a:latin typeface="Montserrat SemiBold" panose="00000700000000000000" pitchFamily="50" charset="0"/>
              </a:rPr>
              <a:t>example </a:t>
            </a:r>
          </a:p>
        </p:txBody>
      </p:sp>
      <p:pic>
        <p:nvPicPr>
          <p:cNvPr id="4" name="Picture 3">
            <a:extLst>
              <a:ext uri="{FF2B5EF4-FFF2-40B4-BE49-F238E27FC236}">
                <a16:creationId xmlns:a16="http://schemas.microsoft.com/office/drawing/2014/main" id="{73F02E17-1B5A-4ED5-B781-CA840DF0DBC2}"/>
              </a:ext>
            </a:extLst>
          </p:cNvPr>
          <p:cNvPicPr>
            <a:picLocks noChangeAspect="1"/>
          </p:cNvPicPr>
          <p:nvPr/>
        </p:nvPicPr>
        <p:blipFill>
          <a:blip r:embed="rId3"/>
          <a:stretch>
            <a:fillRect/>
          </a:stretch>
        </p:blipFill>
        <p:spPr>
          <a:xfrm>
            <a:off x="1593850" y="5124773"/>
            <a:ext cx="16497705" cy="5027566"/>
          </a:xfrm>
          <a:prstGeom prst="rect">
            <a:avLst/>
          </a:prstGeom>
        </p:spPr>
      </p:pic>
    </p:spTree>
    <p:extLst>
      <p:ext uri="{BB962C8B-B14F-4D97-AF65-F5344CB8AC3E}">
        <p14:creationId xmlns:p14="http://schemas.microsoft.com/office/powerpoint/2010/main" val="540922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47088" y="1157011"/>
            <a:ext cx="17989550" cy="0"/>
          </a:xfrm>
          <a:custGeom>
            <a:avLst/>
            <a:gdLst/>
            <a:ahLst/>
            <a:cxnLst/>
            <a:rect l="l" t="t" r="r" b="b"/>
            <a:pathLst>
              <a:path w="17989550">
                <a:moveTo>
                  <a:pt x="0" y="0"/>
                </a:moveTo>
                <a:lnTo>
                  <a:pt x="17988981" y="0"/>
                </a:lnTo>
              </a:path>
            </a:pathLst>
          </a:custGeom>
          <a:ln w="10429">
            <a:solidFill>
              <a:srgbClr val="939598"/>
            </a:solidFill>
          </a:ln>
        </p:spPr>
        <p:txBody>
          <a:bodyPr wrap="square" lIns="0" tIns="0" rIns="0" bIns="0" rtlCol="0"/>
          <a:lstStyle/>
          <a:p>
            <a:endParaRPr/>
          </a:p>
        </p:txBody>
      </p:sp>
      <p:pic>
        <p:nvPicPr>
          <p:cNvPr id="140" name="Picture 139" descr="A screenshot of a cell phone&#10;&#10;Description automatically generated">
            <a:extLst>
              <a:ext uri="{FF2B5EF4-FFF2-40B4-BE49-F238E27FC236}">
                <a16:creationId xmlns:a16="http://schemas.microsoft.com/office/drawing/2014/main" id="{DD655143-BD50-44B0-9DD7-7EE89057180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98650" y="1243768"/>
            <a:ext cx="15062531" cy="8755357"/>
          </a:xfrm>
          <a:prstGeom prst="rect">
            <a:avLst/>
          </a:prstGeom>
        </p:spPr>
      </p:pic>
      <p:sp>
        <p:nvSpPr>
          <p:cNvPr id="142" name="object 3">
            <a:extLst>
              <a:ext uri="{FF2B5EF4-FFF2-40B4-BE49-F238E27FC236}">
                <a16:creationId xmlns:a16="http://schemas.microsoft.com/office/drawing/2014/main" id="{F6CE5383-487F-405B-B1E9-E25ABE2D5BD8}"/>
              </a:ext>
            </a:extLst>
          </p:cNvPr>
          <p:cNvSpPr txBox="1">
            <a:spLocks/>
          </p:cNvSpPr>
          <p:nvPr/>
        </p:nvSpPr>
        <p:spPr>
          <a:xfrm>
            <a:off x="1034388" y="347889"/>
            <a:ext cx="15647062" cy="631583"/>
          </a:xfrm>
          <a:prstGeom prst="rect">
            <a:avLst/>
          </a:prstGeom>
        </p:spPr>
        <p:txBody>
          <a:bodyPr vert="horz" wrap="square" lIns="0" tIns="15875" rIns="0" bIns="0" rtlCol="0">
            <a:spAutoFit/>
          </a:bodyPr>
          <a:lstStyle>
            <a:lvl1pPr>
              <a:defRPr>
                <a:latin typeface="+mj-lt"/>
                <a:ea typeface="+mj-ea"/>
                <a:cs typeface="+mj-cs"/>
              </a:defRPr>
            </a:lvl1pPr>
          </a:lstStyle>
          <a:p>
            <a:pPr marL="12700">
              <a:spcBef>
                <a:spcPts val="125"/>
              </a:spcBef>
            </a:pPr>
            <a:r>
              <a:rPr lang="en-US" sz="4000" kern="0" spc="-105" dirty="0">
                <a:solidFill>
                  <a:schemeClr val="accent6">
                    <a:lumMod val="75000"/>
                  </a:schemeClr>
                </a:solidFill>
                <a:latin typeface="Montserrat SemiBold" panose="00000700000000000000" pitchFamily="50" charset="0"/>
              </a:rPr>
              <a:t>Containers </a:t>
            </a:r>
            <a:r>
              <a:rPr lang="en-US" sz="4000" kern="0" spc="-105" dirty="0">
                <a:solidFill>
                  <a:schemeClr val="accent1">
                    <a:lumMod val="50000"/>
                  </a:schemeClr>
                </a:solidFill>
                <a:latin typeface="Montserrat SemiBold" panose="00000700000000000000" pitchFamily="50" charset="0"/>
              </a:rPr>
              <a:t>A peek at container orchestration platform </a:t>
            </a:r>
          </a:p>
        </p:txBody>
      </p:sp>
    </p:spTree>
    <p:extLst>
      <p:ext uri="{BB962C8B-B14F-4D97-AF65-F5344CB8AC3E}">
        <p14:creationId xmlns:p14="http://schemas.microsoft.com/office/powerpoint/2010/main" val="2345431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47088" y="1157011"/>
            <a:ext cx="17989550" cy="0"/>
          </a:xfrm>
          <a:custGeom>
            <a:avLst/>
            <a:gdLst/>
            <a:ahLst/>
            <a:cxnLst/>
            <a:rect l="l" t="t" r="r" b="b"/>
            <a:pathLst>
              <a:path w="17989550">
                <a:moveTo>
                  <a:pt x="0" y="0"/>
                </a:moveTo>
                <a:lnTo>
                  <a:pt x="17988981" y="0"/>
                </a:lnTo>
              </a:path>
            </a:pathLst>
          </a:custGeom>
          <a:ln w="10429">
            <a:solidFill>
              <a:srgbClr val="939598"/>
            </a:solidFill>
          </a:ln>
        </p:spPr>
        <p:txBody>
          <a:bodyPr wrap="square" lIns="0" tIns="0" rIns="0" bIns="0" rtlCol="0"/>
          <a:lstStyle/>
          <a:p>
            <a:endParaRPr/>
          </a:p>
        </p:txBody>
      </p:sp>
      <p:sp>
        <p:nvSpPr>
          <p:cNvPr id="140" name="object 5">
            <a:extLst>
              <a:ext uri="{FF2B5EF4-FFF2-40B4-BE49-F238E27FC236}">
                <a16:creationId xmlns:a16="http://schemas.microsoft.com/office/drawing/2014/main" id="{3B3F9FB2-0202-4870-9E83-A9BF4338F16F}"/>
              </a:ext>
            </a:extLst>
          </p:cNvPr>
          <p:cNvSpPr txBox="1"/>
          <p:nvPr/>
        </p:nvSpPr>
        <p:spPr>
          <a:xfrm>
            <a:off x="1034388" y="1463675"/>
            <a:ext cx="17710812" cy="6280565"/>
          </a:xfrm>
          <a:prstGeom prst="rect">
            <a:avLst/>
          </a:prstGeom>
          <a:ln>
            <a:noFill/>
          </a:ln>
        </p:spPr>
        <p:txBody>
          <a:bodyPr vert="horz" wrap="square" lIns="0" tIns="179705" rIns="0" bIns="0" rtlCol="0">
            <a:spAutoFit/>
          </a:bodyPr>
          <a:lstStyle/>
          <a:p>
            <a:pPr marL="469900"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To start with a simple application that is not a Monolith and built using modern day frameworks (Microservices/API) (later extended to more complex apps)</a:t>
            </a:r>
          </a:p>
          <a:p>
            <a:pPr marL="469900"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Application configurations as environment parameters</a:t>
            </a:r>
          </a:p>
          <a:p>
            <a:pPr marL="469900"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A hosted container repository</a:t>
            </a:r>
          </a:p>
          <a:p>
            <a:pPr marL="927100" lvl="1"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Nexus (Opensource)</a:t>
            </a:r>
          </a:p>
          <a:p>
            <a:pPr marL="927100" lvl="1"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Docker Hub</a:t>
            </a:r>
          </a:p>
          <a:p>
            <a:pPr marL="469900"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A container orchestration platform with configured networking, storage, routing. </a:t>
            </a:r>
          </a:p>
          <a:p>
            <a:pPr marL="927100" lvl="1"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Docker Swarm (Opensource)</a:t>
            </a:r>
          </a:p>
          <a:p>
            <a:pPr marL="927100" lvl="1"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Kubernetes (Opensource)</a:t>
            </a:r>
          </a:p>
          <a:p>
            <a:pPr marL="927100" lvl="1"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Red Hat Openshift (Licensed)</a:t>
            </a:r>
          </a:p>
          <a:p>
            <a:pPr marL="469900" indent="-457200">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A CI/CD pipeline with stage gates for build, security scan, containerize and deliver the containers. </a:t>
            </a:r>
          </a:p>
          <a:p>
            <a:pPr marL="469900" indent="-457200">
              <a:spcBef>
                <a:spcPts val="1325"/>
              </a:spcBef>
              <a:buClr>
                <a:srgbClr val="F89635"/>
              </a:buClr>
              <a:buFont typeface="Wingdings" panose="05000000000000000000" pitchFamily="2" charset="2"/>
              <a:buChar char="§"/>
              <a:tabLst>
                <a:tab pos="389890" algn="l"/>
              </a:tabLst>
            </a:pPr>
            <a:endParaRPr lang="en-US" sz="2400" b="1" spc="15" dirty="0">
              <a:solidFill>
                <a:srgbClr val="093E5E"/>
              </a:solidFill>
              <a:latin typeface="Montserrat SemiBold" panose="00000700000000000000" pitchFamily="50" charset="0"/>
            </a:endParaRPr>
          </a:p>
        </p:txBody>
      </p:sp>
      <p:sp>
        <p:nvSpPr>
          <p:cNvPr id="6" name="object 3">
            <a:extLst>
              <a:ext uri="{FF2B5EF4-FFF2-40B4-BE49-F238E27FC236}">
                <a16:creationId xmlns:a16="http://schemas.microsoft.com/office/drawing/2014/main" id="{80A31FBF-C5A6-49A6-8184-4C72DCE2E4D1}"/>
              </a:ext>
            </a:extLst>
          </p:cNvPr>
          <p:cNvSpPr txBox="1">
            <a:spLocks/>
          </p:cNvSpPr>
          <p:nvPr/>
        </p:nvSpPr>
        <p:spPr>
          <a:xfrm>
            <a:off x="1034388" y="347889"/>
            <a:ext cx="15647062" cy="631583"/>
          </a:xfrm>
          <a:prstGeom prst="rect">
            <a:avLst/>
          </a:prstGeom>
        </p:spPr>
        <p:txBody>
          <a:bodyPr vert="horz" wrap="square" lIns="0" tIns="15875" rIns="0" bIns="0" rtlCol="0">
            <a:spAutoFit/>
          </a:bodyPr>
          <a:lstStyle>
            <a:lvl1pPr>
              <a:defRPr>
                <a:latin typeface="+mj-lt"/>
                <a:ea typeface="+mj-ea"/>
                <a:cs typeface="+mj-cs"/>
              </a:defRPr>
            </a:lvl1pPr>
          </a:lstStyle>
          <a:p>
            <a:pPr marL="12700">
              <a:spcBef>
                <a:spcPts val="125"/>
              </a:spcBef>
            </a:pPr>
            <a:r>
              <a:rPr lang="en-US" sz="4000" kern="0" spc="-105" dirty="0">
                <a:solidFill>
                  <a:schemeClr val="accent6">
                    <a:lumMod val="75000"/>
                  </a:schemeClr>
                </a:solidFill>
                <a:latin typeface="Montserrat SemiBold" panose="00000700000000000000" pitchFamily="50" charset="0"/>
              </a:rPr>
              <a:t>Containers </a:t>
            </a:r>
            <a:r>
              <a:rPr lang="en-US" sz="4000" kern="0" spc="-105" dirty="0">
                <a:solidFill>
                  <a:schemeClr val="accent1">
                    <a:lumMod val="50000"/>
                  </a:schemeClr>
                </a:solidFill>
                <a:latin typeface="Montserrat SemiBold" panose="00000700000000000000" pitchFamily="50" charset="0"/>
              </a:rPr>
              <a:t>What do I need to start using them? </a:t>
            </a:r>
          </a:p>
        </p:txBody>
      </p:sp>
    </p:spTree>
    <p:extLst>
      <p:ext uri="{BB962C8B-B14F-4D97-AF65-F5344CB8AC3E}">
        <p14:creationId xmlns:p14="http://schemas.microsoft.com/office/powerpoint/2010/main" val="1884094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47088" y="1157011"/>
            <a:ext cx="17989550" cy="0"/>
          </a:xfrm>
          <a:custGeom>
            <a:avLst/>
            <a:gdLst/>
            <a:ahLst/>
            <a:cxnLst/>
            <a:rect l="l" t="t" r="r" b="b"/>
            <a:pathLst>
              <a:path w="17989550">
                <a:moveTo>
                  <a:pt x="0" y="0"/>
                </a:moveTo>
                <a:lnTo>
                  <a:pt x="17988981" y="0"/>
                </a:lnTo>
              </a:path>
            </a:pathLst>
          </a:custGeom>
          <a:ln w="10429">
            <a:solidFill>
              <a:srgbClr val="939598"/>
            </a:solidFill>
          </a:ln>
        </p:spPr>
        <p:txBody>
          <a:bodyPr wrap="square" lIns="0" tIns="0" rIns="0" bIns="0" rtlCol="0"/>
          <a:lstStyle/>
          <a:p>
            <a:endParaRPr/>
          </a:p>
        </p:txBody>
      </p:sp>
      <p:sp>
        <p:nvSpPr>
          <p:cNvPr id="140" name="object 5">
            <a:extLst>
              <a:ext uri="{FF2B5EF4-FFF2-40B4-BE49-F238E27FC236}">
                <a16:creationId xmlns:a16="http://schemas.microsoft.com/office/drawing/2014/main" id="{3B3F9FB2-0202-4870-9E83-A9BF4338F16F}"/>
              </a:ext>
            </a:extLst>
          </p:cNvPr>
          <p:cNvSpPr txBox="1"/>
          <p:nvPr/>
        </p:nvSpPr>
        <p:spPr>
          <a:xfrm>
            <a:off x="1034388" y="1463675"/>
            <a:ext cx="17710812" cy="4993546"/>
          </a:xfrm>
          <a:prstGeom prst="rect">
            <a:avLst/>
          </a:prstGeom>
          <a:ln>
            <a:noFill/>
          </a:ln>
        </p:spPr>
        <p:txBody>
          <a:bodyPr vert="horz" wrap="square" lIns="0" tIns="179705" rIns="0" bIns="0" rtlCol="0">
            <a:spAutoFit/>
          </a:bodyPr>
          <a:lstStyle/>
          <a:p>
            <a:pPr marL="469900" indent="-457200">
              <a:lnSpc>
                <a:spcPct val="150000"/>
              </a:lnSpc>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On Premise - Kubernetes, Docker, OpenShift</a:t>
            </a:r>
          </a:p>
          <a:p>
            <a:pPr marL="927100" lvl="1" indent="-457200">
              <a:lnSpc>
                <a:spcPct val="150000"/>
              </a:lnSpc>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DHS FEMA     : 350 - 500 Containers </a:t>
            </a:r>
          </a:p>
          <a:p>
            <a:pPr marL="927100" lvl="1" indent="-457200">
              <a:lnSpc>
                <a:spcPct val="150000"/>
              </a:lnSpc>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U.S. Air Force  : 100+ Containers </a:t>
            </a:r>
          </a:p>
          <a:p>
            <a:pPr marL="927100" lvl="1" indent="-457200">
              <a:lnSpc>
                <a:spcPct val="150000"/>
              </a:lnSpc>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USDA                : 100+ Containers </a:t>
            </a:r>
          </a:p>
          <a:p>
            <a:pPr marL="927100" lvl="1" indent="-457200">
              <a:lnSpc>
                <a:spcPct val="150000"/>
              </a:lnSpc>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CoE Lab            : 30 Containers </a:t>
            </a:r>
          </a:p>
          <a:p>
            <a:pPr marL="469900" indent="-457200">
              <a:lnSpc>
                <a:spcPct val="150000"/>
              </a:lnSpc>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Cloud Enabled AWS (ECS &amp; EKS), Google Cloud Platform (GKE) </a:t>
            </a:r>
          </a:p>
          <a:p>
            <a:pPr marL="927100" lvl="1" indent="-457200">
              <a:lnSpc>
                <a:spcPct val="150000"/>
              </a:lnSpc>
              <a:spcBef>
                <a:spcPts val="1325"/>
              </a:spcBef>
              <a:buClr>
                <a:srgbClr val="F89635"/>
              </a:buClr>
              <a:buFont typeface="Wingdings" panose="05000000000000000000" pitchFamily="2" charset="2"/>
              <a:buChar char="§"/>
              <a:tabLst>
                <a:tab pos="389890" algn="l"/>
              </a:tabLst>
            </a:pPr>
            <a:r>
              <a:rPr lang="en-US" sz="2400" b="1" spc="15" dirty="0">
                <a:solidFill>
                  <a:srgbClr val="093E5E"/>
                </a:solidFill>
                <a:latin typeface="Montserrat SemiBold" panose="00000700000000000000" pitchFamily="50" charset="0"/>
              </a:rPr>
              <a:t>CoE Lab            : 20 Containers </a:t>
            </a:r>
          </a:p>
        </p:txBody>
      </p:sp>
      <p:sp>
        <p:nvSpPr>
          <p:cNvPr id="6" name="object 3">
            <a:extLst>
              <a:ext uri="{FF2B5EF4-FFF2-40B4-BE49-F238E27FC236}">
                <a16:creationId xmlns:a16="http://schemas.microsoft.com/office/drawing/2014/main" id="{80A31FBF-C5A6-49A6-8184-4C72DCE2E4D1}"/>
              </a:ext>
            </a:extLst>
          </p:cNvPr>
          <p:cNvSpPr txBox="1">
            <a:spLocks/>
          </p:cNvSpPr>
          <p:nvPr/>
        </p:nvSpPr>
        <p:spPr>
          <a:xfrm>
            <a:off x="1034388" y="347889"/>
            <a:ext cx="15647062" cy="631583"/>
          </a:xfrm>
          <a:prstGeom prst="rect">
            <a:avLst/>
          </a:prstGeom>
        </p:spPr>
        <p:txBody>
          <a:bodyPr vert="horz" wrap="square" lIns="0" tIns="15875" rIns="0" bIns="0" rtlCol="0">
            <a:spAutoFit/>
          </a:bodyPr>
          <a:lstStyle>
            <a:lvl1pPr>
              <a:defRPr>
                <a:latin typeface="+mj-lt"/>
                <a:ea typeface="+mj-ea"/>
                <a:cs typeface="+mj-cs"/>
              </a:defRPr>
            </a:lvl1pPr>
          </a:lstStyle>
          <a:p>
            <a:pPr marL="12700">
              <a:spcBef>
                <a:spcPts val="125"/>
              </a:spcBef>
            </a:pPr>
            <a:r>
              <a:rPr lang="en-US" sz="4000" kern="0" spc="-105" dirty="0">
                <a:solidFill>
                  <a:schemeClr val="accent6">
                    <a:lumMod val="75000"/>
                  </a:schemeClr>
                </a:solidFill>
                <a:latin typeface="Montserrat SemiBold" panose="00000700000000000000" pitchFamily="50" charset="0"/>
              </a:rPr>
              <a:t>Containers </a:t>
            </a:r>
            <a:r>
              <a:rPr lang="en-US" sz="4000" kern="0" spc="-105" dirty="0">
                <a:solidFill>
                  <a:schemeClr val="accent1">
                    <a:lumMod val="50000"/>
                  </a:schemeClr>
                </a:solidFill>
                <a:latin typeface="Montserrat SemiBold" panose="00000700000000000000" pitchFamily="50" charset="0"/>
              </a:rPr>
              <a:t>Where are we doing it? </a:t>
            </a:r>
          </a:p>
        </p:txBody>
      </p:sp>
    </p:spTree>
    <p:extLst>
      <p:ext uri="{BB962C8B-B14F-4D97-AF65-F5344CB8AC3E}">
        <p14:creationId xmlns:p14="http://schemas.microsoft.com/office/powerpoint/2010/main" val="1475071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47088" y="1157011"/>
            <a:ext cx="17989550" cy="0"/>
          </a:xfrm>
          <a:custGeom>
            <a:avLst/>
            <a:gdLst/>
            <a:ahLst/>
            <a:cxnLst/>
            <a:rect l="l" t="t" r="r" b="b"/>
            <a:pathLst>
              <a:path w="17989550">
                <a:moveTo>
                  <a:pt x="0" y="0"/>
                </a:moveTo>
                <a:lnTo>
                  <a:pt x="17988981" y="0"/>
                </a:lnTo>
              </a:path>
            </a:pathLst>
          </a:custGeom>
          <a:ln w="10429">
            <a:solidFill>
              <a:srgbClr val="939598"/>
            </a:solidFill>
          </a:ln>
        </p:spPr>
        <p:txBody>
          <a:bodyPr wrap="square" lIns="0" tIns="0" rIns="0" bIns="0" rtlCol="0"/>
          <a:lstStyle/>
          <a:p>
            <a:endParaRPr/>
          </a:p>
        </p:txBody>
      </p:sp>
      <p:sp>
        <p:nvSpPr>
          <p:cNvPr id="140" name="object 5">
            <a:extLst>
              <a:ext uri="{FF2B5EF4-FFF2-40B4-BE49-F238E27FC236}">
                <a16:creationId xmlns:a16="http://schemas.microsoft.com/office/drawing/2014/main" id="{3B3F9FB2-0202-4870-9E83-A9BF4338F16F}"/>
              </a:ext>
            </a:extLst>
          </p:cNvPr>
          <p:cNvSpPr txBox="1"/>
          <p:nvPr/>
        </p:nvSpPr>
        <p:spPr>
          <a:xfrm>
            <a:off x="755650" y="4740275"/>
            <a:ext cx="17710812" cy="1522917"/>
          </a:xfrm>
          <a:prstGeom prst="rect">
            <a:avLst/>
          </a:prstGeom>
          <a:ln>
            <a:noFill/>
          </a:ln>
        </p:spPr>
        <p:txBody>
          <a:bodyPr vert="horz" wrap="square" lIns="0" tIns="179705" rIns="0" bIns="0" rtlCol="0">
            <a:spAutoFit/>
          </a:bodyPr>
          <a:lstStyle/>
          <a:p>
            <a:pPr marL="12700" algn="ctr">
              <a:lnSpc>
                <a:spcPct val="150000"/>
              </a:lnSpc>
              <a:spcBef>
                <a:spcPts val="1325"/>
              </a:spcBef>
              <a:buClr>
                <a:srgbClr val="F89635"/>
              </a:buClr>
              <a:tabLst>
                <a:tab pos="389890" algn="l"/>
              </a:tabLst>
            </a:pPr>
            <a:r>
              <a:rPr lang="en-US" sz="6600" b="1" spc="15" dirty="0">
                <a:solidFill>
                  <a:srgbClr val="093E5E"/>
                </a:solidFill>
                <a:latin typeface="Montserrat SemiBold" panose="00000700000000000000" pitchFamily="50" charset="0"/>
              </a:rPr>
              <a:t>Thank You !!</a:t>
            </a:r>
          </a:p>
        </p:txBody>
      </p:sp>
      <p:sp>
        <p:nvSpPr>
          <p:cNvPr id="6" name="object 3">
            <a:extLst>
              <a:ext uri="{FF2B5EF4-FFF2-40B4-BE49-F238E27FC236}">
                <a16:creationId xmlns:a16="http://schemas.microsoft.com/office/drawing/2014/main" id="{80A31FBF-C5A6-49A6-8184-4C72DCE2E4D1}"/>
              </a:ext>
            </a:extLst>
          </p:cNvPr>
          <p:cNvSpPr txBox="1">
            <a:spLocks/>
          </p:cNvSpPr>
          <p:nvPr/>
        </p:nvSpPr>
        <p:spPr>
          <a:xfrm>
            <a:off x="1034388" y="347889"/>
            <a:ext cx="15647062" cy="631583"/>
          </a:xfrm>
          <a:prstGeom prst="rect">
            <a:avLst/>
          </a:prstGeom>
        </p:spPr>
        <p:txBody>
          <a:bodyPr vert="horz" wrap="square" lIns="0" tIns="15875" rIns="0" bIns="0" rtlCol="0">
            <a:spAutoFit/>
          </a:bodyPr>
          <a:lstStyle>
            <a:lvl1pPr>
              <a:defRPr>
                <a:latin typeface="+mj-lt"/>
                <a:ea typeface="+mj-ea"/>
                <a:cs typeface="+mj-cs"/>
              </a:defRPr>
            </a:lvl1pPr>
          </a:lstStyle>
          <a:p>
            <a:pPr marL="12700">
              <a:spcBef>
                <a:spcPts val="125"/>
              </a:spcBef>
            </a:pPr>
            <a:r>
              <a:rPr lang="en-US" sz="4000" kern="0" spc="-105" dirty="0">
                <a:solidFill>
                  <a:schemeClr val="accent6">
                    <a:lumMod val="75000"/>
                  </a:schemeClr>
                </a:solidFill>
                <a:latin typeface="Montserrat SemiBold" panose="00000700000000000000" pitchFamily="50" charset="0"/>
              </a:rPr>
              <a:t>Containers</a:t>
            </a:r>
            <a:endParaRPr lang="en-US" sz="4000" kern="0" spc="-105" dirty="0">
              <a:solidFill>
                <a:schemeClr val="accent1">
                  <a:lumMod val="50000"/>
                </a:schemeClr>
              </a:solidFill>
              <a:latin typeface="Montserrat SemiBold" panose="00000700000000000000" pitchFamily="50" charset="0"/>
            </a:endParaRPr>
          </a:p>
        </p:txBody>
      </p:sp>
    </p:spTree>
    <p:extLst>
      <p:ext uri="{BB962C8B-B14F-4D97-AF65-F5344CB8AC3E}">
        <p14:creationId xmlns:p14="http://schemas.microsoft.com/office/powerpoint/2010/main" val="36416549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3308</TotalTime>
  <Words>803</Words>
  <Application>Microsoft Office PowerPoint</Application>
  <PresentationFormat>Custom</PresentationFormat>
  <Paragraphs>92</Paragraphs>
  <Slides>15</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 Narrow</vt:lpstr>
      <vt:lpstr>Calibri</vt:lpstr>
      <vt:lpstr>Montserrat</vt:lpstr>
      <vt:lpstr>Montserrat SemiBold</vt:lpstr>
      <vt:lpstr>Source Sans Pro</vt:lpstr>
      <vt:lpstr>Times New Roman</vt:lpstr>
      <vt:lpstr>Wingdings</vt:lpstr>
      <vt:lpstr>Office Theme</vt:lpstr>
      <vt:lpstr>PowerPoint Presentation</vt:lpstr>
      <vt:lpstr>DevSecOps &amp; Agile</vt:lpstr>
      <vt:lpstr>DevSecOps CI/CD Orchestration</vt:lpstr>
      <vt:lpstr>Cloud Native Application Architecture</vt:lpstr>
      <vt:lpstr>Containers What are they?</vt:lpstr>
      <vt:lpstr>Containers Why do we need them?</vt:lpstr>
      <vt:lpstr>Containers Benefits - Immutability</vt:lpstr>
      <vt:lpstr>Containers Benefits – Self Containment</vt:lpstr>
      <vt:lpstr>Containers Benefits – Life Cycle Management</vt:lpstr>
      <vt:lpstr>Containers Benefits - Observability</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Ranga Duriseti</cp:lastModifiedBy>
  <cp:revision>42</cp:revision>
  <dcterms:created xsi:type="dcterms:W3CDTF">2019-05-10T16:42:20Z</dcterms:created>
  <dcterms:modified xsi:type="dcterms:W3CDTF">2020-03-04T16:45:54Z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2019-04-11T00:00:00Z</vt:filetime>
  </property>
  <property fmtid="{D5CDD505-2E9C-101B-9397-08002B2CF9AE}" pid="3" name="Creator">
    <vt:lpwstr>Adobe InDesign 14.0 (Macintosh)</vt:lpwstr>
  </property>
  <property fmtid="{D5CDD505-2E9C-101B-9397-08002B2CF9AE}" pid="4" name="LastSaved">
    <vt:filetime>2019-05-10T00:00:00Z</vt:filetime>
  </property>
</Properties>
</file>